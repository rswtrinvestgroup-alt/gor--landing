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Default Extension="jpg" ContentType="image/jpg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pPr marL="93980">
              <a:lnSpc>
                <a:spcPts val="969"/>
              </a:lnSpc>
            </a:pPr>
            <a:fld id="{81D60167-4931-47E6-BA6A-407CBD079E47}" type="slidenum">
              <a:rPr dirty="0" spc="-185"/>
              <a:t>#</a:t>
            </a:fld>
            <a:r>
              <a:rPr dirty="0" spc="40"/>
              <a:t> </a:t>
            </a:r>
            <a:r>
              <a:rPr dirty="0" spc="-70"/>
              <a:t>/1</a:t>
            </a:r>
            <a:r>
              <a:rPr dirty="0" spc="30"/>
              <a:t> </a:t>
            </a:r>
            <a:r>
              <a:rPr dirty="0" spc="-50"/>
              <a:t>2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pPr marL="93980">
              <a:lnSpc>
                <a:spcPts val="969"/>
              </a:lnSpc>
            </a:pPr>
            <a:fld id="{81D60167-4931-47E6-BA6A-407CBD079E47}" type="slidenum">
              <a:rPr dirty="0" spc="-185"/>
              <a:t>#</a:t>
            </a:fld>
            <a:r>
              <a:rPr dirty="0" spc="40"/>
              <a:t> </a:t>
            </a:r>
            <a:r>
              <a:rPr dirty="0" spc="-70"/>
              <a:t>/1</a:t>
            </a:r>
            <a:r>
              <a:rPr dirty="0" spc="30"/>
              <a:t> </a:t>
            </a:r>
            <a:r>
              <a:rPr dirty="0" spc="-50"/>
              <a:t>2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pPr marL="93980">
              <a:lnSpc>
                <a:spcPts val="969"/>
              </a:lnSpc>
            </a:pPr>
            <a:fld id="{81D60167-4931-47E6-BA6A-407CBD079E47}" type="slidenum">
              <a:rPr dirty="0" spc="-185"/>
              <a:t>#</a:t>
            </a:fld>
            <a:r>
              <a:rPr dirty="0" spc="40"/>
              <a:t> </a:t>
            </a:r>
            <a:r>
              <a:rPr dirty="0" spc="-70"/>
              <a:t>/1</a:t>
            </a:r>
            <a:r>
              <a:rPr dirty="0" spc="30"/>
              <a:t> </a:t>
            </a:r>
            <a:r>
              <a:rPr dirty="0" spc="-50"/>
              <a:t>2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pPr marL="93980">
              <a:lnSpc>
                <a:spcPts val="969"/>
              </a:lnSpc>
            </a:pPr>
            <a:fld id="{81D60167-4931-47E6-BA6A-407CBD079E47}" type="slidenum">
              <a:rPr dirty="0" spc="-185"/>
              <a:t>#</a:t>
            </a:fld>
            <a:r>
              <a:rPr dirty="0" spc="40"/>
              <a:t> </a:t>
            </a:r>
            <a:r>
              <a:rPr dirty="0" spc="-70"/>
              <a:t>/1</a:t>
            </a:r>
            <a:r>
              <a:rPr dirty="0" spc="30"/>
              <a:t> </a:t>
            </a:r>
            <a:r>
              <a:rPr dirty="0" spc="-50"/>
              <a:t>2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pPr marL="93980">
              <a:lnSpc>
                <a:spcPts val="969"/>
              </a:lnSpc>
            </a:pPr>
            <a:fld id="{81D60167-4931-47E6-BA6A-407CBD079E47}" type="slidenum">
              <a:rPr dirty="0" spc="-185"/>
              <a:t>#</a:t>
            </a:fld>
            <a:r>
              <a:rPr dirty="0" spc="40"/>
              <a:t> </a:t>
            </a:r>
            <a:r>
              <a:rPr dirty="0" spc="-70"/>
              <a:t>/1</a:t>
            </a:r>
            <a:r>
              <a:rPr dirty="0" spc="30"/>
              <a:t> </a:t>
            </a:r>
            <a:r>
              <a:rPr dirty="0" spc="-50"/>
              <a:t>2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61402" y="1002919"/>
            <a:ext cx="8349615" cy="17145"/>
          </a:xfrm>
          <a:custGeom>
            <a:avLst/>
            <a:gdLst/>
            <a:ahLst/>
            <a:cxnLst/>
            <a:rect l="l" t="t" r="r" b="b"/>
            <a:pathLst>
              <a:path w="8349615" h="17144">
                <a:moveTo>
                  <a:pt x="8349119" y="16657"/>
                </a:moveTo>
                <a:lnTo>
                  <a:pt x="8349119" y="0"/>
                </a:lnTo>
                <a:lnTo>
                  <a:pt x="0" y="0"/>
                </a:lnTo>
                <a:lnTo>
                  <a:pt x="0" y="16657"/>
                </a:lnTo>
                <a:lnTo>
                  <a:pt x="8349119" y="16657"/>
                </a:lnTo>
                <a:close/>
              </a:path>
            </a:pathLst>
          </a:custGeom>
          <a:solidFill>
            <a:srgbClr val="F1F4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461300" y="7460708"/>
            <a:ext cx="297179" cy="1368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pPr marL="93980">
              <a:lnSpc>
                <a:spcPts val="969"/>
              </a:lnSpc>
            </a:pPr>
            <a:fld id="{81D60167-4931-47E6-BA6A-407CBD079E47}" type="slidenum">
              <a:rPr dirty="0" spc="-185"/>
              <a:t>#</a:t>
            </a:fld>
            <a:r>
              <a:rPr dirty="0" spc="40"/>
              <a:t> </a:t>
            </a:r>
            <a:r>
              <a:rPr dirty="0" spc="-70"/>
              <a:t>/1</a:t>
            </a:r>
            <a:r>
              <a:rPr dirty="0" spc="30"/>
              <a:t> </a:t>
            </a:r>
            <a:r>
              <a:rPr dirty="0" spc="-50"/>
              <a:t>2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38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image" Target="../media/image41.png"/><Relationship Id="rId13" Type="http://schemas.openxmlformats.org/officeDocument/2006/relationships/image" Target="../media/image42.png"/><Relationship Id="rId14" Type="http://schemas.openxmlformats.org/officeDocument/2006/relationships/image" Target="../media/image43.png"/><Relationship Id="rId15" Type="http://schemas.openxmlformats.org/officeDocument/2006/relationships/image" Target="../media/image44.png"/><Relationship Id="rId16" Type="http://schemas.openxmlformats.org/officeDocument/2006/relationships/image" Target="../media/image45.png"/><Relationship Id="rId17" Type="http://schemas.openxmlformats.org/officeDocument/2006/relationships/image" Target="../media/image46.png"/><Relationship Id="rId18" Type="http://schemas.openxmlformats.org/officeDocument/2006/relationships/image" Target="../media/image47.png"/><Relationship Id="rId19" Type="http://schemas.openxmlformats.org/officeDocument/2006/relationships/image" Target="../media/image48.png"/><Relationship Id="rId20" Type="http://schemas.openxmlformats.org/officeDocument/2006/relationships/image" Target="../media/image49.png"/><Relationship Id="rId21" Type="http://schemas.openxmlformats.org/officeDocument/2006/relationships/image" Target="../media/image50.png"/><Relationship Id="rId22" Type="http://schemas.openxmlformats.org/officeDocument/2006/relationships/image" Target="../media/image51.png"/><Relationship Id="rId23" Type="http://schemas.openxmlformats.org/officeDocument/2006/relationships/image" Target="../media/image52.png"/><Relationship Id="rId24" Type="http://schemas.openxmlformats.org/officeDocument/2006/relationships/image" Target="../media/image53.png"/><Relationship Id="rId25" Type="http://schemas.openxmlformats.org/officeDocument/2006/relationships/image" Target="../media/image54.png"/><Relationship Id="rId26" Type="http://schemas.openxmlformats.org/officeDocument/2006/relationships/image" Target="../media/image55.png"/><Relationship Id="rId27" Type="http://schemas.openxmlformats.org/officeDocument/2006/relationships/image" Target="../media/image56.png"/><Relationship Id="rId28" Type="http://schemas.openxmlformats.org/officeDocument/2006/relationships/image" Target="../media/image57.png"/><Relationship Id="rId29" Type="http://schemas.openxmlformats.org/officeDocument/2006/relationships/image" Target="../media/image58.png"/><Relationship Id="rId30" Type="http://schemas.openxmlformats.org/officeDocument/2006/relationships/image" Target="../media/image59.png"/><Relationship Id="rId31" Type="http://schemas.openxmlformats.org/officeDocument/2006/relationships/image" Target="../media/image60.png"/><Relationship Id="rId32" Type="http://schemas.openxmlformats.org/officeDocument/2006/relationships/image" Target="../media/image61.png"/><Relationship Id="rId33" Type="http://schemas.openxmlformats.org/officeDocument/2006/relationships/image" Target="../media/image62.png"/><Relationship Id="rId34" Type="http://schemas.openxmlformats.org/officeDocument/2006/relationships/image" Target="../media/image63.png"/><Relationship Id="rId35" Type="http://schemas.openxmlformats.org/officeDocument/2006/relationships/image" Target="../media/image64.png"/><Relationship Id="rId36" Type="http://schemas.openxmlformats.org/officeDocument/2006/relationships/image" Target="../media/image65.png"/><Relationship Id="rId37" Type="http://schemas.openxmlformats.org/officeDocument/2006/relationships/image" Target="../media/image66.png"/><Relationship Id="rId38" Type="http://schemas.openxmlformats.org/officeDocument/2006/relationships/image" Target="../media/image67.png"/><Relationship Id="rId39" Type="http://schemas.openxmlformats.org/officeDocument/2006/relationships/image" Target="../media/image68.png"/><Relationship Id="rId40" Type="http://schemas.openxmlformats.org/officeDocument/2006/relationships/image" Target="../media/image69.png"/><Relationship Id="rId41" Type="http://schemas.openxmlformats.org/officeDocument/2006/relationships/image" Target="../media/image70.png"/><Relationship Id="rId42" Type="http://schemas.openxmlformats.org/officeDocument/2006/relationships/image" Target="../media/image71.png"/><Relationship Id="rId43" Type="http://schemas.openxmlformats.org/officeDocument/2006/relationships/image" Target="../media/image72.png"/><Relationship Id="rId44" Type="http://schemas.openxmlformats.org/officeDocument/2006/relationships/image" Target="../media/image73.png"/><Relationship Id="rId45" Type="http://schemas.openxmlformats.org/officeDocument/2006/relationships/image" Target="../media/image74.png"/><Relationship Id="rId46" Type="http://schemas.openxmlformats.org/officeDocument/2006/relationships/image" Target="../media/image75.png"/><Relationship Id="rId47" Type="http://schemas.openxmlformats.org/officeDocument/2006/relationships/image" Target="../media/image76.png"/><Relationship Id="rId48" Type="http://schemas.openxmlformats.org/officeDocument/2006/relationships/image" Target="../media/image77.png"/><Relationship Id="rId49" Type="http://schemas.openxmlformats.org/officeDocument/2006/relationships/image" Target="../media/image78.png"/><Relationship Id="rId50" Type="http://schemas.openxmlformats.org/officeDocument/2006/relationships/image" Target="../media/image79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37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82.png"/><Relationship Id="rId8" Type="http://schemas.openxmlformats.org/officeDocument/2006/relationships/image" Target="../media/image6.png"/><Relationship Id="rId9" Type="http://schemas.openxmlformats.org/officeDocument/2006/relationships/image" Target="../media/image83.png"/><Relationship Id="rId10" Type="http://schemas.openxmlformats.org/officeDocument/2006/relationships/image" Target="../media/image84.png"/><Relationship Id="rId11" Type="http://schemas.openxmlformats.org/officeDocument/2006/relationships/image" Target="../media/image85.png"/><Relationship Id="rId12" Type="http://schemas.openxmlformats.org/officeDocument/2006/relationships/image" Target="../media/image86.png"/><Relationship Id="rId13" Type="http://schemas.openxmlformats.org/officeDocument/2006/relationships/image" Target="../media/image87.png"/><Relationship Id="rId14" Type="http://schemas.openxmlformats.org/officeDocument/2006/relationships/image" Target="../media/image88.png"/><Relationship Id="rId15" Type="http://schemas.openxmlformats.org/officeDocument/2006/relationships/image" Target="../media/image89.png"/><Relationship Id="rId16" Type="http://schemas.openxmlformats.org/officeDocument/2006/relationships/image" Target="../media/image90.png"/><Relationship Id="rId17" Type="http://schemas.openxmlformats.org/officeDocument/2006/relationships/image" Target="../media/image91.png"/><Relationship Id="rId18" Type="http://schemas.openxmlformats.org/officeDocument/2006/relationships/image" Target="../media/image92.png"/><Relationship Id="rId19" Type="http://schemas.openxmlformats.org/officeDocument/2006/relationships/image" Target="../media/image93.png"/><Relationship Id="rId20" Type="http://schemas.openxmlformats.org/officeDocument/2006/relationships/image" Target="../media/image94.png"/><Relationship Id="rId21" Type="http://schemas.openxmlformats.org/officeDocument/2006/relationships/image" Target="../media/image95.png"/><Relationship Id="rId22" Type="http://schemas.openxmlformats.org/officeDocument/2006/relationships/image" Target="../media/image96.png"/><Relationship Id="rId23" Type="http://schemas.openxmlformats.org/officeDocument/2006/relationships/image" Target="../media/image97.png"/><Relationship Id="rId24" Type="http://schemas.openxmlformats.org/officeDocument/2006/relationships/image" Target="../media/image98.png"/><Relationship Id="rId25" Type="http://schemas.openxmlformats.org/officeDocument/2006/relationships/image" Target="../media/image99.png"/><Relationship Id="rId26" Type="http://schemas.openxmlformats.org/officeDocument/2006/relationships/image" Target="../media/image100.png"/><Relationship Id="rId27" Type="http://schemas.openxmlformats.org/officeDocument/2006/relationships/image" Target="../media/image101.png"/><Relationship Id="rId28" Type="http://schemas.openxmlformats.org/officeDocument/2006/relationships/image" Target="../media/image102.png"/><Relationship Id="rId29" Type="http://schemas.openxmlformats.org/officeDocument/2006/relationships/image" Target="../media/image103.png"/><Relationship Id="rId30" Type="http://schemas.openxmlformats.org/officeDocument/2006/relationships/image" Target="../media/image104.png"/><Relationship Id="rId31" Type="http://schemas.openxmlformats.org/officeDocument/2006/relationships/image" Target="../media/image105.png"/><Relationship Id="rId32" Type="http://schemas.openxmlformats.org/officeDocument/2006/relationships/image" Target="../media/image106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7.png"/><Relationship Id="rId3" Type="http://schemas.openxmlformats.org/officeDocument/2006/relationships/image" Target="../media/image108.png"/><Relationship Id="rId4" Type="http://schemas.openxmlformats.org/officeDocument/2006/relationships/image" Target="../media/image37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82.png"/><Relationship Id="rId8" Type="http://schemas.openxmlformats.org/officeDocument/2006/relationships/image" Target="../media/image6.png"/><Relationship Id="rId9" Type="http://schemas.openxmlformats.org/officeDocument/2006/relationships/image" Target="../media/image83.png"/><Relationship Id="rId10" Type="http://schemas.openxmlformats.org/officeDocument/2006/relationships/image" Target="../media/image109.png"/><Relationship Id="rId11" Type="http://schemas.openxmlformats.org/officeDocument/2006/relationships/image" Target="../media/image110.png"/><Relationship Id="rId12" Type="http://schemas.openxmlformats.org/officeDocument/2006/relationships/image" Target="../media/image111.png"/><Relationship Id="rId13" Type="http://schemas.openxmlformats.org/officeDocument/2006/relationships/image" Target="../media/image112.png"/><Relationship Id="rId14" Type="http://schemas.openxmlformats.org/officeDocument/2006/relationships/image" Target="../media/image113.png"/><Relationship Id="rId15" Type="http://schemas.openxmlformats.org/officeDocument/2006/relationships/image" Target="../media/image114.png"/><Relationship Id="rId16" Type="http://schemas.openxmlformats.org/officeDocument/2006/relationships/image" Target="../media/image115.png"/><Relationship Id="rId17" Type="http://schemas.openxmlformats.org/officeDocument/2006/relationships/image" Target="../media/image116.png"/><Relationship Id="rId18" Type="http://schemas.openxmlformats.org/officeDocument/2006/relationships/image" Target="../media/image117.png"/><Relationship Id="rId19" Type="http://schemas.openxmlformats.org/officeDocument/2006/relationships/image" Target="../media/image118.png"/><Relationship Id="rId20" Type="http://schemas.openxmlformats.org/officeDocument/2006/relationships/image" Target="../media/image119.png"/><Relationship Id="rId21" Type="http://schemas.openxmlformats.org/officeDocument/2006/relationships/image" Target="../media/image120.png"/><Relationship Id="rId22" Type="http://schemas.openxmlformats.org/officeDocument/2006/relationships/image" Target="../media/image121.png"/><Relationship Id="rId23" Type="http://schemas.openxmlformats.org/officeDocument/2006/relationships/image" Target="../media/image122.png"/><Relationship Id="rId24" Type="http://schemas.openxmlformats.org/officeDocument/2006/relationships/image" Target="../media/image123.png"/><Relationship Id="rId25" Type="http://schemas.openxmlformats.org/officeDocument/2006/relationships/image" Target="../media/image124.png"/><Relationship Id="rId26" Type="http://schemas.openxmlformats.org/officeDocument/2006/relationships/image" Target="../media/image125.png"/><Relationship Id="rId27" Type="http://schemas.openxmlformats.org/officeDocument/2006/relationships/image" Target="../media/image126.png"/><Relationship Id="rId28" Type="http://schemas.openxmlformats.org/officeDocument/2006/relationships/image" Target="../media/image127.png"/><Relationship Id="rId29" Type="http://schemas.openxmlformats.org/officeDocument/2006/relationships/image" Target="../media/image128.png"/><Relationship Id="rId30" Type="http://schemas.openxmlformats.org/officeDocument/2006/relationships/image" Target="../media/image129.png"/><Relationship Id="rId31" Type="http://schemas.openxmlformats.org/officeDocument/2006/relationships/image" Target="../media/image130.png"/><Relationship Id="rId32" Type="http://schemas.openxmlformats.org/officeDocument/2006/relationships/image" Target="../media/image131.png"/><Relationship Id="rId33" Type="http://schemas.openxmlformats.org/officeDocument/2006/relationships/image" Target="../media/image132.png"/><Relationship Id="rId34" Type="http://schemas.openxmlformats.org/officeDocument/2006/relationships/image" Target="../media/image133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7.png"/><Relationship Id="rId3" Type="http://schemas.openxmlformats.org/officeDocument/2006/relationships/image" Target="../media/image108.png"/><Relationship Id="rId4" Type="http://schemas.openxmlformats.org/officeDocument/2006/relationships/image" Target="../media/image134.png"/><Relationship Id="rId5" Type="http://schemas.openxmlformats.org/officeDocument/2006/relationships/image" Target="../media/image37.png"/><Relationship Id="rId6" Type="http://schemas.openxmlformats.org/officeDocument/2006/relationships/image" Target="../media/image3.png"/><Relationship Id="rId7" Type="http://schemas.openxmlformats.org/officeDocument/2006/relationships/image" Target="../media/image135.png"/><Relationship Id="rId8" Type="http://schemas.openxmlformats.org/officeDocument/2006/relationships/image" Target="../media/image38.png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image" Target="../media/image136.png"/><Relationship Id="rId12" Type="http://schemas.openxmlformats.org/officeDocument/2006/relationships/image" Target="../media/image137.png"/><Relationship Id="rId13" Type="http://schemas.openxmlformats.org/officeDocument/2006/relationships/image" Target="../media/image138.png"/><Relationship Id="rId14" Type="http://schemas.openxmlformats.org/officeDocument/2006/relationships/image" Target="../media/image139.png"/><Relationship Id="rId15" Type="http://schemas.openxmlformats.org/officeDocument/2006/relationships/image" Target="../media/image89.png"/><Relationship Id="rId16" Type="http://schemas.openxmlformats.org/officeDocument/2006/relationships/image" Target="../media/image140.png"/><Relationship Id="rId17" Type="http://schemas.openxmlformats.org/officeDocument/2006/relationships/image" Target="../media/image141.png"/><Relationship Id="rId18" Type="http://schemas.openxmlformats.org/officeDocument/2006/relationships/image" Target="../media/image142.png"/><Relationship Id="rId19" Type="http://schemas.openxmlformats.org/officeDocument/2006/relationships/image" Target="../media/image143.png"/><Relationship Id="rId20" Type="http://schemas.openxmlformats.org/officeDocument/2006/relationships/image" Target="../media/image144.png"/><Relationship Id="rId21" Type="http://schemas.openxmlformats.org/officeDocument/2006/relationships/image" Target="../media/image145.png"/><Relationship Id="rId22" Type="http://schemas.openxmlformats.org/officeDocument/2006/relationships/image" Target="../media/image146.png"/><Relationship Id="rId23" Type="http://schemas.openxmlformats.org/officeDocument/2006/relationships/image" Target="../media/image147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8.png"/><Relationship Id="rId3" Type="http://schemas.openxmlformats.org/officeDocument/2006/relationships/image" Target="../media/image149.png"/><Relationship Id="rId4" Type="http://schemas.openxmlformats.org/officeDocument/2006/relationships/image" Target="../media/image150.png"/><Relationship Id="rId5" Type="http://schemas.openxmlformats.org/officeDocument/2006/relationships/image" Target="../media/image151.png"/><Relationship Id="rId6" Type="http://schemas.openxmlformats.org/officeDocument/2006/relationships/image" Target="../media/image152.png"/><Relationship Id="rId7" Type="http://schemas.openxmlformats.org/officeDocument/2006/relationships/image" Target="../media/image37.png"/><Relationship Id="rId8" Type="http://schemas.openxmlformats.org/officeDocument/2006/relationships/image" Target="../media/image3.png"/><Relationship Id="rId9" Type="http://schemas.openxmlformats.org/officeDocument/2006/relationships/image" Target="../media/image153.png"/><Relationship Id="rId10" Type="http://schemas.openxmlformats.org/officeDocument/2006/relationships/image" Target="../media/image38.png"/><Relationship Id="rId11" Type="http://schemas.openxmlformats.org/officeDocument/2006/relationships/image" Target="../media/image6.png"/><Relationship Id="rId12" Type="http://schemas.openxmlformats.org/officeDocument/2006/relationships/image" Target="../media/image7.png"/><Relationship Id="rId13" Type="http://schemas.openxmlformats.org/officeDocument/2006/relationships/image" Target="../media/image154.png"/><Relationship Id="rId14" Type="http://schemas.openxmlformats.org/officeDocument/2006/relationships/image" Target="../media/image155.png"/><Relationship Id="rId15" Type="http://schemas.openxmlformats.org/officeDocument/2006/relationships/image" Target="../media/image156.png"/><Relationship Id="rId16" Type="http://schemas.openxmlformats.org/officeDocument/2006/relationships/image" Target="../media/image157.png"/><Relationship Id="rId17" Type="http://schemas.openxmlformats.org/officeDocument/2006/relationships/image" Target="../media/image158.png"/><Relationship Id="rId18" Type="http://schemas.openxmlformats.org/officeDocument/2006/relationships/image" Target="../media/image159.png"/><Relationship Id="rId19" Type="http://schemas.openxmlformats.org/officeDocument/2006/relationships/image" Target="../media/image160.png"/><Relationship Id="rId20" Type="http://schemas.openxmlformats.org/officeDocument/2006/relationships/image" Target="../media/image161.png"/><Relationship Id="rId21" Type="http://schemas.openxmlformats.org/officeDocument/2006/relationships/image" Target="../media/image162.png"/><Relationship Id="rId22" Type="http://schemas.openxmlformats.org/officeDocument/2006/relationships/image" Target="../media/image163.png"/><Relationship Id="rId23" Type="http://schemas.openxmlformats.org/officeDocument/2006/relationships/image" Target="../media/image164.png"/><Relationship Id="rId24" Type="http://schemas.openxmlformats.org/officeDocument/2006/relationships/image" Target="../media/image165.png"/><Relationship Id="rId25" Type="http://schemas.openxmlformats.org/officeDocument/2006/relationships/image" Target="../media/image166.png"/><Relationship Id="rId26" Type="http://schemas.openxmlformats.org/officeDocument/2006/relationships/image" Target="../media/image167.png"/><Relationship Id="rId27" Type="http://schemas.openxmlformats.org/officeDocument/2006/relationships/image" Target="../media/image168.png"/><Relationship Id="rId28" Type="http://schemas.openxmlformats.org/officeDocument/2006/relationships/image" Target="../media/image169.png"/><Relationship Id="rId29" Type="http://schemas.openxmlformats.org/officeDocument/2006/relationships/image" Target="../media/image170.png"/><Relationship Id="rId30" Type="http://schemas.openxmlformats.org/officeDocument/2006/relationships/image" Target="../media/image171.png"/><Relationship Id="rId31" Type="http://schemas.openxmlformats.org/officeDocument/2006/relationships/image" Target="../media/image172.png"/><Relationship Id="rId32" Type="http://schemas.openxmlformats.org/officeDocument/2006/relationships/image" Target="../media/image173.png"/><Relationship Id="rId33" Type="http://schemas.openxmlformats.org/officeDocument/2006/relationships/image" Target="../media/image174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5.png"/><Relationship Id="rId3" Type="http://schemas.openxmlformats.org/officeDocument/2006/relationships/image" Target="../media/image176.png"/><Relationship Id="rId4" Type="http://schemas.openxmlformats.org/officeDocument/2006/relationships/image" Target="../media/image177.png"/><Relationship Id="rId5" Type="http://schemas.openxmlformats.org/officeDocument/2006/relationships/image" Target="../media/image178.png"/><Relationship Id="rId6" Type="http://schemas.openxmlformats.org/officeDocument/2006/relationships/image" Target="../media/image179.png"/><Relationship Id="rId7" Type="http://schemas.openxmlformats.org/officeDocument/2006/relationships/image" Target="../media/image180.png"/><Relationship Id="rId8" Type="http://schemas.openxmlformats.org/officeDocument/2006/relationships/image" Target="../media/image3.png"/><Relationship Id="rId9" Type="http://schemas.openxmlformats.org/officeDocument/2006/relationships/image" Target="../media/image181.png"/><Relationship Id="rId10" Type="http://schemas.openxmlformats.org/officeDocument/2006/relationships/image" Target="../media/image182.png"/><Relationship Id="rId11" Type="http://schemas.openxmlformats.org/officeDocument/2006/relationships/image" Target="../media/image183.png"/><Relationship Id="rId12" Type="http://schemas.openxmlformats.org/officeDocument/2006/relationships/image" Target="../media/image7.png"/><Relationship Id="rId13" Type="http://schemas.openxmlformats.org/officeDocument/2006/relationships/image" Target="../media/image184.png"/><Relationship Id="rId14" Type="http://schemas.openxmlformats.org/officeDocument/2006/relationships/image" Target="../media/image185.png"/><Relationship Id="rId15" Type="http://schemas.openxmlformats.org/officeDocument/2006/relationships/image" Target="../media/image186.png"/><Relationship Id="rId16" Type="http://schemas.openxmlformats.org/officeDocument/2006/relationships/image" Target="../media/image187.png"/><Relationship Id="rId17" Type="http://schemas.openxmlformats.org/officeDocument/2006/relationships/image" Target="../media/image188.png"/><Relationship Id="rId18" Type="http://schemas.openxmlformats.org/officeDocument/2006/relationships/image" Target="../media/image189.png"/><Relationship Id="rId19" Type="http://schemas.openxmlformats.org/officeDocument/2006/relationships/image" Target="../media/image190.png"/><Relationship Id="rId20" Type="http://schemas.openxmlformats.org/officeDocument/2006/relationships/image" Target="../media/image191.png"/><Relationship Id="rId21" Type="http://schemas.openxmlformats.org/officeDocument/2006/relationships/image" Target="../media/image192.png"/><Relationship Id="rId22" Type="http://schemas.openxmlformats.org/officeDocument/2006/relationships/image" Target="../media/image193.png"/><Relationship Id="rId23" Type="http://schemas.openxmlformats.org/officeDocument/2006/relationships/image" Target="../media/image194.png"/><Relationship Id="rId24" Type="http://schemas.openxmlformats.org/officeDocument/2006/relationships/image" Target="../media/image195.png"/><Relationship Id="rId25" Type="http://schemas.openxmlformats.org/officeDocument/2006/relationships/image" Target="../media/image196.png"/><Relationship Id="rId26" Type="http://schemas.openxmlformats.org/officeDocument/2006/relationships/image" Target="../media/image197.png"/><Relationship Id="rId27" Type="http://schemas.openxmlformats.org/officeDocument/2006/relationships/image" Target="../media/image198.png"/><Relationship Id="rId28" Type="http://schemas.openxmlformats.org/officeDocument/2006/relationships/image" Target="../media/image199.png"/><Relationship Id="rId29" Type="http://schemas.openxmlformats.org/officeDocument/2006/relationships/image" Target="../media/image200.png"/><Relationship Id="rId30" Type="http://schemas.openxmlformats.org/officeDocument/2006/relationships/image" Target="../media/image201.png"/><Relationship Id="rId31" Type="http://schemas.openxmlformats.org/officeDocument/2006/relationships/image" Target="../media/image202.png"/><Relationship Id="rId32" Type="http://schemas.openxmlformats.org/officeDocument/2006/relationships/image" Target="../media/image203.png"/><Relationship Id="rId33" Type="http://schemas.openxmlformats.org/officeDocument/2006/relationships/image" Target="../media/image204.png"/><Relationship Id="rId34" Type="http://schemas.openxmlformats.org/officeDocument/2006/relationships/image" Target="../media/image205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8.png"/><Relationship Id="rId3" Type="http://schemas.openxmlformats.org/officeDocument/2006/relationships/image" Target="../media/image206.png"/><Relationship Id="rId4" Type="http://schemas.openxmlformats.org/officeDocument/2006/relationships/image" Target="../media/image150.png"/><Relationship Id="rId5" Type="http://schemas.openxmlformats.org/officeDocument/2006/relationships/image" Target="../media/image151.png"/><Relationship Id="rId6" Type="http://schemas.openxmlformats.org/officeDocument/2006/relationships/image" Target="../media/image207.png"/><Relationship Id="rId7" Type="http://schemas.openxmlformats.org/officeDocument/2006/relationships/image" Target="../media/image180.png"/><Relationship Id="rId8" Type="http://schemas.openxmlformats.org/officeDocument/2006/relationships/image" Target="../media/image3.png"/><Relationship Id="rId9" Type="http://schemas.openxmlformats.org/officeDocument/2006/relationships/image" Target="../media/image208.png"/><Relationship Id="rId10" Type="http://schemas.openxmlformats.org/officeDocument/2006/relationships/image" Target="../media/image182.png"/><Relationship Id="rId11" Type="http://schemas.openxmlformats.org/officeDocument/2006/relationships/image" Target="../media/image183.png"/><Relationship Id="rId12" Type="http://schemas.openxmlformats.org/officeDocument/2006/relationships/image" Target="../media/image7.png"/><Relationship Id="rId13" Type="http://schemas.openxmlformats.org/officeDocument/2006/relationships/image" Target="../media/image209.png"/><Relationship Id="rId14" Type="http://schemas.openxmlformats.org/officeDocument/2006/relationships/image" Target="../media/image210.png"/><Relationship Id="rId15" Type="http://schemas.openxmlformats.org/officeDocument/2006/relationships/image" Target="../media/image211.png"/><Relationship Id="rId16" Type="http://schemas.openxmlformats.org/officeDocument/2006/relationships/image" Target="../media/image212.png"/><Relationship Id="rId17" Type="http://schemas.openxmlformats.org/officeDocument/2006/relationships/image" Target="../media/image213.png"/><Relationship Id="rId18" Type="http://schemas.openxmlformats.org/officeDocument/2006/relationships/image" Target="../media/image214.png"/><Relationship Id="rId19" Type="http://schemas.openxmlformats.org/officeDocument/2006/relationships/image" Target="../media/image215.png"/><Relationship Id="rId20" Type="http://schemas.openxmlformats.org/officeDocument/2006/relationships/image" Target="../media/image216.png"/><Relationship Id="rId21" Type="http://schemas.openxmlformats.org/officeDocument/2006/relationships/image" Target="../media/image217.png"/><Relationship Id="rId22" Type="http://schemas.openxmlformats.org/officeDocument/2006/relationships/image" Target="../media/image184.png"/><Relationship Id="rId23" Type="http://schemas.openxmlformats.org/officeDocument/2006/relationships/image" Target="../media/image218.png"/><Relationship Id="rId24" Type="http://schemas.openxmlformats.org/officeDocument/2006/relationships/image" Target="../media/image219.png"/><Relationship Id="rId25" Type="http://schemas.openxmlformats.org/officeDocument/2006/relationships/image" Target="../media/image220.png"/><Relationship Id="rId26" Type="http://schemas.openxmlformats.org/officeDocument/2006/relationships/image" Target="../media/image221.png"/><Relationship Id="rId27" Type="http://schemas.openxmlformats.org/officeDocument/2006/relationships/image" Target="../media/image222.png"/><Relationship Id="rId28" Type="http://schemas.openxmlformats.org/officeDocument/2006/relationships/image" Target="../media/image223.png"/><Relationship Id="rId29" Type="http://schemas.openxmlformats.org/officeDocument/2006/relationships/image" Target="../media/image224.png"/><Relationship Id="rId30" Type="http://schemas.openxmlformats.org/officeDocument/2006/relationships/image" Target="../media/image225.png"/><Relationship Id="rId31" Type="http://schemas.openxmlformats.org/officeDocument/2006/relationships/image" Target="../media/image226.png"/><Relationship Id="rId32" Type="http://schemas.openxmlformats.org/officeDocument/2006/relationships/image" Target="../media/image227.png"/><Relationship Id="rId33" Type="http://schemas.openxmlformats.org/officeDocument/2006/relationships/image" Target="../media/image228.png"/><Relationship Id="rId34" Type="http://schemas.openxmlformats.org/officeDocument/2006/relationships/image" Target="../media/image229.png"/><Relationship Id="rId35" Type="http://schemas.openxmlformats.org/officeDocument/2006/relationships/image" Target="../media/image230.png"/><Relationship Id="rId36" Type="http://schemas.openxmlformats.org/officeDocument/2006/relationships/image" Target="../media/image231.png"/><Relationship Id="rId37" Type="http://schemas.openxmlformats.org/officeDocument/2006/relationships/image" Target="../media/image232.png"/><Relationship Id="rId38" Type="http://schemas.openxmlformats.org/officeDocument/2006/relationships/image" Target="../media/image233.png"/><Relationship Id="rId39" Type="http://schemas.openxmlformats.org/officeDocument/2006/relationships/image" Target="../media/image234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5.png"/><Relationship Id="rId3" Type="http://schemas.openxmlformats.org/officeDocument/2006/relationships/image" Target="../media/image236.png"/><Relationship Id="rId4" Type="http://schemas.openxmlformats.org/officeDocument/2006/relationships/image" Target="../media/image237.png"/><Relationship Id="rId5" Type="http://schemas.openxmlformats.org/officeDocument/2006/relationships/image" Target="../media/image238.png"/><Relationship Id="rId6" Type="http://schemas.openxmlformats.org/officeDocument/2006/relationships/image" Target="../media/image180.png"/><Relationship Id="rId7" Type="http://schemas.openxmlformats.org/officeDocument/2006/relationships/image" Target="../media/image3.png"/><Relationship Id="rId8" Type="http://schemas.openxmlformats.org/officeDocument/2006/relationships/image" Target="../media/image239.png"/><Relationship Id="rId9" Type="http://schemas.openxmlformats.org/officeDocument/2006/relationships/image" Target="../media/image182.png"/><Relationship Id="rId10" Type="http://schemas.openxmlformats.org/officeDocument/2006/relationships/image" Target="../media/image183.png"/><Relationship Id="rId11" Type="http://schemas.openxmlformats.org/officeDocument/2006/relationships/image" Target="../media/image7.png"/><Relationship Id="rId12" Type="http://schemas.openxmlformats.org/officeDocument/2006/relationships/image" Target="../media/image240.png"/><Relationship Id="rId13" Type="http://schemas.openxmlformats.org/officeDocument/2006/relationships/image" Target="../media/image241.png"/><Relationship Id="rId14" Type="http://schemas.openxmlformats.org/officeDocument/2006/relationships/image" Target="../media/image242.png"/><Relationship Id="rId15" Type="http://schemas.openxmlformats.org/officeDocument/2006/relationships/image" Target="../media/image243.png"/><Relationship Id="rId16" Type="http://schemas.openxmlformats.org/officeDocument/2006/relationships/image" Target="../media/image244.png"/><Relationship Id="rId17" Type="http://schemas.openxmlformats.org/officeDocument/2006/relationships/image" Target="../media/image245.png"/><Relationship Id="rId18" Type="http://schemas.openxmlformats.org/officeDocument/2006/relationships/image" Target="../media/image246.png"/><Relationship Id="rId19" Type="http://schemas.openxmlformats.org/officeDocument/2006/relationships/image" Target="../media/image247.png"/><Relationship Id="rId20" Type="http://schemas.openxmlformats.org/officeDocument/2006/relationships/image" Target="../media/image248.png"/><Relationship Id="rId21" Type="http://schemas.openxmlformats.org/officeDocument/2006/relationships/image" Target="../media/image249.png"/><Relationship Id="rId22" Type="http://schemas.openxmlformats.org/officeDocument/2006/relationships/image" Target="../media/image250.png"/><Relationship Id="rId23" Type="http://schemas.openxmlformats.org/officeDocument/2006/relationships/image" Target="../media/image251.png"/><Relationship Id="rId24" Type="http://schemas.openxmlformats.org/officeDocument/2006/relationships/image" Target="../media/image252.png"/><Relationship Id="rId25" Type="http://schemas.openxmlformats.org/officeDocument/2006/relationships/image" Target="../media/image228.png"/><Relationship Id="rId26" Type="http://schemas.openxmlformats.org/officeDocument/2006/relationships/image" Target="../media/image253.png"/><Relationship Id="rId27" Type="http://schemas.openxmlformats.org/officeDocument/2006/relationships/image" Target="../media/image254.png"/><Relationship Id="rId28" Type="http://schemas.openxmlformats.org/officeDocument/2006/relationships/image" Target="../media/image255.png"/><Relationship Id="rId29" Type="http://schemas.openxmlformats.org/officeDocument/2006/relationships/image" Target="../media/image256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5.png"/><Relationship Id="rId3" Type="http://schemas.openxmlformats.org/officeDocument/2006/relationships/image" Target="../media/image257.png"/><Relationship Id="rId4" Type="http://schemas.openxmlformats.org/officeDocument/2006/relationships/image" Target="../media/image258.png"/><Relationship Id="rId5" Type="http://schemas.openxmlformats.org/officeDocument/2006/relationships/image" Target="../media/image259.png"/><Relationship Id="rId6" Type="http://schemas.openxmlformats.org/officeDocument/2006/relationships/image" Target="../media/image180.png"/><Relationship Id="rId7" Type="http://schemas.openxmlformats.org/officeDocument/2006/relationships/image" Target="../media/image3.png"/><Relationship Id="rId8" Type="http://schemas.openxmlformats.org/officeDocument/2006/relationships/image" Target="../media/image260.png"/><Relationship Id="rId9" Type="http://schemas.openxmlformats.org/officeDocument/2006/relationships/image" Target="../media/image182.png"/><Relationship Id="rId10" Type="http://schemas.openxmlformats.org/officeDocument/2006/relationships/image" Target="../media/image183.png"/><Relationship Id="rId11" Type="http://schemas.openxmlformats.org/officeDocument/2006/relationships/image" Target="../media/image7.png"/><Relationship Id="rId12" Type="http://schemas.openxmlformats.org/officeDocument/2006/relationships/image" Target="../media/image261.png"/><Relationship Id="rId13" Type="http://schemas.openxmlformats.org/officeDocument/2006/relationships/image" Target="../media/image262.png"/><Relationship Id="rId14" Type="http://schemas.openxmlformats.org/officeDocument/2006/relationships/image" Target="../media/image263.png"/><Relationship Id="rId15" Type="http://schemas.openxmlformats.org/officeDocument/2006/relationships/image" Target="../media/image264.png"/><Relationship Id="rId16" Type="http://schemas.openxmlformats.org/officeDocument/2006/relationships/image" Target="../media/image265.png"/><Relationship Id="rId17" Type="http://schemas.openxmlformats.org/officeDocument/2006/relationships/image" Target="../media/image228.png"/><Relationship Id="rId18" Type="http://schemas.openxmlformats.org/officeDocument/2006/relationships/image" Target="../media/image266.png"/><Relationship Id="rId19" Type="http://schemas.openxmlformats.org/officeDocument/2006/relationships/image" Target="../media/image267.png"/><Relationship Id="rId20" Type="http://schemas.openxmlformats.org/officeDocument/2006/relationships/image" Target="../media/image268.png"/><Relationship Id="rId21" Type="http://schemas.openxmlformats.org/officeDocument/2006/relationships/image" Target="../media/image269.png"/><Relationship Id="rId22" Type="http://schemas.openxmlformats.org/officeDocument/2006/relationships/image" Target="../media/image270.png"/><Relationship Id="rId23" Type="http://schemas.openxmlformats.org/officeDocument/2006/relationships/image" Target="../media/image249.png"/><Relationship Id="rId24" Type="http://schemas.openxmlformats.org/officeDocument/2006/relationships/image" Target="../media/image271.png"/><Relationship Id="rId25" Type="http://schemas.openxmlformats.org/officeDocument/2006/relationships/image" Target="../media/image272.png"/><Relationship Id="rId26" Type="http://schemas.openxmlformats.org/officeDocument/2006/relationships/image" Target="../media/image273.png"/><Relationship Id="rId27" Type="http://schemas.openxmlformats.org/officeDocument/2006/relationships/image" Target="../media/image274.png"/><Relationship Id="rId28" Type="http://schemas.openxmlformats.org/officeDocument/2006/relationships/image" Target="../media/image275.png"/><Relationship Id="rId29" Type="http://schemas.openxmlformats.org/officeDocument/2006/relationships/image" Target="../media/image276.png"/><Relationship Id="rId30" Type="http://schemas.openxmlformats.org/officeDocument/2006/relationships/image" Target="../media/image277.png"/><Relationship Id="rId31" Type="http://schemas.openxmlformats.org/officeDocument/2006/relationships/image" Target="../media/image278.png"/><Relationship Id="rId32" Type="http://schemas.openxmlformats.org/officeDocument/2006/relationships/image" Target="../media/image279.png"/><Relationship Id="rId33" Type="http://schemas.openxmlformats.org/officeDocument/2006/relationships/image" Target="../media/image280.png"/><Relationship Id="rId34" Type="http://schemas.openxmlformats.org/officeDocument/2006/relationships/image" Target="../media/image281.png"/><Relationship Id="rId35" Type="http://schemas.openxmlformats.org/officeDocument/2006/relationships/image" Target="../media/image282.png"/><Relationship Id="rId36" Type="http://schemas.openxmlformats.org/officeDocument/2006/relationships/image" Target="../media/image283.png"/><Relationship Id="rId37" Type="http://schemas.openxmlformats.org/officeDocument/2006/relationships/image" Target="../media/image284.png"/><Relationship Id="rId38" Type="http://schemas.openxmlformats.org/officeDocument/2006/relationships/image" Target="../media/image285.png"/><Relationship Id="rId39" Type="http://schemas.openxmlformats.org/officeDocument/2006/relationships/image" Target="../media/image286.png"/><Relationship Id="rId40" Type="http://schemas.openxmlformats.org/officeDocument/2006/relationships/image" Target="../media/image287.png"/><Relationship Id="rId41" Type="http://schemas.openxmlformats.org/officeDocument/2006/relationships/image" Target="../media/image288.png"/><Relationship Id="rId42" Type="http://schemas.openxmlformats.org/officeDocument/2006/relationships/image" Target="../media/image133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9.png"/><Relationship Id="rId3" Type="http://schemas.openxmlformats.org/officeDocument/2006/relationships/image" Target="../media/image290.png"/><Relationship Id="rId4" Type="http://schemas.openxmlformats.org/officeDocument/2006/relationships/image" Target="../media/image291.png"/><Relationship Id="rId5" Type="http://schemas.openxmlformats.org/officeDocument/2006/relationships/image" Target="../media/image180.png"/><Relationship Id="rId6" Type="http://schemas.openxmlformats.org/officeDocument/2006/relationships/image" Target="../media/image3.png"/><Relationship Id="rId7" Type="http://schemas.openxmlformats.org/officeDocument/2006/relationships/image" Target="../media/image292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7.png"/><Relationship Id="rId11" Type="http://schemas.openxmlformats.org/officeDocument/2006/relationships/image" Target="../media/image293.png"/><Relationship Id="rId12" Type="http://schemas.openxmlformats.org/officeDocument/2006/relationships/image" Target="../media/image249.png"/><Relationship Id="rId13" Type="http://schemas.openxmlformats.org/officeDocument/2006/relationships/image" Target="../media/image294.png"/><Relationship Id="rId14" Type="http://schemas.openxmlformats.org/officeDocument/2006/relationships/image" Target="../media/image295.png"/><Relationship Id="rId15" Type="http://schemas.openxmlformats.org/officeDocument/2006/relationships/image" Target="../media/image296.png"/><Relationship Id="rId16" Type="http://schemas.openxmlformats.org/officeDocument/2006/relationships/image" Target="../media/image297.png"/><Relationship Id="rId17" Type="http://schemas.openxmlformats.org/officeDocument/2006/relationships/image" Target="../media/image298.png"/><Relationship Id="rId18" Type="http://schemas.openxmlformats.org/officeDocument/2006/relationships/image" Target="../media/image299.png"/><Relationship Id="rId19" Type="http://schemas.openxmlformats.org/officeDocument/2006/relationships/image" Target="../media/image300.png"/><Relationship Id="rId20" Type="http://schemas.openxmlformats.org/officeDocument/2006/relationships/image" Target="../media/image301.png"/><Relationship Id="rId21" Type="http://schemas.openxmlformats.org/officeDocument/2006/relationships/image" Target="../media/image302.png"/><Relationship Id="rId22" Type="http://schemas.openxmlformats.org/officeDocument/2006/relationships/image" Target="../media/image303.png"/><Relationship Id="rId23" Type="http://schemas.openxmlformats.org/officeDocument/2006/relationships/image" Target="../media/image304.png"/><Relationship Id="rId24" Type="http://schemas.openxmlformats.org/officeDocument/2006/relationships/image" Target="../media/image305.png"/><Relationship Id="rId25" Type="http://schemas.openxmlformats.org/officeDocument/2006/relationships/image" Target="../media/image306.png"/><Relationship Id="rId26" Type="http://schemas.openxmlformats.org/officeDocument/2006/relationships/image" Target="../media/image307.png"/><Relationship Id="rId27" Type="http://schemas.openxmlformats.org/officeDocument/2006/relationships/image" Target="../media/image308.png"/><Relationship Id="rId28" Type="http://schemas.openxmlformats.org/officeDocument/2006/relationships/image" Target="../media/image309.png"/><Relationship Id="rId29" Type="http://schemas.openxmlformats.org/officeDocument/2006/relationships/image" Target="../media/image310.png"/><Relationship Id="rId30" Type="http://schemas.openxmlformats.org/officeDocument/2006/relationships/image" Target="../media/image311.png"/><Relationship Id="rId31" Type="http://schemas.openxmlformats.org/officeDocument/2006/relationships/image" Target="../media/image312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89.png"/><Relationship Id="rId3" Type="http://schemas.openxmlformats.org/officeDocument/2006/relationships/image" Target="../media/image180.png"/><Relationship Id="rId4" Type="http://schemas.openxmlformats.org/officeDocument/2006/relationships/image" Target="../media/image3.png"/><Relationship Id="rId5" Type="http://schemas.openxmlformats.org/officeDocument/2006/relationships/image" Target="../media/image313.png"/><Relationship Id="rId6" Type="http://schemas.openxmlformats.org/officeDocument/2006/relationships/image" Target="../media/image182.png"/><Relationship Id="rId7" Type="http://schemas.openxmlformats.org/officeDocument/2006/relationships/image" Target="../media/image183.png"/><Relationship Id="rId8" Type="http://schemas.openxmlformats.org/officeDocument/2006/relationships/image" Target="../media/image7.png"/><Relationship Id="rId9" Type="http://schemas.openxmlformats.org/officeDocument/2006/relationships/image" Target="../media/image314.png"/><Relationship Id="rId10" Type="http://schemas.openxmlformats.org/officeDocument/2006/relationships/image" Target="../media/image315.png"/><Relationship Id="rId11" Type="http://schemas.openxmlformats.org/officeDocument/2006/relationships/image" Target="../media/image316.png"/><Relationship Id="rId12" Type="http://schemas.openxmlformats.org/officeDocument/2006/relationships/image" Target="../media/image317.png"/><Relationship Id="rId13" Type="http://schemas.openxmlformats.org/officeDocument/2006/relationships/image" Target="../media/image318.png"/><Relationship Id="rId14" Type="http://schemas.openxmlformats.org/officeDocument/2006/relationships/image" Target="../media/image319.png"/><Relationship Id="rId15" Type="http://schemas.openxmlformats.org/officeDocument/2006/relationships/image" Target="../media/image320.png"/><Relationship Id="rId16" Type="http://schemas.openxmlformats.org/officeDocument/2006/relationships/image" Target="../media/image321.png"/><Relationship Id="rId17" Type="http://schemas.openxmlformats.org/officeDocument/2006/relationships/image" Target="../media/image322.png"/><Relationship Id="rId18" Type="http://schemas.openxmlformats.org/officeDocument/2006/relationships/image" Target="../media/image323.png"/><Relationship Id="rId19" Type="http://schemas.openxmlformats.org/officeDocument/2006/relationships/image" Target="../media/image324.png"/><Relationship Id="rId20" Type="http://schemas.openxmlformats.org/officeDocument/2006/relationships/image" Target="../media/image325.png"/><Relationship Id="rId21" Type="http://schemas.openxmlformats.org/officeDocument/2006/relationships/image" Target="../media/image326.png"/><Relationship Id="rId22" Type="http://schemas.openxmlformats.org/officeDocument/2006/relationships/image" Target="../media/image327.png"/><Relationship Id="rId23" Type="http://schemas.openxmlformats.org/officeDocument/2006/relationships/image" Target="../media/image328.png"/><Relationship Id="rId24" Type="http://schemas.openxmlformats.org/officeDocument/2006/relationships/image" Target="../media/image329.png"/><Relationship Id="rId25" Type="http://schemas.openxmlformats.org/officeDocument/2006/relationships/image" Target="../media/image330.png"/><Relationship Id="rId26" Type="http://schemas.openxmlformats.org/officeDocument/2006/relationships/image" Target="../media/image331.png"/><Relationship Id="rId27" Type="http://schemas.openxmlformats.org/officeDocument/2006/relationships/image" Target="../media/image332.jpg"/><Relationship Id="rId28" Type="http://schemas.openxmlformats.org/officeDocument/2006/relationships/image" Target="../media/image333.png"/><Relationship Id="rId29" Type="http://schemas.openxmlformats.org/officeDocument/2006/relationships/image" Target="../media/image334.png"/><Relationship Id="rId30" Type="http://schemas.openxmlformats.org/officeDocument/2006/relationships/image" Target="../media/image335.png"/><Relationship Id="rId31" Type="http://schemas.openxmlformats.org/officeDocument/2006/relationships/image" Target="../media/image336.png"/><Relationship Id="rId32" Type="http://schemas.openxmlformats.org/officeDocument/2006/relationships/image" Target="../media/image337.png"/><Relationship Id="rId33" Type="http://schemas.openxmlformats.org/officeDocument/2006/relationships/image" Target="../media/image338.png"/><Relationship Id="rId34" Type="http://schemas.openxmlformats.org/officeDocument/2006/relationships/image" Target="../media/image339.png"/><Relationship Id="rId35" Type="http://schemas.openxmlformats.org/officeDocument/2006/relationships/image" Target="../media/image340.png"/><Relationship Id="rId36" Type="http://schemas.openxmlformats.org/officeDocument/2006/relationships/image" Target="../media/image341.png"/><Relationship Id="rId37" Type="http://schemas.openxmlformats.org/officeDocument/2006/relationships/image" Target="../media/image342.png"/><Relationship Id="rId38" Type="http://schemas.openxmlformats.org/officeDocument/2006/relationships/image" Target="../media/image343.png"/><Relationship Id="rId39" Type="http://schemas.openxmlformats.org/officeDocument/2006/relationships/image" Target="../media/image344.png"/><Relationship Id="rId40" Type="http://schemas.openxmlformats.org/officeDocument/2006/relationships/image" Target="../media/image345.png"/><Relationship Id="rId41" Type="http://schemas.openxmlformats.org/officeDocument/2006/relationships/image" Target="../media/image346.png"/><Relationship Id="rId42" Type="http://schemas.openxmlformats.org/officeDocument/2006/relationships/image" Target="../media/image347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597" y="741591"/>
            <a:ext cx="1097673" cy="96431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7595647" y="694924"/>
            <a:ext cx="266700" cy="183515"/>
            <a:chOff x="7595647" y="694924"/>
            <a:chExt cx="266700" cy="183515"/>
          </a:xfrm>
        </p:grpSpPr>
        <p:sp>
          <p:nvSpPr>
            <p:cNvPr id="4" name="object 4" descr=""/>
            <p:cNvSpPr/>
            <p:nvPr/>
          </p:nvSpPr>
          <p:spPr>
            <a:xfrm>
              <a:off x="7599832" y="699084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258064" y="149529"/>
                  </a:moveTo>
                  <a:lnTo>
                    <a:pt x="258064" y="25260"/>
                  </a:lnTo>
                  <a:lnTo>
                    <a:pt x="257302" y="21551"/>
                  </a:lnTo>
                  <a:lnTo>
                    <a:pt x="232765" y="0"/>
                  </a:lnTo>
                  <a:lnTo>
                    <a:pt x="25272" y="0"/>
                  </a:lnTo>
                  <a:lnTo>
                    <a:pt x="0" y="25260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73" y="174802"/>
                  </a:lnTo>
                  <a:lnTo>
                    <a:pt x="232765" y="174802"/>
                  </a:lnTo>
                  <a:lnTo>
                    <a:pt x="257302" y="153250"/>
                  </a:lnTo>
                  <a:lnTo>
                    <a:pt x="258064" y="149529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599807" y="699084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73"/>
                  </a:lnTo>
                  <a:lnTo>
                    <a:pt x="736" y="21551"/>
                  </a:lnTo>
                  <a:lnTo>
                    <a:pt x="2209" y="17983"/>
                  </a:lnTo>
                  <a:lnTo>
                    <a:pt x="3695" y="14414"/>
                  </a:lnTo>
                  <a:lnTo>
                    <a:pt x="5803" y="11264"/>
                  </a:lnTo>
                  <a:lnTo>
                    <a:pt x="8534" y="8534"/>
                  </a:lnTo>
                  <a:lnTo>
                    <a:pt x="11264" y="5791"/>
                  </a:lnTo>
                  <a:lnTo>
                    <a:pt x="14414" y="3695"/>
                  </a:lnTo>
                  <a:lnTo>
                    <a:pt x="17983" y="2209"/>
                  </a:lnTo>
                  <a:lnTo>
                    <a:pt x="21551" y="736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8917" y="0"/>
                  </a:lnTo>
                  <a:lnTo>
                    <a:pt x="232778" y="0"/>
                  </a:lnTo>
                  <a:lnTo>
                    <a:pt x="236499" y="736"/>
                  </a:lnTo>
                  <a:lnTo>
                    <a:pt x="240055" y="2209"/>
                  </a:lnTo>
                  <a:lnTo>
                    <a:pt x="243636" y="3695"/>
                  </a:lnTo>
                  <a:lnTo>
                    <a:pt x="246786" y="5791"/>
                  </a:lnTo>
                  <a:lnTo>
                    <a:pt x="249516" y="8534"/>
                  </a:lnTo>
                  <a:lnTo>
                    <a:pt x="252247" y="11264"/>
                  </a:lnTo>
                  <a:lnTo>
                    <a:pt x="254355" y="14414"/>
                  </a:lnTo>
                  <a:lnTo>
                    <a:pt x="255828" y="17983"/>
                  </a:lnTo>
                  <a:lnTo>
                    <a:pt x="257302" y="21551"/>
                  </a:lnTo>
                  <a:lnTo>
                    <a:pt x="258051" y="25273"/>
                  </a:lnTo>
                  <a:lnTo>
                    <a:pt x="258051" y="29133"/>
                  </a:lnTo>
                  <a:lnTo>
                    <a:pt x="258051" y="145669"/>
                  </a:lnTo>
                  <a:lnTo>
                    <a:pt x="258051" y="149529"/>
                  </a:lnTo>
                  <a:lnTo>
                    <a:pt x="257302" y="153250"/>
                  </a:lnTo>
                  <a:lnTo>
                    <a:pt x="255828" y="156819"/>
                  </a:lnTo>
                  <a:lnTo>
                    <a:pt x="254355" y="160388"/>
                  </a:lnTo>
                  <a:lnTo>
                    <a:pt x="252247" y="163537"/>
                  </a:lnTo>
                  <a:lnTo>
                    <a:pt x="249516" y="166268"/>
                  </a:lnTo>
                  <a:lnTo>
                    <a:pt x="246786" y="168998"/>
                  </a:lnTo>
                  <a:lnTo>
                    <a:pt x="243636" y="171107"/>
                  </a:lnTo>
                  <a:lnTo>
                    <a:pt x="240055" y="172580"/>
                  </a:lnTo>
                  <a:lnTo>
                    <a:pt x="236499" y="174066"/>
                  </a:lnTo>
                  <a:lnTo>
                    <a:pt x="232778" y="174802"/>
                  </a:lnTo>
                  <a:lnTo>
                    <a:pt x="228917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66"/>
                  </a:lnTo>
                  <a:lnTo>
                    <a:pt x="17983" y="172580"/>
                  </a:lnTo>
                  <a:lnTo>
                    <a:pt x="14414" y="171107"/>
                  </a:lnTo>
                  <a:lnTo>
                    <a:pt x="11264" y="168998"/>
                  </a:lnTo>
                  <a:lnTo>
                    <a:pt x="8534" y="166268"/>
                  </a:lnTo>
                  <a:lnTo>
                    <a:pt x="5803" y="163537"/>
                  </a:lnTo>
                  <a:lnTo>
                    <a:pt x="3695" y="160388"/>
                  </a:lnTo>
                  <a:lnTo>
                    <a:pt x="2209" y="156819"/>
                  </a:lnTo>
                  <a:lnTo>
                    <a:pt x="736" y="153250"/>
                  </a:lnTo>
                  <a:lnTo>
                    <a:pt x="0" y="149529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0FB88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75092" y="755408"/>
              <a:ext cx="112395" cy="64376"/>
            </a:xfrm>
            <a:prstGeom prst="rect">
              <a:avLst/>
            </a:prstGeom>
          </p:spPr>
        </p:pic>
      </p:grpSp>
      <p:grpSp>
        <p:nvGrpSpPr>
          <p:cNvPr id="7" name="object 7" descr=""/>
          <p:cNvGrpSpPr/>
          <p:nvPr/>
        </p:nvGrpSpPr>
        <p:grpSpPr>
          <a:xfrm>
            <a:off x="7928616" y="694924"/>
            <a:ext cx="274955" cy="183515"/>
            <a:chOff x="7928616" y="694924"/>
            <a:chExt cx="274955" cy="183515"/>
          </a:xfrm>
        </p:grpSpPr>
        <p:sp>
          <p:nvSpPr>
            <p:cNvPr id="8" name="object 8" descr=""/>
            <p:cNvSpPr/>
            <p:nvPr/>
          </p:nvSpPr>
          <p:spPr>
            <a:xfrm>
              <a:off x="7932800" y="699084"/>
              <a:ext cx="266700" cy="175260"/>
            </a:xfrm>
            <a:custGeom>
              <a:avLst/>
              <a:gdLst/>
              <a:ahLst/>
              <a:cxnLst/>
              <a:rect l="l" t="t" r="r" b="b"/>
              <a:pathLst>
                <a:path w="266700" h="175259">
                  <a:moveTo>
                    <a:pt x="266395" y="149529"/>
                  </a:moveTo>
                  <a:lnTo>
                    <a:pt x="266395" y="25260"/>
                  </a:lnTo>
                  <a:lnTo>
                    <a:pt x="265633" y="21551"/>
                  </a:lnTo>
                  <a:lnTo>
                    <a:pt x="241096" y="0"/>
                  </a:lnTo>
                  <a:lnTo>
                    <a:pt x="25298" y="0"/>
                  </a:lnTo>
                  <a:lnTo>
                    <a:pt x="0" y="25260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98" y="174802"/>
                  </a:lnTo>
                  <a:lnTo>
                    <a:pt x="241096" y="174802"/>
                  </a:lnTo>
                  <a:lnTo>
                    <a:pt x="265633" y="153250"/>
                  </a:lnTo>
                  <a:lnTo>
                    <a:pt x="266395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932775" y="699084"/>
              <a:ext cx="266700" cy="175260"/>
            </a:xfrm>
            <a:custGeom>
              <a:avLst/>
              <a:gdLst/>
              <a:ahLst/>
              <a:cxnLst/>
              <a:rect l="l" t="t" r="r" b="b"/>
              <a:pathLst>
                <a:path w="266700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73"/>
                  </a:lnTo>
                  <a:lnTo>
                    <a:pt x="736" y="21551"/>
                  </a:lnTo>
                  <a:lnTo>
                    <a:pt x="2209" y="17983"/>
                  </a:lnTo>
                  <a:lnTo>
                    <a:pt x="3695" y="14414"/>
                  </a:lnTo>
                  <a:lnTo>
                    <a:pt x="5803" y="11264"/>
                  </a:lnTo>
                  <a:lnTo>
                    <a:pt x="8534" y="8534"/>
                  </a:lnTo>
                  <a:lnTo>
                    <a:pt x="11264" y="5791"/>
                  </a:lnTo>
                  <a:lnTo>
                    <a:pt x="14414" y="3695"/>
                  </a:lnTo>
                  <a:lnTo>
                    <a:pt x="17983" y="2209"/>
                  </a:lnTo>
                  <a:lnTo>
                    <a:pt x="21551" y="736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37236" y="0"/>
                  </a:lnTo>
                  <a:lnTo>
                    <a:pt x="241096" y="0"/>
                  </a:lnTo>
                  <a:lnTo>
                    <a:pt x="244817" y="736"/>
                  </a:lnTo>
                  <a:lnTo>
                    <a:pt x="248386" y="2209"/>
                  </a:lnTo>
                  <a:lnTo>
                    <a:pt x="251955" y="3695"/>
                  </a:lnTo>
                  <a:lnTo>
                    <a:pt x="255104" y="5791"/>
                  </a:lnTo>
                  <a:lnTo>
                    <a:pt x="257835" y="8534"/>
                  </a:lnTo>
                  <a:lnTo>
                    <a:pt x="260565" y="11264"/>
                  </a:lnTo>
                  <a:lnTo>
                    <a:pt x="262674" y="14414"/>
                  </a:lnTo>
                  <a:lnTo>
                    <a:pt x="264147" y="17983"/>
                  </a:lnTo>
                  <a:lnTo>
                    <a:pt x="265633" y="21551"/>
                  </a:lnTo>
                  <a:lnTo>
                    <a:pt x="266369" y="25273"/>
                  </a:lnTo>
                  <a:lnTo>
                    <a:pt x="266369" y="29133"/>
                  </a:lnTo>
                  <a:lnTo>
                    <a:pt x="266369" y="145669"/>
                  </a:lnTo>
                  <a:lnTo>
                    <a:pt x="266369" y="149529"/>
                  </a:lnTo>
                  <a:lnTo>
                    <a:pt x="265633" y="153250"/>
                  </a:lnTo>
                  <a:lnTo>
                    <a:pt x="264147" y="156819"/>
                  </a:lnTo>
                  <a:lnTo>
                    <a:pt x="262674" y="160388"/>
                  </a:lnTo>
                  <a:lnTo>
                    <a:pt x="260565" y="163537"/>
                  </a:lnTo>
                  <a:lnTo>
                    <a:pt x="257835" y="166268"/>
                  </a:lnTo>
                  <a:lnTo>
                    <a:pt x="255104" y="168998"/>
                  </a:lnTo>
                  <a:lnTo>
                    <a:pt x="251955" y="171107"/>
                  </a:lnTo>
                  <a:lnTo>
                    <a:pt x="248386" y="172580"/>
                  </a:lnTo>
                  <a:lnTo>
                    <a:pt x="244817" y="174066"/>
                  </a:lnTo>
                  <a:lnTo>
                    <a:pt x="241096" y="174802"/>
                  </a:lnTo>
                  <a:lnTo>
                    <a:pt x="237236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66"/>
                  </a:lnTo>
                  <a:lnTo>
                    <a:pt x="17983" y="172580"/>
                  </a:lnTo>
                  <a:lnTo>
                    <a:pt x="14414" y="171107"/>
                  </a:lnTo>
                  <a:lnTo>
                    <a:pt x="11264" y="168998"/>
                  </a:lnTo>
                  <a:lnTo>
                    <a:pt x="8534" y="166268"/>
                  </a:lnTo>
                  <a:lnTo>
                    <a:pt x="5803" y="163537"/>
                  </a:lnTo>
                  <a:lnTo>
                    <a:pt x="3695" y="160388"/>
                  </a:lnTo>
                  <a:lnTo>
                    <a:pt x="2209" y="156819"/>
                  </a:lnTo>
                  <a:lnTo>
                    <a:pt x="736" y="153250"/>
                  </a:lnTo>
                  <a:lnTo>
                    <a:pt x="0" y="149529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12353" y="755408"/>
              <a:ext cx="108584" cy="64376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8269903" y="694924"/>
            <a:ext cx="258445" cy="183515"/>
            <a:chOff x="8269903" y="694924"/>
            <a:chExt cx="258445" cy="183515"/>
          </a:xfrm>
        </p:grpSpPr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74101" y="699084"/>
              <a:ext cx="249707" cy="174802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8274062" y="699084"/>
              <a:ext cx="250190" cy="175260"/>
            </a:xfrm>
            <a:custGeom>
              <a:avLst/>
              <a:gdLst/>
              <a:ahLst/>
              <a:cxnLst/>
              <a:rect l="l" t="t" r="r" b="b"/>
              <a:pathLst>
                <a:path w="250190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73"/>
                  </a:lnTo>
                  <a:lnTo>
                    <a:pt x="736" y="21551"/>
                  </a:lnTo>
                  <a:lnTo>
                    <a:pt x="2209" y="17983"/>
                  </a:lnTo>
                  <a:lnTo>
                    <a:pt x="3695" y="14414"/>
                  </a:lnTo>
                  <a:lnTo>
                    <a:pt x="5803" y="11264"/>
                  </a:lnTo>
                  <a:lnTo>
                    <a:pt x="8534" y="8534"/>
                  </a:lnTo>
                  <a:lnTo>
                    <a:pt x="11264" y="5791"/>
                  </a:lnTo>
                  <a:lnTo>
                    <a:pt x="14414" y="3695"/>
                  </a:lnTo>
                  <a:lnTo>
                    <a:pt x="17983" y="2209"/>
                  </a:lnTo>
                  <a:lnTo>
                    <a:pt x="21551" y="736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0586" y="0"/>
                  </a:lnTo>
                  <a:lnTo>
                    <a:pt x="224447" y="0"/>
                  </a:lnTo>
                  <a:lnTo>
                    <a:pt x="228168" y="736"/>
                  </a:lnTo>
                  <a:lnTo>
                    <a:pt x="247497" y="17983"/>
                  </a:lnTo>
                  <a:lnTo>
                    <a:pt x="248983" y="21551"/>
                  </a:lnTo>
                  <a:lnTo>
                    <a:pt x="249720" y="25273"/>
                  </a:lnTo>
                  <a:lnTo>
                    <a:pt x="249720" y="29133"/>
                  </a:lnTo>
                  <a:lnTo>
                    <a:pt x="249720" y="145669"/>
                  </a:lnTo>
                  <a:lnTo>
                    <a:pt x="249720" y="149529"/>
                  </a:lnTo>
                  <a:lnTo>
                    <a:pt x="248983" y="153250"/>
                  </a:lnTo>
                  <a:lnTo>
                    <a:pt x="247497" y="156819"/>
                  </a:lnTo>
                  <a:lnTo>
                    <a:pt x="246024" y="160388"/>
                  </a:lnTo>
                  <a:lnTo>
                    <a:pt x="231736" y="172580"/>
                  </a:lnTo>
                  <a:lnTo>
                    <a:pt x="228168" y="174066"/>
                  </a:lnTo>
                  <a:lnTo>
                    <a:pt x="224447" y="174802"/>
                  </a:lnTo>
                  <a:lnTo>
                    <a:pt x="220586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66"/>
                  </a:lnTo>
                  <a:lnTo>
                    <a:pt x="17983" y="172580"/>
                  </a:lnTo>
                  <a:lnTo>
                    <a:pt x="14414" y="171107"/>
                  </a:lnTo>
                  <a:lnTo>
                    <a:pt x="11264" y="168998"/>
                  </a:lnTo>
                  <a:lnTo>
                    <a:pt x="8534" y="166268"/>
                  </a:lnTo>
                  <a:lnTo>
                    <a:pt x="5803" y="163537"/>
                  </a:lnTo>
                  <a:lnTo>
                    <a:pt x="3695" y="160388"/>
                  </a:lnTo>
                  <a:lnTo>
                    <a:pt x="2209" y="156819"/>
                  </a:lnTo>
                  <a:lnTo>
                    <a:pt x="736" y="153250"/>
                  </a:lnTo>
                  <a:lnTo>
                    <a:pt x="0" y="149529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50529" y="754405"/>
              <a:ext cx="95783" cy="66294"/>
            </a:xfrm>
            <a:prstGeom prst="rect">
              <a:avLst/>
            </a:prstGeom>
          </p:spPr>
        </p:pic>
      </p:grpSp>
      <p:grpSp>
        <p:nvGrpSpPr>
          <p:cNvPr id="15" name="object 15" descr=""/>
          <p:cNvGrpSpPr/>
          <p:nvPr/>
        </p:nvGrpSpPr>
        <p:grpSpPr>
          <a:xfrm>
            <a:off x="8594553" y="694924"/>
            <a:ext cx="266700" cy="183515"/>
            <a:chOff x="8594553" y="694924"/>
            <a:chExt cx="266700" cy="183515"/>
          </a:xfrm>
        </p:grpSpPr>
        <p:sp>
          <p:nvSpPr>
            <p:cNvPr id="16" name="object 16" descr=""/>
            <p:cNvSpPr/>
            <p:nvPr/>
          </p:nvSpPr>
          <p:spPr>
            <a:xfrm>
              <a:off x="8598712" y="699084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258089" y="149529"/>
                  </a:moveTo>
                  <a:lnTo>
                    <a:pt x="258089" y="25260"/>
                  </a:lnTo>
                  <a:lnTo>
                    <a:pt x="257327" y="21551"/>
                  </a:lnTo>
                  <a:lnTo>
                    <a:pt x="232790" y="0"/>
                  </a:lnTo>
                  <a:lnTo>
                    <a:pt x="25298" y="0"/>
                  </a:lnTo>
                  <a:lnTo>
                    <a:pt x="0" y="25260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98" y="174802"/>
                  </a:lnTo>
                  <a:lnTo>
                    <a:pt x="232790" y="174802"/>
                  </a:lnTo>
                  <a:lnTo>
                    <a:pt x="257327" y="153250"/>
                  </a:lnTo>
                  <a:lnTo>
                    <a:pt x="258089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598712" y="699084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73"/>
                  </a:lnTo>
                  <a:lnTo>
                    <a:pt x="736" y="21551"/>
                  </a:lnTo>
                  <a:lnTo>
                    <a:pt x="2209" y="17983"/>
                  </a:lnTo>
                  <a:lnTo>
                    <a:pt x="3695" y="14414"/>
                  </a:lnTo>
                  <a:lnTo>
                    <a:pt x="5803" y="11264"/>
                  </a:lnTo>
                  <a:lnTo>
                    <a:pt x="8534" y="8534"/>
                  </a:lnTo>
                  <a:lnTo>
                    <a:pt x="11264" y="5791"/>
                  </a:lnTo>
                  <a:lnTo>
                    <a:pt x="14414" y="3695"/>
                  </a:lnTo>
                  <a:lnTo>
                    <a:pt x="17983" y="2209"/>
                  </a:lnTo>
                  <a:lnTo>
                    <a:pt x="21551" y="736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8917" y="0"/>
                  </a:lnTo>
                  <a:lnTo>
                    <a:pt x="232740" y="0"/>
                  </a:lnTo>
                  <a:lnTo>
                    <a:pt x="236486" y="736"/>
                  </a:lnTo>
                  <a:lnTo>
                    <a:pt x="240068" y="2209"/>
                  </a:lnTo>
                  <a:lnTo>
                    <a:pt x="243649" y="3695"/>
                  </a:lnTo>
                  <a:lnTo>
                    <a:pt x="246811" y="5791"/>
                  </a:lnTo>
                  <a:lnTo>
                    <a:pt x="249478" y="8534"/>
                  </a:lnTo>
                  <a:lnTo>
                    <a:pt x="252222" y="11264"/>
                  </a:lnTo>
                  <a:lnTo>
                    <a:pt x="254381" y="14414"/>
                  </a:lnTo>
                  <a:lnTo>
                    <a:pt x="255803" y="17983"/>
                  </a:lnTo>
                  <a:lnTo>
                    <a:pt x="257302" y="21551"/>
                  </a:lnTo>
                  <a:lnTo>
                    <a:pt x="258051" y="25273"/>
                  </a:lnTo>
                  <a:lnTo>
                    <a:pt x="258051" y="29133"/>
                  </a:lnTo>
                  <a:lnTo>
                    <a:pt x="258051" y="145669"/>
                  </a:lnTo>
                  <a:lnTo>
                    <a:pt x="258051" y="149529"/>
                  </a:lnTo>
                  <a:lnTo>
                    <a:pt x="257302" y="153250"/>
                  </a:lnTo>
                  <a:lnTo>
                    <a:pt x="255803" y="156819"/>
                  </a:lnTo>
                  <a:lnTo>
                    <a:pt x="254381" y="160388"/>
                  </a:lnTo>
                  <a:lnTo>
                    <a:pt x="252222" y="163537"/>
                  </a:lnTo>
                  <a:lnTo>
                    <a:pt x="249478" y="166268"/>
                  </a:lnTo>
                  <a:lnTo>
                    <a:pt x="246811" y="168998"/>
                  </a:lnTo>
                  <a:lnTo>
                    <a:pt x="243649" y="171107"/>
                  </a:lnTo>
                  <a:lnTo>
                    <a:pt x="240068" y="172580"/>
                  </a:lnTo>
                  <a:lnTo>
                    <a:pt x="236486" y="174066"/>
                  </a:lnTo>
                  <a:lnTo>
                    <a:pt x="232740" y="174802"/>
                  </a:lnTo>
                  <a:lnTo>
                    <a:pt x="228917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66"/>
                  </a:lnTo>
                  <a:lnTo>
                    <a:pt x="17983" y="172580"/>
                  </a:lnTo>
                  <a:lnTo>
                    <a:pt x="14414" y="171107"/>
                  </a:lnTo>
                  <a:lnTo>
                    <a:pt x="11264" y="168998"/>
                  </a:lnTo>
                  <a:lnTo>
                    <a:pt x="8534" y="166268"/>
                  </a:lnTo>
                  <a:lnTo>
                    <a:pt x="5803" y="163537"/>
                  </a:lnTo>
                  <a:lnTo>
                    <a:pt x="3695" y="160388"/>
                  </a:lnTo>
                  <a:lnTo>
                    <a:pt x="2209" y="156819"/>
                  </a:lnTo>
                  <a:lnTo>
                    <a:pt x="736" y="153250"/>
                  </a:lnTo>
                  <a:lnTo>
                    <a:pt x="0" y="149529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72550" y="755408"/>
              <a:ext cx="108585" cy="65290"/>
            </a:xfrm>
            <a:prstGeom prst="rect">
              <a:avLst/>
            </a:prstGeom>
          </p:spPr>
        </p:pic>
      </p:grpSp>
      <p:grpSp>
        <p:nvGrpSpPr>
          <p:cNvPr id="19" name="object 19" descr=""/>
          <p:cNvGrpSpPr/>
          <p:nvPr/>
        </p:nvGrpSpPr>
        <p:grpSpPr>
          <a:xfrm>
            <a:off x="8927522" y="694924"/>
            <a:ext cx="283210" cy="183515"/>
            <a:chOff x="8927522" y="694924"/>
            <a:chExt cx="283210" cy="183515"/>
          </a:xfrm>
        </p:grpSpPr>
        <p:sp>
          <p:nvSpPr>
            <p:cNvPr id="20" name="object 20" descr=""/>
            <p:cNvSpPr/>
            <p:nvPr/>
          </p:nvSpPr>
          <p:spPr>
            <a:xfrm>
              <a:off x="8931707" y="699084"/>
              <a:ext cx="274955" cy="175260"/>
            </a:xfrm>
            <a:custGeom>
              <a:avLst/>
              <a:gdLst/>
              <a:ahLst/>
              <a:cxnLst/>
              <a:rect l="l" t="t" r="r" b="b"/>
              <a:pathLst>
                <a:path w="274954" h="175259">
                  <a:moveTo>
                    <a:pt x="274701" y="149529"/>
                  </a:moveTo>
                  <a:lnTo>
                    <a:pt x="274701" y="25260"/>
                  </a:lnTo>
                  <a:lnTo>
                    <a:pt x="273939" y="21551"/>
                  </a:lnTo>
                  <a:lnTo>
                    <a:pt x="249402" y="0"/>
                  </a:lnTo>
                  <a:lnTo>
                    <a:pt x="25222" y="0"/>
                  </a:lnTo>
                  <a:lnTo>
                    <a:pt x="0" y="25260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22" y="174802"/>
                  </a:lnTo>
                  <a:lnTo>
                    <a:pt x="249402" y="174802"/>
                  </a:lnTo>
                  <a:lnTo>
                    <a:pt x="273939" y="153250"/>
                  </a:lnTo>
                  <a:lnTo>
                    <a:pt x="274701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8931681" y="699084"/>
              <a:ext cx="274955" cy="175260"/>
            </a:xfrm>
            <a:custGeom>
              <a:avLst/>
              <a:gdLst/>
              <a:ahLst/>
              <a:cxnLst/>
              <a:rect l="l" t="t" r="r" b="b"/>
              <a:pathLst>
                <a:path w="274954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73"/>
                  </a:lnTo>
                  <a:lnTo>
                    <a:pt x="749" y="21551"/>
                  </a:lnTo>
                  <a:lnTo>
                    <a:pt x="2247" y="17983"/>
                  </a:lnTo>
                  <a:lnTo>
                    <a:pt x="3657" y="14414"/>
                  </a:lnTo>
                  <a:lnTo>
                    <a:pt x="5829" y="11264"/>
                  </a:lnTo>
                  <a:lnTo>
                    <a:pt x="8572" y="8534"/>
                  </a:lnTo>
                  <a:lnTo>
                    <a:pt x="11239" y="5791"/>
                  </a:lnTo>
                  <a:lnTo>
                    <a:pt x="14401" y="3695"/>
                  </a:lnTo>
                  <a:lnTo>
                    <a:pt x="17983" y="2209"/>
                  </a:lnTo>
                  <a:lnTo>
                    <a:pt x="21564" y="736"/>
                  </a:lnTo>
                  <a:lnTo>
                    <a:pt x="25298" y="0"/>
                  </a:lnTo>
                  <a:lnTo>
                    <a:pt x="29133" y="0"/>
                  </a:lnTo>
                  <a:lnTo>
                    <a:pt x="245567" y="0"/>
                  </a:lnTo>
                  <a:lnTo>
                    <a:pt x="249389" y="0"/>
                  </a:lnTo>
                  <a:lnTo>
                    <a:pt x="253136" y="736"/>
                  </a:lnTo>
                  <a:lnTo>
                    <a:pt x="256717" y="2209"/>
                  </a:lnTo>
                  <a:lnTo>
                    <a:pt x="260299" y="3695"/>
                  </a:lnTo>
                  <a:lnTo>
                    <a:pt x="263461" y="5791"/>
                  </a:lnTo>
                  <a:lnTo>
                    <a:pt x="266128" y="8534"/>
                  </a:lnTo>
                  <a:lnTo>
                    <a:pt x="268871" y="11264"/>
                  </a:lnTo>
                  <a:lnTo>
                    <a:pt x="271030" y="14414"/>
                  </a:lnTo>
                  <a:lnTo>
                    <a:pt x="272453" y="17983"/>
                  </a:lnTo>
                  <a:lnTo>
                    <a:pt x="273951" y="21551"/>
                  </a:lnTo>
                  <a:lnTo>
                    <a:pt x="274701" y="25273"/>
                  </a:lnTo>
                  <a:lnTo>
                    <a:pt x="274701" y="29133"/>
                  </a:lnTo>
                  <a:lnTo>
                    <a:pt x="274701" y="145669"/>
                  </a:lnTo>
                  <a:lnTo>
                    <a:pt x="274701" y="149529"/>
                  </a:lnTo>
                  <a:lnTo>
                    <a:pt x="273951" y="153250"/>
                  </a:lnTo>
                  <a:lnTo>
                    <a:pt x="272453" y="156819"/>
                  </a:lnTo>
                  <a:lnTo>
                    <a:pt x="271030" y="160388"/>
                  </a:lnTo>
                  <a:lnTo>
                    <a:pt x="268871" y="163537"/>
                  </a:lnTo>
                  <a:lnTo>
                    <a:pt x="266128" y="166268"/>
                  </a:lnTo>
                  <a:lnTo>
                    <a:pt x="263461" y="168998"/>
                  </a:lnTo>
                  <a:lnTo>
                    <a:pt x="260299" y="171107"/>
                  </a:lnTo>
                  <a:lnTo>
                    <a:pt x="256717" y="172580"/>
                  </a:lnTo>
                  <a:lnTo>
                    <a:pt x="253136" y="174066"/>
                  </a:lnTo>
                  <a:lnTo>
                    <a:pt x="249389" y="174802"/>
                  </a:lnTo>
                  <a:lnTo>
                    <a:pt x="245567" y="174802"/>
                  </a:lnTo>
                  <a:lnTo>
                    <a:pt x="29133" y="174802"/>
                  </a:lnTo>
                  <a:lnTo>
                    <a:pt x="25298" y="174802"/>
                  </a:lnTo>
                  <a:lnTo>
                    <a:pt x="21564" y="174066"/>
                  </a:lnTo>
                  <a:lnTo>
                    <a:pt x="17983" y="172580"/>
                  </a:lnTo>
                  <a:lnTo>
                    <a:pt x="14401" y="171107"/>
                  </a:lnTo>
                  <a:lnTo>
                    <a:pt x="11239" y="168998"/>
                  </a:lnTo>
                  <a:lnTo>
                    <a:pt x="8572" y="166268"/>
                  </a:lnTo>
                  <a:lnTo>
                    <a:pt x="5829" y="163537"/>
                  </a:lnTo>
                  <a:lnTo>
                    <a:pt x="3657" y="160388"/>
                  </a:lnTo>
                  <a:lnTo>
                    <a:pt x="2247" y="156819"/>
                  </a:lnTo>
                  <a:lnTo>
                    <a:pt x="749" y="153250"/>
                  </a:lnTo>
                  <a:lnTo>
                    <a:pt x="0" y="149529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009964" y="755408"/>
              <a:ext cx="120015" cy="64376"/>
            </a:xfrm>
            <a:prstGeom prst="rect">
              <a:avLst/>
            </a:prstGeom>
          </p:spPr>
        </p:pic>
      </p:grpSp>
      <p:sp>
        <p:nvSpPr>
          <p:cNvPr id="23" name="object 23" descr=""/>
          <p:cNvSpPr/>
          <p:nvPr/>
        </p:nvSpPr>
        <p:spPr>
          <a:xfrm>
            <a:off x="1532712" y="2666085"/>
            <a:ext cx="567690" cy="330835"/>
          </a:xfrm>
          <a:custGeom>
            <a:avLst/>
            <a:gdLst/>
            <a:ahLst/>
            <a:cxnLst/>
            <a:rect l="l" t="t" r="r" b="b"/>
            <a:pathLst>
              <a:path w="567689" h="330835">
                <a:moveTo>
                  <a:pt x="341680" y="0"/>
                </a:moveTo>
                <a:lnTo>
                  <a:pt x="252183" y="0"/>
                </a:lnTo>
                <a:lnTo>
                  <a:pt x="174625" y="129489"/>
                </a:lnTo>
                <a:lnTo>
                  <a:pt x="97421" y="0"/>
                </a:lnTo>
                <a:lnTo>
                  <a:pt x="0" y="0"/>
                </a:lnTo>
                <a:lnTo>
                  <a:pt x="124460" y="207975"/>
                </a:lnTo>
                <a:lnTo>
                  <a:pt x="124460" y="326301"/>
                </a:lnTo>
                <a:lnTo>
                  <a:pt x="145897" y="326301"/>
                </a:lnTo>
                <a:lnTo>
                  <a:pt x="146367" y="326301"/>
                </a:lnTo>
                <a:lnTo>
                  <a:pt x="196253" y="326301"/>
                </a:lnTo>
                <a:lnTo>
                  <a:pt x="216750" y="326301"/>
                </a:lnTo>
                <a:lnTo>
                  <a:pt x="216750" y="209435"/>
                </a:lnTo>
                <a:lnTo>
                  <a:pt x="341680" y="0"/>
                </a:lnTo>
                <a:close/>
              </a:path>
              <a:path w="567689" h="330835">
                <a:moveTo>
                  <a:pt x="567309" y="185991"/>
                </a:moveTo>
                <a:lnTo>
                  <a:pt x="558850" y="133845"/>
                </a:lnTo>
                <a:lnTo>
                  <a:pt x="533514" y="97650"/>
                </a:lnTo>
                <a:lnTo>
                  <a:pt x="492785" y="76504"/>
                </a:lnTo>
                <a:lnTo>
                  <a:pt x="478739" y="73609"/>
                </a:lnTo>
                <a:lnTo>
                  <a:pt x="478739" y="223291"/>
                </a:lnTo>
                <a:lnTo>
                  <a:pt x="478739" y="245198"/>
                </a:lnTo>
                <a:lnTo>
                  <a:pt x="448729" y="272757"/>
                </a:lnTo>
                <a:lnTo>
                  <a:pt x="434911" y="274561"/>
                </a:lnTo>
                <a:lnTo>
                  <a:pt x="424662" y="274561"/>
                </a:lnTo>
                <a:lnTo>
                  <a:pt x="416585" y="272224"/>
                </a:lnTo>
                <a:lnTo>
                  <a:pt x="406831" y="264541"/>
                </a:lnTo>
                <a:lnTo>
                  <a:pt x="404698" y="262763"/>
                </a:lnTo>
                <a:lnTo>
                  <a:pt x="401828" y="256692"/>
                </a:lnTo>
                <a:lnTo>
                  <a:pt x="401828" y="241160"/>
                </a:lnTo>
                <a:lnTo>
                  <a:pt x="438162" y="223405"/>
                </a:lnTo>
                <a:lnTo>
                  <a:pt x="478739" y="223291"/>
                </a:lnTo>
                <a:lnTo>
                  <a:pt x="478739" y="73609"/>
                </a:lnTo>
                <a:lnTo>
                  <a:pt x="467220" y="71221"/>
                </a:lnTo>
                <a:lnTo>
                  <a:pt x="441972" y="69697"/>
                </a:lnTo>
                <a:lnTo>
                  <a:pt x="434911" y="69570"/>
                </a:lnTo>
                <a:lnTo>
                  <a:pt x="430580" y="69710"/>
                </a:lnTo>
                <a:lnTo>
                  <a:pt x="428396" y="69773"/>
                </a:lnTo>
                <a:lnTo>
                  <a:pt x="378282" y="77139"/>
                </a:lnTo>
                <a:lnTo>
                  <a:pt x="338023" y="92227"/>
                </a:lnTo>
                <a:lnTo>
                  <a:pt x="326771" y="98818"/>
                </a:lnTo>
                <a:lnTo>
                  <a:pt x="356603" y="158953"/>
                </a:lnTo>
                <a:lnTo>
                  <a:pt x="363474" y="154114"/>
                </a:lnTo>
                <a:lnTo>
                  <a:pt x="371055" y="149809"/>
                </a:lnTo>
                <a:lnTo>
                  <a:pt x="415556" y="137464"/>
                </a:lnTo>
                <a:lnTo>
                  <a:pt x="425958" y="137096"/>
                </a:lnTo>
                <a:lnTo>
                  <a:pt x="438162" y="137769"/>
                </a:lnTo>
                <a:lnTo>
                  <a:pt x="448729" y="139801"/>
                </a:lnTo>
                <a:lnTo>
                  <a:pt x="449313" y="139903"/>
                </a:lnTo>
                <a:lnTo>
                  <a:pt x="477926" y="170980"/>
                </a:lnTo>
                <a:lnTo>
                  <a:pt x="478434" y="177126"/>
                </a:lnTo>
                <a:lnTo>
                  <a:pt x="425958" y="177203"/>
                </a:lnTo>
                <a:lnTo>
                  <a:pt x="410451" y="177685"/>
                </a:lnTo>
                <a:lnTo>
                  <a:pt x="409714" y="177698"/>
                </a:lnTo>
                <a:lnTo>
                  <a:pt x="393293" y="179362"/>
                </a:lnTo>
                <a:lnTo>
                  <a:pt x="392836" y="179412"/>
                </a:lnTo>
                <a:lnTo>
                  <a:pt x="378282" y="182156"/>
                </a:lnTo>
                <a:lnTo>
                  <a:pt x="377774" y="182245"/>
                </a:lnTo>
                <a:lnTo>
                  <a:pt x="334683" y="204317"/>
                </a:lnTo>
                <a:lnTo>
                  <a:pt x="316725" y="241681"/>
                </a:lnTo>
                <a:lnTo>
                  <a:pt x="316725" y="242303"/>
                </a:lnTo>
                <a:lnTo>
                  <a:pt x="316052" y="252653"/>
                </a:lnTo>
                <a:lnTo>
                  <a:pt x="326999" y="292277"/>
                </a:lnTo>
                <a:lnTo>
                  <a:pt x="358940" y="320243"/>
                </a:lnTo>
                <a:lnTo>
                  <a:pt x="401828" y="330136"/>
                </a:lnTo>
                <a:lnTo>
                  <a:pt x="404698" y="330263"/>
                </a:lnTo>
                <a:lnTo>
                  <a:pt x="406831" y="330365"/>
                </a:lnTo>
                <a:lnTo>
                  <a:pt x="408292" y="330428"/>
                </a:lnTo>
                <a:lnTo>
                  <a:pt x="410451" y="330492"/>
                </a:lnTo>
                <a:lnTo>
                  <a:pt x="422262" y="329869"/>
                </a:lnTo>
                <a:lnTo>
                  <a:pt x="424662" y="329742"/>
                </a:lnTo>
                <a:lnTo>
                  <a:pt x="425958" y="329679"/>
                </a:lnTo>
                <a:lnTo>
                  <a:pt x="463588" y="317207"/>
                </a:lnTo>
                <a:lnTo>
                  <a:pt x="484797" y="293166"/>
                </a:lnTo>
                <a:lnTo>
                  <a:pt x="484797" y="326301"/>
                </a:lnTo>
                <a:lnTo>
                  <a:pt x="490855" y="326301"/>
                </a:lnTo>
                <a:lnTo>
                  <a:pt x="567309" y="326301"/>
                </a:lnTo>
                <a:lnTo>
                  <a:pt x="567309" y="185991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2155952" y="2735541"/>
            <a:ext cx="875665" cy="351790"/>
          </a:xfrm>
          <a:custGeom>
            <a:avLst/>
            <a:gdLst/>
            <a:ahLst/>
            <a:cxnLst/>
            <a:rect l="l" t="t" r="r" b="b"/>
            <a:pathLst>
              <a:path w="875664" h="351789">
                <a:moveTo>
                  <a:pt x="282956" y="130530"/>
                </a:moveTo>
                <a:lnTo>
                  <a:pt x="273646" y="76555"/>
                </a:lnTo>
                <a:lnTo>
                  <a:pt x="246951" y="35433"/>
                </a:lnTo>
                <a:lnTo>
                  <a:pt x="207162" y="9055"/>
                </a:lnTo>
                <a:lnTo>
                  <a:pt x="193459" y="4546"/>
                </a:lnTo>
                <a:lnTo>
                  <a:pt x="193459" y="130530"/>
                </a:lnTo>
                <a:lnTo>
                  <a:pt x="193001" y="139738"/>
                </a:lnTo>
                <a:lnTo>
                  <a:pt x="177838" y="175056"/>
                </a:lnTo>
                <a:lnTo>
                  <a:pt x="140322" y="190652"/>
                </a:lnTo>
                <a:lnTo>
                  <a:pt x="133045" y="190220"/>
                </a:lnTo>
                <a:lnTo>
                  <a:pt x="98298" y="169519"/>
                </a:lnTo>
                <a:lnTo>
                  <a:pt x="88569" y="145707"/>
                </a:lnTo>
                <a:lnTo>
                  <a:pt x="88569" y="214426"/>
                </a:lnTo>
                <a:lnTo>
                  <a:pt x="84366" y="138836"/>
                </a:lnTo>
                <a:lnTo>
                  <a:pt x="87172" y="189217"/>
                </a:lnTo>
                <a:lnTo>
                  <a:pt x="88569" y="214426"/>
                </a:lnTo>
                <a:lnTo>
                  <a:pt x="88569" y="145707"/>
                </a:lnTo>
                <a:lnTo>
                  <a:pt x="87617" y="139738"/>
                </a:lnTo>
                <a:lnTo>
                  <a:pt x="87172" y="130530"/>
                </a:lnTo>
                <a:lnTo>
                  <a:pt x="98298" y="91554"/>
                </a:lnTo>
                <a:lnTo>
                  <a:pt x="133045" y="70827"/>
                </a:lnTo>
                <a:lnTo>
                  <a:pt x="140322" y="70383"/>
                </a:lnTo>
                <a:lnTo>
                  <a:pt x="147586" y="70827"/>
                </a:lnTo>
                <a:lnTo>
                  <a:pt x="182321" y="91554"/>
                </a:lnTo>
                <a:lnTo>
                  <a:pt x="193459" y="130530"/>
                </a:lnTo>
                <a:lnTo>
                  <a:pt x="193459" y="4546"/>
                </a:lnTo>
                <a:lnTo>
                  <a:pt x="191884" y="4025"/>
                </a:lnTo>
                <a:lnTo>
                  <a:pt x="175818" y="1016"/>
                </a:lnTo>
                <a:lnTo>
                  <a:pt x="160985" y="127"/>
                </a:lnTo>
                <a:lnTo>
                  <a:pt x="158965" y="0"/>
                </a:lnTo>
                <a:lnTo>
                  <a:pt x="143459" y="838"/>
                </a:lnTo>
                <a:lnTo>
                  <a:pt x="142659" y="876"/>
                </a:lnTo>
                <a:lnTo>
                  <a:pt x="127787" y="3505"/>
                </a:lnTo>
                <a:lnTo>
                  <a:pt x="114338" y="7874"/>
                </a:lnTo>
                <a:lnTo>
                  <a:pt x="102323" y="13982"/>
                </a:lnTo>
                <a:lnTo>
                  <a:pt x="91732" y="21907"/>
                </a:lnTo>
                <a:lnTo>
                  <a:pt x="84378" y="29730"/>
                </a:lnTo>
                <a:lnTo>
                  <a:pt x="84378" y="4191"/>
                </a:lnTo>
                <a:lnTo>
                  <a:pt x="0" y="4191"/>
                </a:lnTo>
                <a:lnTo>
                  <a:pt x="0" y="347281"/>
                </a:lnTo>
                <a:lnTo>
                  <a:pt x="57340" y="347281"/>
                </a:lnTo>
                <a:lnTo>
                  <a:pt x="88569" y="347281"/>
                </a:lnTo>
                <a:lnTo>
                  <a:pt x="88569" y="233946"/>
                </a:lnTo>
                <a:lnTo>
                  <a:pt x="93218" y="238823"/>
                </a:lnTo>
                <a:lnTo>
                  <a:pt x="103962" y="246824"/>
                </a:lnTo>
                <a:lnTo>
                  <a:pt x="115963" y="253060"/>
                </a:lnTo>
                <a:lnTo>
                  <a:pt x="129133" y="257505"/>
                </a:lnTo>
                <a:lnTo>
                  <a:pt x="143459" y="260172"/>
                </a:lnTo>
                <a:lnTo>
                  <a:pt x="158965" y="261048"/>
                </a:lnTo>
                <a:lnTo>
                  <a:pt x="175818" y="260057"/>
                </a:lnTo>
                <a:lnTo>
                  <a:pt x="221665" y="245198"/>
                </a:lnTo>
                <a:lnTo>
                  <a:pt x="257403" y="213829"/>
                </a:lnTo>
                <a:lnTo>
                  <a:pt x="278815" y="167944"/>
                </a:lnTo>
                <a:lnTo>
                  <a:pt x="281914" y="149910"/>
                </a:lnTo>
                <a:lnTo>
                  <a:pt x="282956" y="130530"/>
                </a:lnTo>
                <a:close/>
              </a:path>
              <a:path w="875664" h="351789">
                <a:moveTo>
                  <a:pt x="555421" y="116535"/>
                </a:moveTo>
                <a:lnTo>
                  <a:pt x="546963" y="64389"/>
                </a:lnTo>
                <a:lnTo>
                  <a:pt x="521627" y="28194"/>
                </a:lnTo>
                <a:lnTo>
                  <a:pt x="480898" y="7048"/>
                </a:lnTo>
                <a:lnTo>
                  <a:pt x="466852" y="4152"/>
                </a:lnTo>
                <a:lnTo>
                  <a:pt x="466852" y="153835"/>
                </a:lnTo>
                <a:lnTo>
                  <a:pt x="466852" y="175742"/>
                </a:lnTo>
                <a:lnTo>
                  <a:pt x="436841" y="203301"/>
                </a:lnTo>
                <a:lnTo>
                  <a:pt x="423024" y="205105"/>
                </a:lnTo>
                <a:lnTo>
                  <a:pt x="412775" y="205105"/>
                </a:lnTo>
                <a:lnTo>
                  <a:pt x="404698" y="202768"/>
                </a:lnTo>
                <a:lnTo>
                  <a:pt x="394944" y="195084"/>
                </a:lnTo>
                <a:lnTo>
                  <a:pt x="392811" y="193306"/>
                </a:lnTo>
                <a:lnTo>
                  <a:pt x="389940" y="187236"/>
                </a:lnTo>
                <a:lnTo>
                  <a:pt x="389940" y="171704"/>
                </a:lnTo>
                <a:lnTo>
                  <a:pt x="426275" y="153949"/>
                </a:lnTo>
                <a:lnTo>
                  <a:pt x="466852" y="153835"/>
                </a:lnTo>
                <a:lnTo>
                  <a:pt x="466852" y="4152"/>
                </a:lnTo>
                <a:lnTo>
                  <a:pt x="455333" y="1765"/>
                </a:lnTo>
                <a:lnTo>
                  <a:pt x="430085" y="241"/>
                </a:lnTo>
                <a:lnTo>
                  <a:pt x="423024" y="114"/>
                </a:lnTo>
                <a:lnTo>
                  <a:pt x="418693" y="254"/>
                </a:lnTo>
                <a:lnTo>
                  <a:pt x="416509" y="317"/>
                </a:lnTo>
                <a:lnTo>
                  <a:pt x="366395" y="7683"/>
                </a:lnTo>
                <a:lnTo>
                  <a:pt x="326136" y="22771"/>
                </a:lnTo>
                <a:lnTo>
                  <a:pt x="314883" y="29362"/>
                </a:lnTo>
                <a:lnTo>
                  <a:pt x="344716" y="89496"/>
                </a:lnTo>
                <a:lnTo>
                  <a:pt x="351586" y="84658"/>
                </a:lnTo>
                <a:lnTo>
                  <a:pt x="359168" y="80352"/>
                </a:lnTo>
                <a:lnTo>
                  <a:pt x="403669" y="68008"/>
                </a:lnTo>
                <a:lnTo>
                  <a:pt x="414070" y="67640"/>
                </a:lnTo>
                <a:lnTo>
                  <a:pt x="426275" y="68313"/>
                </a:lnTo>
                <a:lnTo>
                  <a:pt x="436841" y="70345"/>
                </a:lnTo>
                <a:lnTo>
                  <a:pt x="437426" y="70446"/>
                </a:lnTo>
                <a:lnTo>
                  <a:pt x="466039" y="101523"/>
                </a:lnTo>
                <a:lnTo>
                  <a:pt x="466547" y="107670"/>
                </a:lnTo>
                <a:lnTo>
                  <a:pt x="414070" y="107746"/>
                </a:lnTo>
                <a:lnTo>
                  <a:pt x="398564" y="108229"/>
                </a:lnTo>
                <a:lnTo>
                  <a:pt x="397827" y="108242"/>
                </a:lnTo>
                <a:lnTo>
                  <a:pt x="381406" y="109905"/>
                </a:lnTo>
                <a:lnTo>
                  <a:pt x="380949" y="109956"/>
                </a:lnTo>
                <a:lnTo>
                  <a:pt x="366395" y="112699"/>
                </a:lnTo>
                <a:lnTo>
                  <a:pt x="365887" y="112788"/>
                </a:lnTo>
                <a:lnTo>
                  <a:pt x="322795" y="134861"/>
                </a:lnTo>
                <a:lnTo>
                  <a:pt x="304838" y="172224"/>
                </a:lnTo>
                <a:lnTo>
                  <a:pt x="304838" y="172847"/>
                </a:lnTo>
                <a:lnTo>
                  <a:pt x="304165" y="183197"/>
                </a:lnTo>
                <a:lnTo>
                  <a:pt x="315112" y="222821"/>
                </a:lnTo>
                <a:lnTo>
                  <a:pt x="347052" y="250786"/>
                </a:lnTo>
                <a:lnTo>
                  <a:pt x="389940" y="260680"/>
                </a:lnTo>
                <a:lnTo>
                  <a:pt x="392811" y="260807"/>
                </a:lnTo>
                <a:lnTo>
                  <a:pt x="394944" y="260908"/>
                </a:lnTo>
                <a:lnTo>
                  <a:pt x="396392" y="260972"/>
                </a:lnTo>
                <a:lnTo>
                  <a:pt x="398564" y="261035"/>
                </a:lnTo>
                <a:lnTo>
                  <a:pt x="410375" y="260413"/>
                </a:lnTo>
                <a:lnTo>
                  <a:pt x="412775" y="260286"/>
                </a:lnTo>
                <a:lnTo>
                  <a:pt x="414070" y="260223"/>
                </a:lnTo>
                <a:lnTo>
                  <a:pt x="451700" y="247751"/>
                </a:lnTo>
                <a:lnTo>
                  <a:pt x="472909" y="223710"/>
                </a:lnTo>
                <a:lnTo>
                  <a:pt x="472909" y="256844"/>
                </a:lnTo>
                <a:lnTo>
                  <a:pt x="478967" y="256844"/>
                </a:lnTo>
                <a:lnTo>
                  <a:pt x="555421" y="256844"/>
                </a:lnTo>
                <a:lnTo>
                  <a:pt x="555421" y="116535"/>
                </a:lnTo>
                <a:close/>
              </a:path>
              <a:path w="875664" h="351789">
                <a:moveTo>
                  <a:pt x="875360" y="4191"/>
                </a:moveTo>
                <a:lnTo>
                  <a:pt x="790981" y="4191"/>
                </a:lnTo>
                <a:lnTo>
                  <a:pt x="728548" y="158584"/>
                </a:lnTo>
                <a:lnTo>
                  <a:pt x="666521" y="4191"/>
                </a:lnTo>
                <a:lnTo>
                  <a:pt x="575627" y="4191"/>
                </a:lnTo>
                <a:lnTo>
                  <a:pt x="683996" y="260438"/>
                </a:lnTo>
                <a:lnTo>
                  <a:pt x="682523" y="263842"/>
                </a:lnTo>
                <a:lnTo>
                  <a:pt x="677710" y="270687"/>
                </a:lnTo>
                <a:lnTo>
                  <a:pt x="666521" y="279387"/>
                </a:lnTo>
                <a:lnTo>
                  <a:pt x="658914" y="281559"/>
                </a:lnTo>
                <a:lnTo>
                  <a:pt x="642429" y="281559"/>
                </a:lnTo>
                <a:lnTo>
                  <a:pt x="635520" y="280238"/>
                </a:lnTo>
                <a:lnTo>
                  <a:pt x="621538" y="274955"/>
                </a:lnTo>
                <a:lnTo>
                  <a:pt x="615403" y="271310"/>
                </a:lnTo>
                <a:lnTo>
                  <a:pt x="610120" y="266649"/>
                </a:lnTo>
                <a:lnTo>
                  <a:pt x="579348" y="328637"/>
                </a:lnTo>
                <a:lnTo>
                  <a:pt x="622338" y="347954"/>
                </a:lnTo>
                <a:lnTo>
                  <a:pt x="652538" y="351485"/>
                </a:lnTo>
                <a:lnTo>
                  <a:pt x="664845" y="351028"/>
                </a:lnTo>
                <a:lnTo>
                  <a:pt x="708583" y="339623"/>
                </a:lnTo>
                <a:lnTo>
                  <a:pt x="744461" y="308063"/>
                </a:lnTo>
                <a:lnTo>
                  <a:pt x="766279" y="267106"/>
                </a:lnTo>
                <a:lnTo>
                  <a:pt x="875360" y="4191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3177692" y="2646502"/>
            <a:ext cx="1174115" cy="350520"/>
          </a:xfrm>
          <a:custGeom>
            <a:avLst/>
            <a:gdLst/>
            <a:ahLst/>
            <a:cxnLst/>
            <a:rect l="l" t="t" r="r" b="b"/>
            <a:pathLst>
              <a:path w="1174114" h="350519">
                <a:moveTo>
                  <a:pt x="292277" y="345884"/>
                </a:moveTo>
                <a:lnTo>
                  <a:pt x="291807" y="272707"/>
                </a:lnTo>
                <a:lnTo>
                  <a:pt x="120713" y="272707"/>
                </a:lnTo>
                <a:lnTo>
                  <a:pt x="203250" y="174764"/>
                </a:lnTo>
                <a:lnTo>
                  <a:pt x="285292" y="77381"/>
                </a:lnTo>
                <a:lnTo>
                  <a:pt x="284822" y="19583"/>
                </a:lnTo>
                <a:lnTo>
                  <a:pt x="4191" y="19583"/>
                </a:lnTo>
                <a:lnTo>
                  <a:pt x="4660" y="92760"/>
                </a:lnTo>
                <a:lnTo>
                  <a:pt x="164566" y="92760"/>
                </a:lnTo>
                <a:lnTo>
                  <a:pt x="0" y="288086"/>
                </a:lnTo>
                <a:lnTo>
                  <a:pt x="469" y="345884"/>
                </a:lnTo>
                <a:lnTo>
                  <a:pt x="82042" y="345884"/>
                </a:lnTo>
                <a:lnTo>
                  <a:pt x="292277" y="345884"/>
                </a:lnTo>
                <a:close/>
              </a:path>
              <a:path w="1174114" h="350519">
                <a:moveTo>
                  <a:pt x="585292" y="220027"/>
                </a:moveTo>
                <a:lnTo>
                  <a:pt x="580745" y="181229"/>
                </a:lnTo>
                <a:lnTo>
                  <a:pt x="557237" y="134924"/>
                </a:lnTo>
                <a:lnTo>
                  <a:pt x="518172" y="104190"/>
                </a:lnTo>
                <a:lnTo>
                  <a:pt x="502348" y="97561"/>
                </a:lnTo>
                <a:lnTo>
                  <a:pt x="502348" y="195326"/>
                </a:lnTo>
                <a:lnTo>
                  <a:pt x="399110" y="195326"/>
                </a:lnTo>
                <a:lnTo>
                  <a:pt x="422846" y="158965"/>
                </a:lnTo>
                <a:lnTo>
                  <a:pt x="450113" y="152006"/>
                </a:lnTo>
                <a:lnTo>
                  <a:pt x="452551" y="152082"/>
                </a:lnTo>
                <a:lnTo>
                  <a:pt x="488911" y="167360"/>
                </a:lnTo>
                <a:lnTo>
                  <a:pt x="502348" y="195326"/>
                </a:lnTo>
                <a:lnTo>
                  <a:pt x="502348" y="97561"/>
                </a:lnTo>
                <a:lnTo>
                  <a:pt x="485762" y="92837"/>
                </a:lnTo>
                <a:lnTo>
                  <a:pt x="468337" y="89992"/>
                </a:lnTo>
                <a:lnTo>
                  <a:pt x="452551" y="89166"/>
                </a:lnTo>
                <a:lnTo>
                  <a:pt x="450113" y="89039"/>
                </a:lnTo>
                <a:lnTo>
                  <a:pt x="430796" y="90081"/>
                </a:lnTo>
                <a:lnTo>
                  <a:pt x="378790" y="105587"/>
                </a:lnTo>
                <a:lnTo>
                  <a:pt x="338975" y="137756"/>
                </a:lnTo>
                <a:lnTo>
                  <a:pt x="315683" y="183388"/>
                </a:lnTo>
                <a:lnTo>
                  <a:pt x="311200" y="219100"/>
                </a:lnTo>
                <a:lnTo>
                  <a:pt x="312318" y="237020"/>
                </a:lnTo>
                <a:lnTo>
                  <a:pt x="312318" y="237324"/>
                </a:lnTo>
                <a:lnTo>
                  <a:pt x="315683" y="254241"/>
                </a:lnTo>
                <a:lnTo>
                  <a:pt x="315683" y="254495"/>
                </a:lnTo>
                <a:lnTo>
                  <a:pt x="321551" y="271157"/>
                </a:lnTo>
                <a:lnTo>
                  <a:pt x="351751" y="312915"/>
                </a:lnTo>
                <a:lnTo>
                  <a:pt x="383921" y="334175"/>
                </a:lnTo>
                <a:lnTo>
                  <a:pt x="417233" y="345757"/>
                </a:lnTo>
                <a:lnTo>
                  <a:pt x="417537" y="345846"/>
                </a:lnTo>
                <a:lnTo>
                  <a:pt x="437769" y="349034"/>
                </a:lnTo>
                <a:lnTo>
                  <a:pt x="458254" y="350037"/>
                </a:lnTo>
                <a:lnTo>
                  <a:pt x="462229" y="349986"/>
                </a:lnTo>
                <a:lnTo>
                  <a:pt x="508457" y="344195"/>
                </a:lnTo>
                <a:lnTo>
                  <a:pt x="546836" y="326732"/>
                </a:lnTo>
                <a:lnTo>
                  <a:pt x="567118" y="309067"/>
                </a:lnTo>
                <a:lnTo>
                  <a:pt x="520496" y="260578"/>
                </a:lnTo>
                <a:lnTo>
                  <a:pt x="513956" y="265823"/>
                </a:lnTo>
                <a:lnTo>
                  <a:pt x="507390" y="270319"/>
                </a:lnTo>
                <a:lnTo>
                  <a:pt x="472122" y="282054"/>
                </a:lnTo>
                <a:lnTo>
                  <a:pt x="471208" y="282168"/>
                </a:lnTo>
                <a:lnTo>
                  <a:pt x="468337" y="282282"/>
                </a:lnTo>
                <a:lnTo>
                  <a:pt x="465429" y="282384"/>
                </a:lnTo>
                <a:lnTo>
                  <a:pt x="462229" y="282498"/>
                </a:lnTo>
                <a:lnTo>
                  <a:pt x="452551" y="282054"/>
                </a:lnTo>
                <a:lnTo>
                  <a:pt x="443572" y="280695"/>
                </a:lnTo>
                <a:lnTo>
                  <a:pt x="435724" y="278549"/>
                </a:lnTo>
                <a:lnTo>
                  <a:pt x="435305" y="278434"/>
                </a:lnTo>
                <a:lnTo>
                  <a:pt x="405587" y="254520"/>
                </a:lnTo>
                <a:lnTo>
                  <a:pt x="400507" y="241935"/>
                </a:lnTo>
                <a:lnTo>
                  <a:pt x="536816" y="241935"/>
                </a:lnTo>
                <a:lnTo>
                  <a:pt x="583895" y="241935"/>
                </a:lnTo>
                <a:lnTo>
                  <a:pt x="584149" y="239128"/>
                </a:lnTo>
                <a:lnTo>
                  <a:pt x="585139" y="226707"/>
                </a:lnTo>
                <a:lnTo>
                  <a:pt x="585292" y="223139"/>
                </a:lnTo>
                <a:lnTo>
                  <a:pt x="585292" y="220027"/>
                </a:lnTo>
                <a:close/>
              </a:path>
              <a:path w="1174114" h="350519">
                <a:moveTo>
                  <a:pt x="919060" y="345884"/>
                </a:moveTo>
                <a:lnTo>
                  <a:pt x="805522" y="201333"/>
                </a:lnTo>
                <a:lnTo>
                  <a:pt x="910196" y="93230"/>
                </a:lnTo>
                <a:lnTo>
                  <a:pt x="805319" y="93230"/>
                </a:lnTo>
                <a:lnTo>
                  <a:pt x="714870" y="181229"/>
                </a:lnTo>
                <a:lnTo>
                  <a:pt x="714870" y="0"/>
                </a:lnTo>
                <a:lnTo>
                  <a:pt x="626313" y="0"/>
                </a:lnTo>
                <a:lnTo>
                  <a:pt x="626313" y="345884"/>
                </a:lnTo>
                <a:lnTo>
                  <a:pt x="699960" y="345884"/>
                </a:lnTo>
                <a:lnTo>
                  <a:pt x="714870" y="345884"/>
                </a:lnTo>
                <a:lnTo>
                  <a:pt x="714870" y="284099"/>
                </a:lnTo>
                <a:lnTo>
                  <a:pt x="734453" y="264147"/>
                </a:lnTo>
                <a:lnTo>
                  <a:pt x="741146" y="257327"/>
                </a:lnTo>
                <a:lnTo>
                  <a:pt x="811834" y="345884"/>
                </a:lnTo>
                <a:lnTo>
                  <a:pt x="919060" y="345884"/>
                </a:lnTo>
                <a:close/>
              </a:path>
              <a:path w="1174114" h="350519">
                <a:moveTo>
                  <a:pt x="1174051" y="205574"/>
                </a:moveTo>
                <a:lnTo>
                  <a:pt x="1165593" y="153428"/>
                </a:lnTo>
                <a:lnTo>
                  <a:pt x="1140256" y="117233"/>
                </a:lnTo>
                <a:lnTo>
                  <a:pt x="1099527" y="96088"/>
                </a:lnTo>
                <a:lnTo>
                  <a:pt x="1085481" y="93192"/>
                </a:lnTo>
                <a:lnTo>
                  <a:pt x="1085481" y="242874"/>
                </a:lnTo>
                <a:lnTo>
                  <a:pt x="1085481" y="264782"/>
                </a:lnTo>
                <a:lnTo>
                  <a:pt x="1055471" y="292341"/>
                </a:lnTo>
                <a:lnTo>
                  <a:pt x="1041666" y="294144"/>
                </a:lnTo>
                <a:lnTo>
                  <a:pt x="1031405" y="294144"/>
                </a:lnTo>
                <a:lnTo>
                  <a:pt x="1023327" y="291807"/>
                </a:lnTo>
                <a:lnTo>
                  <a:pt x="1013574" y="284124"/>
                </a:lnTo>
                <a:lnTo>
                  <a:pt x="1011440" y="282346"/>
                </a:lnTo>
                <a:lnTo>
                  <a:pt x="1008570" y="276275"/>
                </a:lnTo>
                <a:lnTo>
                  <a:pt x="1008570" y="260743"/>
                </a:lnTo>
                <a:lnTo>
                  <a:pt x="1044905" y="242989"/>
                </a:lnTo>
                <a:lnTo>
                  <a:pt x="1085481" y="242874"/>
                </a:lnTo>
                <a:lnTo>
                  <a:pt x="1085481" y="93192"/>
                </a:lnTo>
                <a:lnTo>
                  <a:pt x="1073962" y="90805"/>
                </a:lnTo>
                <a:lnTo>
                  <a:pt x="1048727" y="89281"/>
                </a:lnTo>
                <a:lnTo>
                  <a:pt x="1041666" y="89154"/>
                </a:lnTo>
                <a:lnTo>
                  <a:pt x="1037336" y="89293"/>
                </a:lnTo>
                <a:lnTo>
                  <a:pt x="1035138" y="89357"/>
                </a:lnTo>
                <a:lnTo>
                  <a:pt x="985024" y="96723"/>
                </a:lnTo>
                <a:lnTo>
                  <a:pt x="944765" y="111810"/>
                </a:lnTo>
                <a:lnTo>
                  <a:pt x="933513" y="118402"/>
                </a:lnTo>
                <a:lnTo>
                  <a:pt x="963345" y="178536"/>
                </a:lnTo>
                <a:lnTo>
                  <a:pt x="970216" y="173697"/>
                </a:lnTo>
                <a:lnTo>
                  <a:pt x="977798" y="169392"/>
                </a:lnTo>
                <a:lnTo>
                  <a:pt x="1022299" y="157048"/>
                </a:lnTo>
                <a:lnTo>
                  <a:pt x="1032700" y="156679"/>
                </a:lnTo>
                <a:lnTo>
                  <a:pt x="1044905" y="157353"/>
                </a:lnTo>
                <a:lnTo>
                  <a:pt x="1055471" y="159385"/>
                </a:lnTo>
                <a:lnTo>
                  <a:pt x="1056055" y="159486"/>
                </a:lnTo>
                <a:lnTo>
                  <a:pt x="1084668" y="190563"/>
                </a:lnTo>
                <a:lnTo>
                  <a:pt x="1085176" y="196710"/>
                </a:lnTo>
                <a:lnTo>
                  <a:pt x="1032700" y="196786"/>
                </a:lnTo>
                <a:lnTo>
                  <a:pt x="1017193" y="197269"/>
                </a:lnTo>
                <a:lnTo>
                  <a:pt x="1016457" y="197281"/>
                </a:lnTo>
                <a:lnTo>
                  <a:pt x="1000036" y="198945"/>
                </a:lnTo>
                <a:lnTo>
                  <a:pt x="999578" y="198996"/>
                </a:lnTo>
                <a:lnTo>
                  <a:pt x="985024" y="201739"/>
                </a:lnTo>
                <a:lnTo>
                  <a:pt x="984516" y="201828"/>
                </a:lnTo>
                <a:lnTo>
                  <a:pt x="941425" y="223901"/>
                </a:lnTo>
                <a:lnTo>
                  <a:pt x="923467" y="261264"/>
                </a:lnTo>
                <a:lnTo>
                  <a:pt x="923467" y="261886"/>
                </a:lnTo>
                <a:lnTo>
                  <a:pt x="922794" y="272237"/>
                </a:lnTo>
                <a:lnTo>
                  <a:pt x="933754" y="311861"/>
                </a:lnTo>
                <a:lnTo>
                  <a:pt x="965682" y="339826"/>
                </a:lnTo>
                <a:lnTo>
                  <a:pt x="1008570" y="349719"/>
                </a:lnTo>
                <a:lnTo>
                  <a:pt x="1011440" y="349846"/>
                </a:lnTo>
                <a:lnTo>
                  <a:pt x="1013574" y="349948"/>
                </a:lnTo>
                <a:lnTo>
                  <a:pt x="1015034" y="350012"/>
                </a:lnTo>
                <a:lnTo>
                  <a:pt x="1017193" y="350075"/>
                </a:lnTo>
                <a:lnTo>
                  <a:pt x="1029017" y="349453"/>
                </a:lnTo>
                <a:lnTo>
                  <a:pt x="1031405" y="349326"/>
                </a:lnTo>
                <a:lnTo>
                  <a:pt x="1032700" y="349262"/>
                </a:lnTo>
                <a:lnTo>
                  <a:pt x="1070330" y="336791"/>
                </a:lnTo>
                <a:lnTo>
                  <a:pt x="1091539" y="312750"/>
                </a:lnTo>
                <a:lnTo>
                  <a:pt x="1091539" y="345884"/>
                </a:lnTo>
                <a:lnTo>
                  <a:pt x="1097610" y="345884"/>
                </a:lnTo>
                <a:lnTo>
                  <a:pt x="1174051" y="345884"/>
                </a:lnTo>
                <a:lnTo>
                  <a:pt x="1174051" y="205574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4547984" y="2666085"/>
            <a:ext cx="261620" cy="326390"/>
          </a:xfrm>
          <a:custGeom>
            <a:avLst/>
            <a:gdLst/>
            <a:ahLst/>
            <a:cxnLst/>
            <a:rect l="l" t="t" r="r" b="b"/>
            <a:pathLst>
              <a:path w="261620" h="326389">
                <a:moveTo>
                  <a:pt x="261620" y="255231"/>
                </a:moveTo>
                <a:lnTo>
                  <a:pt x="91440" y="255231"/>
                </a:lnTo>
                <a:lnTo>
                  <a:pt x="91440" y="237337"/>
                </a:lnTo>
                <a:lnTo>
                  <a:pt x="90170" y="237337"/>
                </a:lnTo>
                <a:lnTo>
                  <a:pt x="90170" y="194868"/>
                </a:lnTo>
                <a:lnTo>
                  <a:pt x="90589" y="194868"/>
                </a:lnTo>
                <a:lnTo>
                  <a:pt x="91440" y="194868"/>
                </a:lnTo>
                <a:lnTo>
                  <a:pt x="91440" y="195097"/>
                </a:lnTo>
                <a:lnTo>
                  <a:pt x="234950" y="195097"/>
                </a:lnTo>
                <a:lnTo>
                  <a:pt x="234950" y="195313"/>
                </a:lnTo>
                <a:lnTo>
                  <a:pt x="236220" y="195313"/>
                </a:lnTo>
                <a:lnTo>
                  <a:pt x="236220" y="152717"/>
                </a:lnTo>
                <a:lnTo>
                  <a:pt x="234950" y="152717"/>
                </a:lnTo>
                <a:lnTo>
                  <a:pt x="234950" y="126568"/>
                </a:lnTo>
                <a:lnTo>
                  <a:pt x="91440" y="126568"/>
                </a:lnTo>
                <a:lnTo>
                  <a:pt x="91440" y="126352"/>
                </a:lnTo>
                <a:lnTo>
                  <a:pt x="90233" y="126352"/>
                </a:lnTo>
                <a:lnTo>
                  <a:pt x="90170" y="113144"/>
                </a:lnTo>
                <a:lnTo>
                  <a:pt x="90170" y="71069"/>
                </a:lnTo>
                <a:lnTo>
                  <a:pt x="234950" y="71069"/>
                </a:lnTo>
                <a:lnTo>
                  <a:pt x="234950" y="71297"/>
                </a:lnTo>
                <a:lnTo>
                  <a:pt x="254000" y="71297"/>
                </a:lnTo>
                <a:lnTo>
                  <a:pt x="255270" y="71323"/>
                </a:lnTo>
                <a:lnTo>
                  <a:pt x="255270" y="8801"/>
                </a:lnTo>
                <a:lnTo>
                  <a:pt x="254000" y="8801"/>
                </a:lnTo>
                <a:lnTo>
                  <a:pt x="254000" y="0"/>
                </a:lnTo>
                <a:lnTo>
                  <a:pt x="234950" y="0"/>
                </a:lnTo>
                <a:lnTo>
                  <a:pt x="90170" y="0"/>
                </a:lnTo>
                <a:lnTo>
                  <a:pt x="89966" y="0"/>
                </a:lnTo>
                <a:lnTo>
                  <a:pt x="89966" y="126339"/>
                </a:lnTo>
                <a:lnTo>
                  <a:pt x="87299" y="126339"/>
                </a:lnTo>
                <a:lnTo>
                  <a:pt x="89966" y="126339"/>
                </a:lnTo>
                <a:lnTo>
                  <a:pt x="89966" y="0"/>
                </a:lnTo>
                <a:lnTo>
                  <a:pt x="87249" y="0"/>
                </a:lnTo>
                <a:lnTo>
                  <a:pt x="87249" y="194856"/>
                </a:lnTo>
                <a:lnTo>
                  <a:pt x="83820" y="194856"/>
                </a:lnTo>
                <a:lnTo>
                  <a:pt x="83820" y="126339"/>
                </a:lnTo>
                <a:lnTo>
                  <a:pt x="84366" y="126339"/>
                </a:lnTo>
                <a:lnTo>
                  <a:pt x="83908" y="194843"/>
                </a:lnTo>
                <a:lnTo>
                  <a:pt x="87249" y="194856"/>
                </a:lnTo>
                <a:lnTo>
                  <a:pt x="87249" y="0"/>
                </a:lnTo>
                <a:lnTo>
                  <a:pt x="83820" y="0"/>
                </a:lnTo>
                <a:lnTo>
                  <a:pt x="0" y="0"/>
                </a:lnTo>
                <a:lnTo>
                  <a:pt x="0" y="326301"/>
                </a:lnTo>
                <a:lnTo>
                  <a:pt x="83820" y="326301"/>
                </a:lnTo>
                <a:lnTo>
                  <a:pt x="90170" y="326301"/>
                </a:lnTo>
                <a:lnTo>
                  <a:pt x="91440" y="326301"/>
                </a:lnTo>
                <a:lnTo>
                  <a:pt x="261620" y="326301"/>
                </a:lnTo>
                <a:lnTo>
                  <a:pt x="261620" y="255231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4856581" y="2636722"/>
            <a:ext cx="1260475" cy="360045"/>
          </a:xfrm>
          <a:custGeom>
            <a:avLst/>
            <a:gdLst/>
            <a:ahLst/>
            <a:cxnLst/>
            <a:rect l="l" t="t" r="r" b="b"/>
            <a:pathLst>
              <a:path w="1260475" h="360044">
                <a:moveTo>
                  <a:pt x="268973" y="211162"/>
                </a:moveTo>
                <a:lnTo>
                  <a:pt x="261226" y="160553"/>
                </a:lnTo>
                <a:lnTo>
                  <a:pt x="238950" y="125806"/>
                </a:lnTo>
                <a:lnTo>
                  <a:pt x="205447" y="105511"/>
                </a:lnTo>
                <a:lnTo>
                  <a:pt x="164553" y="98818"/>
                </a:lnTo>
                <a:lnTo>
                  <a:pt x="149110" y="99682"/>
                </a:lnTo>
                <a:lnTo>
                  <a:pt x="107683" y="112572"/>
                </a:lnTo>
                <a:lnTo>
                  <a:pt x="84378" y="130746"/>
                </a:lnTo>
                <a:lnTo>
                  <a:pt x="84378" y="103009"/>
                </a:lnTo>
                <a:lnTo>
                  <a:pt x="0" y="103009"/>
                </a:lnTo>
                <a:lnTo>
                  <a:pt x="0" y="355663"/>
                </a:lnTo>
                <a:lnTo>
                  <a:pt x="68059" y="355663"/>
                </a:lnTo>
                <a:lnTo>
                  <a:pt x="84378" y="355663"/>
                </a:lnTo>
                <a:lnTo>
                  <a:pt x="88569" y="355663"/>
                </a:lnTo>
                <a:lnTo>
                  <a:pt x="88569" y="233527"/>
                </a:lnTo>
                <a:lnTo>
                  <a:pt x="88976" y="223545"/>
                </a:lnTo>
                <a:lnTo>
                  <a:pt x="107683" y="183819"/>
                </a:lnTo>
                <a:lnTo>
                  <a:pt x="138912" y="173863"/>
                </a:lnTo>
                <a:lnTo>
                  <a:pt x="148158" y="174637"/>
                </a:lnTo>
                <a:lnTo>
                  <a:pt x="177660" y="202247"/>
                </a:lnTo>
                <a:lnTo>
                  <a:pt x="180403" y="225602"/>
                </a:lnTo>
                <a:lnTo>
                  <a:pt x="180403" y="355663"/>
                </a:lnTo>
                <a:lnTo>
                  <a:pt x="268973" y="355663"/>
                </a:lnTo>
                <a:lnTo>
                  <a:pt x="268973" y="211162"/>
                </a:lnTo>
                <a:close/>
              </a:path>
              <a:path w="1260475" h="360044">
                <a:moveTo>
                  <a:pt x="541210" y="276898"/>
                </a:moveTo>
                <a:lnTo>
                  <a:pt x="528980" y="235178"/>
                </a:lnTo>
                <a:lnTo>
                  <a:pt x="498081" y="212623"/>
                </a:lnTo>
                <a:lnTo>
                  <a:pt x="458711" y="202323"/>
                </a:lnTo>
                <a:lnTo>
                  <a:pt x="412788" y="195554"/>
                </a:lnTo>
                <a:lnTo>
                  <a:pt x="405714" y="193535"/>
                </a:lnTo>
                <a:lnTo>
                  <a:pt x="395147" y="188239"/>
                </a:lnTo>
                <a:lnTo>
                  <a:pt x="392506" y="184442"/>
                </a:lnTo>
                <a:lnTo>
                  <a:pt x="392506" y="174498"/>
                </a:lnTo>
                <a:lnTo>
                  <a:pt x="433070" y="161747"/>
                </a:lnTo>
                <a:lnTo>
                  <a:pt x="441566" y="162001"/>
                </a:lnTo>
                <a:lnTo>
                  <a:pt x="487133" y="171361"/>
                </a:lnTo>
                <a:lnTo>
                  <a:pt x="505790" y="180403"/>
                </a:lnTo>
                <a:lnTo>
                  <a:pt x="532358" y="120269"/>
                </a:lnTo>
                <a:lnTo>
                  <a:pt x="486435" y="104178"/>
                </a:lnTo>
                <a:lnTo>
                  <a:pt x="445922" y="99161"/>
                </a:lnTo>
                <a:lnTo>
                  <a:pt x="432600" y="98818"/>
                </a:lnTo>
                <a:lnTo>
                  <a:pt x="413537" y="99504"/>
                </a:lnTo>
                <a:lnTo>
                  <a:pt x="365467" y="109766"/>
                </a:lnTo>
                <a:lnTo>
                  <a:pt x="331685" y="130670"/>
                </a:lnTo>
                <a:lnTo>
                  <a:pt x="310413" y="170954"/>
                </a:lnTo>
                <a:lnTo>
                  <a:pt x="309537" y="182727"/>
                </a:lnTo>
                <a:lnTo>
                  <a:pt x="310032" y="192989"/>
                </a:lnTo>
                <a:lnTo>
                  <a:pt x="326720" y="230695"/>
                </a:lnTo>
                <a:lnTo>
                  <a:pt x="360159" y="250177"/>
                </a:lnTo>
                <a:lnTo>
                  <a:pt x="437959" y="264147"/>
                </a:lnTo>
                <a:lnTo>
                  <a:pt x="445109" y="265938"/>
                </a:lnTo>
                <a:lnTo>
                  <a:pt x="455980" y="270598"/>
                </a:lnTo>
                <a:lnTo>
                  <a:pt x="458698" y="274243"/>
                </a:lnTo>
                <a:lnTo>
                  <a:pt x="458698" y="284505"/>
                </a:lnTo>
                <a:lnTo>
                  <a:pt x="419074" y="296468"/>
                </a:lnTo>
                <a:lnTo>
                  <a:pt x="407593" y="296087"/>
                </a:lnTo>
                <a:lnTo>
                  <a:pt x="360946" y="286753"/>
                </a:lnTo>
                <a:lnTo>
                  <a:pt x="330974" y="273164"/>
                </a:lnTo>
                <a:lnTo>
                  <a:pt x="304406" y="333756"/>
                </a:lnTo>
                <a:lnTo>
                  <a:pt x="353580" y="352412"/>
                </a:lnTo>
                <a:lnTo>
                  <a:pt x="400291" y="359410"/>
                </a:lnTo>
                <a:lnTo>
                  <a:pt x="416280" y="359867"/>
                </a:lnTo>
                <a:lnTo>
                  <a:pt x="435952" y="359181"/>
                </a:lnTo>
                <a:lnTo>
                  <a:pt x="485038" y="348678"/>
                </a:lnTo>
                <a:lnTo>
                  <a:pt x="519036" y="327710"/>
                </a:lnTo>
                <a:lnTo>
                  <a:pt x="540321" y="288264"/>
                </a:lnTo>
                <a:lnTo>
                  <a:pt x="541210" y="276898"/>
                </a:lnTo>
                <a:close/>
              </a:path>
              <a:path w="1260475" h="360044">
                <a:moveTo>
                  <a:pt x="753770" y="345414"/>
                </a:moveTo>
                <a:lnTo>
                  <a:pt x="731862" y="283413"/>
                </a:lnTo>
                <a:lnTo>
                  <a:pt x="725970" y="286893"/>
                </a:lnTo>
                <a:lnTo>
                  <a:pt x="719505" y="289369"/>
                </a:lnTo>
                <a:lnTo>
                  <a:pt x="712457" y="290855"/>
                </a:lnTo>
                <a:lnTo>
                  <a:pt x="704824" y="291338"/>
                </a:lnTo>
                <a:lnTo>
                  <a:pt x="697052" y="291338"/>
                </a:lnTo>
                <a:lnTo>
                  <a:pt x="690689" y="288785"/>
                </a:lnTo>
                <a:lnTo>
                  <a:pt x="680745" y="278523"/>
                </a:lnTo>
                <a:lnTo>
                  <a:pt x="678256" y="271449"/>
                </a:lnTo>
                <a:lnTo>
                  <a:pt x="678256" y="168744"/>
                </a:lnTo>
                <a:lnTo>
                  <a:pt x="736053" y="168744"/>
                </a:lnTo>
                <a:lnTo>
                  <a:pt x="736053" y="103022"/>
                </a:lnTo>
                <a:lnTo>
                  <a:pt x="678256" y="103022"/>
                </a:lnTo>
                <a:lnTo>
                  <a:pt x="678256" y="46609"/>
                </a:lnTo>
                <a:lnTo>
                  <a:pt x="589686" y="46609"/>
                </a:lnTo>
                <a:lnTo>
                  <a:pt x="589686" y="103022"/>
                </a:lnTo>
                <a:lnTo>
                  <a:pt x="552856" y="103022"/>
                </a:lnTo>
                <a:lnTo>
                  <a:pt x="552856" y="168744"/>
                </a:lnTo>
                <a:lnTo>
                  <a:pt x="589686" y="168744"/>
                </a:lnTo>
                <a:lnTo>
                  <a:pt x="589686" y="263372"/>
                </a:lnTo>
                <a:lnTo>
                  <a:pt x="591362" y="286092"/>
                </a:lnTo>
                <a:lnTo>
                  <a:pt x="604888" y="322326"/>
                </a:lnTo>
                <a:lnTo>
                  <a:pt x="649109" y="353872"/>
                </a:lnTo>
                <a:lnTo>
                  <a:pt x="690689" y="359778"/>
                </a:lnTo>
                <a:lnTo>
                  <a:pt x="701001" y="359651"/>
                </a:lnTo>
                <a:lnTo>
                  <a:pt x="741299" y="351891"/>
                </a:lnTo>
                <a:lnTo>
                  <a:pt x="747852" y="348907"/>
                </a:lnTo>
                <a:lnTo>
                  <a:pt x="753770" y="345414"/>
                </a:lnTo>
                <a:close/>
              </a:path>
              <a:path w="1260475" h="360044">
                <a:moveTo>
                  <a:pt x="957021" y="98818"/>
                </a:moveTo>
                <a:lnTo>
                  <a:pt x="939736" y="99707"/>
                </a:lnTo>
                <a:lnTo>
                  <a:pt x="924102" y="102323"/>
                </a:lnTo>
                <a:lnTo>
                  <a:pt x="923798" y="102374"/>
                </a:lnTo>
                <a:lnTo>
                  <a:pt x="884237" y="121043"/>
                </a:lnTo>
                <a:lnTo>
                  <a:pt x="872185" y="133756"/>
                </a:lnTo>
                <a:lnTo>
                  <a:pt x="872185" y="103009"/>
                </a:lnTo>
                <a:lnTo>
                  <a:pt x="787806" y="103009"/>
                </a:lnTo>
                <a:lnTo>
                  <a:pt x="787806" y="355663"/>
                </a:lnTo>
                <a:lnTo>
                  <a:pt x="859599" y="355663"/>
                </a:lnTo>
                <a:lnTo>
                  <a:pt x="872185" y="355663"/>
                </a:lnTo>
                <a:lnTo>
                  <a:pt x="876376" y="355663"/>
                </a:lnTo>
                <a:lnTo>
                  <a:pt x="876376" y="239598"/>
                </a:lnTo>
                <a:lnTo>
                  <a:pt x="877417" y="224205"/>
                </a:lnTo>
                <a:lnTo>
                  <a:pt x="902182" y="185394"/>
                </a:lnTo>
                <a:lnTo>
                  <a:pt x="936980" y="177126"/>
                </a:lnTo>
                <a:lnTo>
                  <a:pt x="943584" y="177203"/>
                </a:lnTo>
                <a:lnTo>
                  <a:pt x="949477" y="177520"/>
                </a:lnTo>
                <a:lnTo>
                  <a:pt x="952982" y="177901"/>
                </a:lnTo>
                <a:lnTo>
                  <a:pt x="957021" y="178523"/>
                </a:lnTo>
                <a:lnTo>
                  <a:pt x="957021" y="98818"/>
                </a:lnTo>
                <a:close/>
              </a:path>
              <a:path w="1260475" h="360044">
                <a:moveTo>
                  <a:pt x="1114107" y="36830"/>
                </a:moveTo>
                <a:lnTo>
                  <a:pt x="1091501" y="2565"/>
                </a:lnTo>
                <a:lnTo>
                  <a:pt x="1077290" y="0"/>
                </a:lnTo>
                <a:lnTo>
                  <a:pt x="1069886" y="647"/>
                </a:lnTo>
                <a:lnTo>
                  <a:pt x="1041120" y="29057"/>
                </a:lnTo>
                <a:lnTo>
                  <a:pt x="1040460" y="36830"/>
                </a:lnTo>
                <a:lnTo>
                  <a:pt x="1041120" y="44602"/>
                </a:lnTo>
                <a:lnTo>
                  <a:pt x="1069886" y="72555"/>
                </a:lnTo>
                <a:lnTo>
                  <a:pt x="1077290" y="73177"/>
                </a:lnTo>
                <a:lnTo>
                  <a:pt x="1084681" y="72555"/>
                </a:lnTo>
                <a:lnTo>
                  <a:pt x="1113434" y="44602"/>
                </a:lnTo>
                <a:lnTo>
                  <a:pt x="1114107" y="36830"/>
                </a:lnTo>
                <a:close/>
              </a:path>
              <a:path w="1260475" h="360044">
                <a:moveTo>
                  <a:pt x="1212938" y="36830"/>
                </a:moveTo>
                <a:lnTo>
                  <a:pt x="1190332" y="2565"/>
                </a:lnTo>
                <a:lnTo>
                  <a:pt x="1176121" y="0"/>
                </a:lnTo>
                <a:lnTo>
                  <a:pt x="1168717" y="647"/>
                </a:lnTo>
                <a:lnTo>
                  <a:pt x="1139952" y="29057"/>
                </a:lnTo>
                <a:lnTo>
                  <a:pt x="1139291" y="36830"/>
                </a:lnTo>
                <a:lnTo>
                  <a:pt x="1139952" y="44602"/>
                </a:lnTo>
                <a:lnTo>
                  <a:pt x="1168717" y="72555"/>
                </a:lnTo>
                <a:lnTo>
                  <a:pt x="1176121" y="73177"/>
                </a:lnTo>
                <a:lnTo>
                  <a:pt x="1183513" y="72555"/>
                </a:lnTo>
                <a:lnTo>
                  <a:pt x="1212265" y="44602"/>
                </a:lnTo>
                <a:lnTo>
                  <a:pt x="1212938" y="36830"/>
                </a:lnTo>
                <a:close/>
              </a:path>
              <a:path w="1260475" h="360044">
                <a:moveTo>
                  <a:pt x="1260017" y="103009"/>
                </a:moveTo>
                <a:lnTo>
                  <a:pt x="1171448" y="103009"/>
                </a:lnTo>
                <a:lnTo>
                  <a:pt x="1171448" y="224675"/>
                </a:lnTo>
                <a:lnTo>
                  <a:pt x="1171028" y="234696"/>
                </a:lnTo>
                <a:lnTo>
                  <a:pt x="1157351" y="270433"/>
                </a:lnTo>
                <a:lnTo>
                  <a:pt x="1132611" y="284353"/>
                </a:lnTo>
                <a:lnTo>
                  <a:pt x="1123899" y="284353"/>
                </a:lnTo>
                <a:lnTo>
                  <a:pt x="1088110" y="264426"/>
                </a:lnTo>
                <a:lnTo>
                  <a:pt x="1081951" y="229806"/>
                </a:lnTo>
                <a:lnTo>
                  <a:pt x="1081951" y="103009"/>
                </a:lnTo>
                <a:lnTo>
                  <a:pt x="993381" y="103009"/>
                </a:lnTo>
                <a:lnTo>
                  <a:pt x="993381" y="244259"/>
                </a:lnTo>
                <a:lnTo>
                  <a:pt x="994232" y="263220"/>
                </a:lnTo>
                <a:lnTo>
                  <a:pt x="1007135" y="309753"/>
                </a:lnTo>
                <a:lnTo>
                  <a:pt x="1033792" y="340829"/>
                </a:lnTo>
                <a:lnTo>
                  <a:pt x="1071397" y="356844"/>
                </a:lnTo>
                <a:lnTo>
                  <a:pt x="1100594" y="359867"/>
                </a:lnTo>
                <a:lnTo>
                  <a:pt x="1114437" y="359029"/>
                </a:lnTo>
                <a:lnTo>
                  <a:pt x="1114780" y="359016"/>
                </a:lnTo>
                <a:lnTo>
                  <a:pt x="1154214" y="346113"/>
                </a:lnTo>
                <a:lnTo>
                  <a:pt x="1175651" y="329133"/>
                </a:lnTo>
                <a:lnTo>
                  <a:pt x="1175651" y="355663"/>
                </a:lnTo>
                <a:lnTo>
                  <a:pt x="1191971" y="355663"/>
                </a:lnTo>
                <a:lnTo>
                  <a:pt x="1260017" y="355663"/>
                </a:lnTo>
                <a:lnTo>
                  <a:pt x="1260017" y="103009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6173470" y="2735541"/>
            <a:ext cx="724535" cy="261620"/>
          </a:xfrm>
          <a:custGeom>
            <a:avLst/>
            <a:gdLst/>
            <a:ahLst/>
            <a:cxnLst/>
            <a:rect l="l" t="t" r="r" b="b"/>
            <a:pathLst>
              <a:path w="724534" h="261619">
                <a:moveTo>
                  <a:pt x="431190" y="112344"/>
                </a:moveTo>
                <a:lnTo>
                  <a:pt x="423710" y="61734"/>
                </a:lnTo>
                <a:lnTo>
                  <a:pt x="402170" y="26987"/>
                </a:lnTo>
                <a:lnTo>
                  <a:pt x="369608" y="6692"/>
                </a:lnTo>
                <a:lnTo>
                  <a:pt x="329095" y="0"/>
                </a:lnTo>
                <a:lnTo>
                  <a:pt x="312775" y="1041"/>
                </a:lnTo>
                <a:lnTo>
                  <a:pt x="266407" y="17475"/>
                </a:lnTo>
                <a:lnTo>
                  <a:pt x="241401" y="39890"/>
                </a:lnTo>
                <a:lnTo>
                  <a:pt x="231648" y="27432"/>
                </a:lnTo>
                <a:lnTo>
                  <a:pt x="191871" y="4381"/>
                </a:lnTo>
                <a:lnTo>
                  <a:pt x="161518" y="114"/>
                </a:lnTo>
                <a:lnTo>
                  <a:pt x="159893" y="0"/>
                </a:lnTo>
                <a:lnTo>
                  <a:pt x="118275" y="7734"/>
                </a:lnTo>
                <a:lnTo>
                  <a:pt x="84366" y="30619"/>
                </a:lnTo>
                <a:lnTo>
                  <a:pt x="84366" y="4191"/>
                </a:lnTo>
                <a:lnTo>
                  <a:pt x="0" y="4191"/>
                </a:lnTo>
                <a:lnTo>
                  <a:pt x="0" y="256844"/>
                </a:lnTo>
                <a:lnTo>
                  <a:pt x="67589" y="256844"/>
                </a:lnTo>
                <a:lnTo>
                  <a:pt x="84366" y="256844"/>
                </a:lnTo>
                <a:lnTo>
                  <a:pt x="88569" y="256844"/>
                </a:lnTo>
                <a:lnTo>
                  <a:pt x="88569" y="131445"/>
                </a:lnTo>
                <a:lnTo>
                  <a:pt x="88925" y="122123"/>
                </a:lnTo>
                <a:lnTo>
                  <a:pt x="103568" y="85153"/>
                </a:lnTo>
                <a:lnTo>
                  <a:pt x="124612" y="75044"/>
                </a:lnTo>
                <a:lnTo>
                  <a:pt x="133324" y="75044"/>
                </a:lnTo>
                <a:lnTo>
                  <a:pt x="169024" y="103428"/>
                </a:lnTo>
                <a:lnTo>
                  <a:pt x="171538" y="126784"/>
                </a:lnTo>
                <a:lnTo>
                  <a:pt x="171538" y="256844"/>
                </a:lnTo>
                <a:lnTo>
                  <a:pt x="225615" y="256844"/>
                </a:lnTo>
                <a:lnTo>
                  <a:pt x="254520" y="256844"/>
                </a:lnTo>
                <a:lnTo>
                  <a:pt x="260108" y="256844"/>
                </a:lnTo>
                <a:lnTo>
                  <a:pt x="260108" y="131445"/>
                </a:lnTo>
                <a:lnTo>
                  <a:pt x="269430" y="91287"/>
                </a:lnTo>
                <a:lnTo>
                  <a:pt x="304393" y="75044"/>
                </a:lnTo>
                <a:lnTo>
                  <a:pt x="311886" y="75742"/>
                </a:lnTo>
                <a:lnTo>
                  <a:pt x="312775" y="75819"/>
                </a:lnTo>
                <a:lnTo>
                  <a:pt x="340055" y="103428"/>
                </a:lnTo>
                <a:lnTo>
                  <a:pt x="342620" y="126784"/>
                </a:lnTo>
                <a:lnTo>
                  <a:pt x="342620" y="256844"/>
                </a:lnTo>
                <a:lnTo>
                  <a:pt x="431190" y="256844"/>
                </a:lnTo>
                <a:lnTo>
                  <a:pt x="431190" y="112344"/>
                </a:lnTo>
                <a:close/>
              </a:path>
              <a:path w="724534" h="261619">
                <a:moveTo>
                  <a:pt x="723925" y="116535"/>
                </a:moveTo>
                <a:lnTo>
                  <a:pt x="715467" y="64389"/>
                </a:lnTo>
                <a:lnTo>
                  <a:pt x="690130" y="28194"/>
                </a:lnTo>
                <a:lnTo>
                  <a:pt x="649401" y="7048"/>
                </a:lnTo>
                <a:lnTo>
                  <a:pt x="635355" y="4152"/>
                </a:lnTo>
                <a:lnTo>
                  <a:pt x="635355" y="153835"/>
                </a:lnTo>
                <a:lnTo>
                  <a:pt x="635355" y="175742"/>
                </a:lnTo>
                <a:lnTo>
                  <a:pt x="605345" y="203301"/>
                </a:lnTo>
                <a:lnTo>
                  <a:pt x="591540" y="205105"/>
                </a:lnTo>
                <a:lnTo>
                  <a:pt x="581291" y="205105"/>
                </a:lnTo>
                <a:lnTo>
                  <a:pt x="573214" y="202768"/>
                </a:lnTo>
                <a:lnTo>
                  <a:pt x="563448" y="195084"/>
                </a:lnTo>
                <a:lnTo>
                  <a:pt x="561327" y="193306"/>
                </a:lnTo>
                <a:lnTo>
                  <a:pt x="558444" y="187236"/>
                </a:lnTo>
                <a:lnTo>
                  <a:pt x="558444" y="171704"/>
                </a:lnTo>
                <a:lnTo>
                  <a:pt x="594779" y="153949"/>
                </a:lnTo>
                <a:lnTo>
                  <a:pt x="635355" y="153835"/>
                </a:lnTo>
                <a:lnTo>
                  <a:pt x="635355" y="4152"/>
                </a:lnTo>
                <a:lnTo>
                  <a:pt x="623836" y="1765"/>
                </a:lnTo>
                <a:lnTo>
                  <a:pt x="598601" y="241"/>
                </a:lnTo>
                <a:lnTo>
                  <a:pt x="591540" y="114"/>
                </a:lnTo>
                <a:lnTo>
                  <a:pt x="587209" y="254"/>
                </a:lnTo>
                <a:lnTo>
                  <a:pt x="585012" y="317"/>
                </a:lnTo>
                <a:lnTo>
                  <a:pt x="534911" y="7683"/>
                </a:lnTo>
                <a:lnTo>
                  <a:pt x="494652" y="22771"/>
                </a:lnTo>
                <a:lnTo>
                  <a:pt x="483400" y="29362"/>
                </a:lnTo>
                <a:lnTo>
                  <a:pt x="513232" y="89496"/>
                </a:lnTo>
                <a:lnTo>
                  <a:pt x="520103" y="84658"/>
                </a:lnTo>
                <a:lnTo>
                  <a:pt x="527672" y="80352"/>
                </a:lnTo>
                <a:lnTo>
                  <a:pt x="572173" y="68008"/>
                </a:lnTo>
                <a:lnTo>
                  <a:pt x="582574" y="67640"/>
                </a:lnTo>
                <a:lnTo>
                  <a:pt x="594779" y="68313"/>
                </a:lnTo>
                <a:lnTo>
                  <a:pt x="605345" y="70345"/>
                </a:lnTo>
                <a:lnTo>
                  <a:pt x="605929" y="70446"/>
                </a:lnTo>
                <a:lnTo>
                  <a:pt x="634542" y="101523"/>
                </a:lnTo>
                <a:lnTo>
                  <a:pt x="635050" y="107670"/>
                </a:lnTo>
                <a:lnTo>
                  <a:pt x="582574" y="107746"/>
                </a:lnTo>
                <a:lnTo>
                  <a:pt x="567067" y="108229"/>
                </a:lnTo>
                <a:lnTo>
                  <a:pt x="566331" y="108242"/>
                </a:lnTo>
                <a:lnTo>
                  <a:pt x="549922" y="109905"/>
                </a:lnTo>
                <a:lnTo>
                  <a:pt x="549465" y="109956"/>
                </a:lnTo>
                <a:lnTo>
                  <a:pt x="534911" y="112699"/>
                </a:lnTo>
                <a:lnTo>
                  <a:pt x="534403" y="112788"/>
                </a:lnTo>
                <a:lnTo>
                  <a:pt x="491299" y="134861"/>
                </a:lnTo>
                <a:lnTo>
                  <a:pt x="473341" y="172212"/>
                </a:lnTo>
                <a:lnTo>
                  <a:pt x="473341" y="172808"/>
                </a:lnTo>
                <a:lnTo>
                  <a:pt x="472668" y="183197"/>
                </a:lnTo>
                <a:lnTo>
                  <a:pt x="483628" y="222821"/>
                </a:lnTo>
                <a:lnTo>
                  <a:pt x="515556" y="250786"/>
                </a:lnTo>
                <a:lnTo>
                  <a:pt x="558444" y="260680"/>
                </a:lnTo>
                <a:lnTo>
                  <a:pt x="561327" y="260807"/>
                </a:lnTo>
                <a:lnTo>
                  <a:pt x="563448" y="260908"/>
                </a:lnTo>
                <a:lnTo>
                  <a:pt x="564908" y="260972"/>
                </a:lnTo>
                <a:lnTo>
                  <a:pt x="567067" y="261048"/>
                </a:lnTo>
                <a:lnTo>
                  <a:pt x="578891" y="260413"/>
                </a:lnTo>
                <a:lnTo>
                  <a:pt x="581291" y="260286"/>
                </a:lnTo>
                <a:lnTo>
                  <a:pt x="620217" y="247751"/>
                </a:lnTo>
                <a:lnTo>
                  <a:pt x="641426" y="223697"/>
                </a:lnTo>
                <a:lnTo>
                  <a:pt x="641426" y="256844"/>
                </a:lnTo>
                <a:lnTo>
                  <a:pt x="647484" y="256844"/>
                </a:lnTo>
                <a:lnTo>
                  <a:pt x="723925" y="256844"/>
                </a:lnTo>
                <a:lnTo>
                  <a:pt x="723925" y="116535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6953339" y="2735541"/>
            <a:ext cx="269240" cy="257175"/>
          </a:xfrm>
          <a:custGeom>
            <a:avLst/>
            <a:gdLst/>
            <a:ahLst/>
            <a:cxnLst/>
            <a:rect l="l" t="t" r="r" b="b"/>
            <a:pathLst>
              <a:path w="269240" h="257175">
                <a:moveTo>
                  <a:pt x="84378" y="31927"/>
                </a:moveTo>
                <a:lnTo>
                  <a:pt x="84378" y="4190"/>
                </a:lnTo>
                <a:lnTo>
                  <a:pt x="0" y="4190"/>
                </a:lnTo>
                <a:lnTo>
                  <a:pt x="0" y="256844"/>
                </a:lnTo>
                <a:lnTo>
                  <a:pt x="68059" y="256844"/>
                </a:lnTo>
                <a:lnTo>
                  <a:pt x="68059" y="55003"/>
                </a:lnTo>
                <a:lnTo>
                  <a:pt x="75957" y="42111"/>
                </a:lnTo>
                <a:lnTo>
                  <a:pt x="84378" y="31927"/>
                </a:lnTo>
                <a:close/>
              </a:path>
              <a:path w="269240" h="257175">
                <a:moveTo>
                  <a:pt x="268973" y="256844"/>
                </a:moveTo>
                <a:lnTo>
                  <a:pt x="268973" y="112344"/>
                </a:lnTo>
                <a:lnTo>
                  <a:pt x="268113" y="93665"/>
                </a:lnTo>
                <a:lnTo>
                  <a:pt x="255219" y="48475"/>
                </a:lnTo>
                <a:lnTo>
                  <a:pt x="228953" y="18631"/>
                </a:lnTo>
                <a:lnTo>
                  <a:pt x="192522" y="2971"/>
                </a:lnTo>
                <a:lnTo>
                  <a:pt x="164553" y="0"/>
                </a:lnTo>
                <a:lnTo>
                  <a:pt x="149111" y="857"/>
                </a:lnTo>
                <a:lnTo>
                  <a:pt x="107683" y="13754"/>
                </a:lnTo>
                <a:lnTo>
                  <a:pt x="75957" y="42111"/>
                </a:lnTo>
                <a:lnTo>
                  <a:pt x="68059" y="55003"/>
                </a:lnTo>
                <a:lnTo>
                  <a:pt x="84378" y="75971"/>
                </a:lnTo>
                <a:lnTo>
                  <a:pt x="84378" y="256844"/>
                </a:lnTo>
                <a:lnTo>
                  <a:pt x="88569" y="256844"/>
                </a:lnTo>
                <a:lnTo>
                  <a:pt x="88569" y="134708"/>
                </a:lnTo>
                <a:lnTo>
                  <a:pt x="88977" y="124717"/>
                </a:lnTo>
                <a:lnTo>
                  <a:pt x="107683" y="84994"/>
                </a:lnTo>
                <a:lnTo>
                  <a:pt x="138925" y="75044"/>
                </a:lnTo>
                <a:lnTo>
                  <a:pt x="148169" y="75816"/>
                </a:lnTo>
                <a:lnTo>
                  <a:pt x="177668" y="103420"/>
                </a:lnTo>
                <a:lnTo>
                  <a:pt x="180403" y="126784"/>
                </a:lnTo>
                <a:lnTo>
                  <a:pt x="180403" y="256844"/>
                </a:lnTo>
                <a:lnTo>
                  <a:pt x="268973" y="256844"/>
                </a:lnTo>
                <a:close/>
              </a:path>
              <a:path w="269240" h="257175">
                <a:moveTo>
                  <a:pt x="84378" y="256844"/>
                </a:moveTo>
                <a:lnTo>
                  <a:pt x="84378" y="75971"/>
                </a:lnTo>
                <a:lnTo>
                  <a:pt x="68059" y="55003"/>
                </a:lnTo>
                <a:lnTo>
                  <a:pt x="68059" y="256844"/>
                </a:lnTo>
                <a:lnTo>
                  <a:pt x="84378" y="256844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7277786" y="2646502"/>
            <a:ext cx="382905" cy="350520"/>
          </a:xfrm>
          <a:custGeom>
            <a:avLst/>
            <a:gdLst/>
            <a:ahLst/>
            <a:cxnLst/>
            <a:rect l="l" t="t" r="r" b="b"/>
            <a:pathLst>
              <a:path w="382904" h="350519">
                <a:moveTo>
                  <a:pt x="88569" y="0"/>
                </a:moveTo>
                <a:lnTo>
                  <a:pt x="0" y="0"/>
                </a:lnTo>
                <a:lnTo>
                  <a:pt x="469" y="345884"/>
                </a:lnTo>
                <a:lnTo>
                  <a:pt x="88569" y="345884"/>
                </a:lnTo>
                <a:lnTo>
                  <a:pt x="88569" y="0"/>
                </a:lnTo>
                <a:close/>
              </a:path>
              <a:path w="382904" h="350519">
                <a:moveTo>
                  <a:pt x="382752" y="205574"/>
                </a:moveTo>
                <a:lnTo>
                  <a:pt x="374294" y="153428"/>
                </a:lnTo>
                <a:lnTo>
                  <a:pt x="348919" y="117233"/>
                </a:lnTo>
                <a:lnTo>
                  <a:pt x="308190" y="96088"/>
                </a:lnTo>
                <a:lnTo>
                  <a:pt x="294144" y="93192"/>
                </a:lnTo>
                <a:lnTo>
                  <a:pt x="294144" y="242874"/>
                </a:lnTo>
                <a:lnTo>
                  <a:pt x="294144" y="264782"/>
                </a:lnTo>
                <a:lnTo>
                  <a:pt x="264134" y="292341"/>
                </a:lnTo>
                <a:lnTo>
                  <a:pt x="250317" y="294144"/>
                </a:lnTo>
                <a:lnTo>
                  <a:pt x="240068" y="294144"/>
                </a:lnTo>
                <a:lnTo>
                  <a:pt x="231990" y="291807"/>
                </a:lnTo>
                <a:lnTo>
                  <a:pt x="222237" y="284124"/>
                </a:lnTo>
                <a:lnTo>
                  <a:pt x="220103" y="282346"/>
                </a:lnTo>
                <a:lnTo>
                  <a:pt x="217233" y="276275"/>
                </a:lnTo>
                <a:lnTo>
                  <a:pt x="217233" y="260743"/>
                </a:lnTo>
                <a:lnTo>
                  <a:pt x="253568" y="242989"/>
                </a:lnTo>
                <a:lnTo>
                  <a:pt x="294144" y="242874"/>
                </a:lnTo>
                <a:lnTo>
                  <a:pt x="294144" y="93192"/>
                </a:lnTo>
                <a:lnTo>
                  <a:pt x="282625" y="90805"/>
                </a:lnTo>
                <a:lnTo>
                  <a:pt x="257378" y="89281"/>
                </a:lnTo>
                <a:lnTo>
                  <a:pt x="250317" y="89154"/>
                </a:lnTo>
                <a:lnTo>
                  <a:pt x="245986" y="89293"/>
                </a:lnTo>
                <a:lnTo>
                  <a:pt x="243801" y="89357"/>
                </a:lnTo>
                <a:lnTo>
                  <a:pt x="193687" y="96723"/>
                </a:lnTo>
                <a:lnTo>
                  <a:pt x="153428" y="111810"/>
                </a:lnTo>
                <a:lnTo>
                  <a:pt x="142176" y="118402"/>
                </a:lnTo>
                <a:lnTo>
                  <a:pt x="172008" y="178536"/>
                </a:lnTo>
                <a:lnTo>
                  <a:pt x="178879" y="173697"/>
                </a:lnTo>
                <a:lnTo>
                  <a:pt x="186448" y="169392"/>
                </a:lnTo>
                <a:lnTo>
                  <a:pt x="230962" y="157048"/>
                </a:lnTo>
                <a:lnTo>
                  <a:pt x="241363" y="156679"/>
                </a:lnTo>
                <a:lnTo>
                  <a:pt x="253568" y="157353"/>
                </a:lnTo>
                <a:lnTo>
                  <a:pt x="264134" y="159385"/>
                </a:lnTo>
                <a:lnTo>
                  <a:pt x="264718" y="159486"/>
                </a:lnTo>
                <a:lnTo>
                  <a:pt x="293331" y="190563"/>
                </a:lnTo>
                <a:lnTo>
                  <a:pt x="293839" y="196710"/>
                </a:lnTo>
                <a:lnTo>
                  <a:pt x="241363" y="196786"/>
                </a:lnTo>
                <a:lnTo>
                  <a:pt x="225856" y="197269"/>
                </a:lnTo>
                <a:lnTo>
                  <a:pt x="225120" y="197281"/>
                </a:lnTo>
                <a:lnTo>
                  <a:pt x="208699" y="198945"/>
                </a:lnTo>
                <a:lnTo>
                  <a:pt x="208241" y="198996"/>
                </a:lnTo>
                <a:lnTo>
                  <a:pt x="193687" y="201739"/>
                </a:lnTo>
                <a:lnTo>
                  <a:pt x="193179" y="201828"/>
                </a:lnTo>
                <a:lnTo>
                  <a:pt x="150088" y="223901"/>
                </a:lnTo>
                <a:lnTo>
                  <a:pt x="132130" y="261264"/>
                </a:lnTo>
                <a:lnTo>
                  <a:pt x="132130" y="261886"/>
                </a:lnTo>
                <a:lnTo>
                  <a:pt x="131457" y="272237"/>
                </a:lnTo>
                <a:lnTo>
                  <a:pt x="142405" y="311861"/>
                </a:lnTo>
                <a:lnTo>
                  <a:pt x="174345" y="339826"/>
                </a:lnTo>
                <a:lnTo>
                  <a:pt x="217233" y="349719"/>
                </a:lnTo>
                <a:lnTo>
                  <a:pt x="220103" y="349846"/>
                </a:lnTo>
                <a:lnTo>
                  <a:pt x="222237" y="349948"/>
                </a:lnTo>
                <a:lnTo>
                  <a:pt x="223685" y="350012"/>
                </a:lnTo>
                <a:lnTo>
                  <a:pt x="225856" y="350075"/>
                </a:lnTo>
                <a:lnTo>
                  <a:pt x="237667" y="349453"/>
                </a:lnTo>
                <a:lnTo>
                  <a:pt x="240068" y="349326"/>
                </a:lnTo>
                <a:lnTo>
                  <a:pt x="241363" y="349262"/>
                </a:lnTo>
                <a:lnTo>
                  <a:pt x="278993" y="336791"/>
                </a:lnTo>
                <a:lnTo>
                  <a:pt x="300202" y="312750"/>
                </a:lnTo>
                <a:lnTo>
                  <a:pt x="300202" y="345884"/>
                </a:lnTo>
                <a:lnTo>
                  <a:pt x="306260" y="345884"/>
                </a:lnTo>
                <a:lnTo>
                  <a:pt x="382752" y="345884"/>
                </a:lnTo>
                <a:lnTo>
                  <a:pt x="382752" y="205574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7716469" y="2735541"/>
            <a:ext cx="294640" cy="257175"/>
          </a:xfrm>
          <a:custGeom>
            <a:avLst/>
            <a:gdLst/>
            <a:ahLst/>
            <a:cxnLst/>
            <a:rect l="l" t="t" r="r" b="b"/>
            <a:pathLst>
              <a:path w="294640" h="257175">
                <a:moveTo>
                  <a:pt x="169164" y="0"/>
                </a:moveTo>
                <a:lnTo>
                  <a:pt x="151879" y="889"/>
                </a:lnTo>
                <a:lnTo>
                  <a:pt x="136258" y="3505"/>
                </a:lnTo>
                <a:lnTo>
                  <a:pt x="135953" y="3556"/>
                </a:lnTo>
                <a:lnTo>
                  <a:pt x="96418" y="22225"/>
                </a:lnTo>
                <a:lnTo>
                  <a:pt x="84353" y="34963"/>
                </a:lnTo>
                <a:lnTo>
                  <a:pt x="84353" y="4191"/>
                </a:lnTo>
                <a:lnTo>
                  <a:pt x="0" y="4191"/>
                </a:lnTo>
                <a:lnTo>
                  <a:pt x="0" y="256844"/>
                </a:lnTo>
                <a:lnTo>
                  <a:pt x="71780" y="256844"/>
                </a:lnTo>
                <a:lnTo>
                  <a:pt x="84353" y="256844"/>
                </a:lnTo>
                <a:lnTo>
                  <a:pt x="88544" y="256844"/>
                </a:lnTo>
                <a:lnTo>
                  <a:pt x="88544" y="140779"/>
                </a:lnTo>
                <a:lnTo>
                  <a:pt x="89585" y="125387"/>
                </a:lnTo>
                <a:lnTo>
                  <a:pt x="114350" y="86575"/>
                </a:lnTo>
                <a:lnTo>
                  <a:pt x="135953" y="79311"/>
                </a:lnTo>
                <a:lnTo>
                  <a:pt x="136258" y="79235"/>
                </a:lnTo>
                <a:lnTo>
                  <a:pt x="149123" y="78308"/>
                </a:lnTo>
                <a:lnTo>
                  <a:pt x="155752" y="78384"/>
                </a:lnTo>
                <a:lnTo>
                  <a:pt x="161620" y="78701"/>
                </a:lnTo>
                <a:lnTo>
                  <a:pt x="165125" y="79082"/>
                </a:lnTo>
                <a:lnTo>
                  <a:pt x="169164" y="79705"/>
                </a:lnTo>
                <a:lnTo>
                  <a:pt x="169164" y="0"/>
                </a:lnTo>
                <a:close/>
              </a:path>
              <a:path w="294640" h="257175">
                <a:moveTo>
                  <a:pt x="294208" y="4660"/>
                </a:moveTo>
                <a:lnTo>
                  <a:pt x="205587" y="4191"/>
                </a:lnTo>
                <a:lnTo>
                  <a:pt x="206578" y="256844"/>
                </a:lnTo>
                <a:lnTo>
                  <a:pt x="294208" y="256844"/>
                </a:lnTo>
                <a:lnTo>
                  <a:pt x="294208" y="4660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8189671" y="2661484"/>
            <a:ext cx="324485" cy="337820"/>
          </a:xfrm>
          <a:custGeom>
            <a:avLst/>
            <a:gdLst/>
            <a:ahLst/>
            <a:cxnLst/>
            <a:rect l="l" t="t" r="r" b="b"/>
            <a:pathLst>
              <a:path w="324484" h="337819">
                <a:moveTo>
                  <a:pt x="116216" y="193613"/>
                </a:moveTo>
                <a:lnTo>
                  <a:pt x="82524" y="163554"/>
                </a:lnTo>
                <a:lnTo>
                  <a:pt x="74951" y="156628"/>
                </a:lnTo>
                <a:lnTo>
                  <a:pt x="68277" y="149977"/>
                </a:lnTo>
                <a:lnTo>
                  <a:pt x="59693" y="154794"/>
                </a:lnTo>
                <a:lnTo>
                  <a:pt x="26003" y="180693"/>
                </a:lnTo>
                <a:lnTo>
                  <a:pt x="2857" y="221368"/>
                </a:lnTo>
                <a:lnTo>
                  <a:pt x="0" y="245609"/>
                </a:lnTo>
                <a:lnTo>
                  <a:pt x="1058" y="258339"/>
                </a:lnTo>
                <a:lnTo>
                  <a:pt x="26279" y="302608"/>
                </a:lnTo>
                <a:lnTo>
                  <a:pt x="63398" y="325556"/>
                </a:lnTo>
                <a:lnTo>
                  <a:pt x="86715" y="332628"/>
                </a:lnTo>
                <a:lnTo>
                  <a:pt x="86715" y="228045"/>
                </a:lnTo>
                <a:lnTo>
                  <a:pt x="88544" y="221136"/>
                </a:lnTo>
                <a:lnTo>
                  <a:pt x="110718" y="197120"/>
                </a:lnTo>
                <a:lnTo>
                  <a:pt x="116216" y="193613"/>
                </a:lnTo>
                <a:close/>
              </a:path>
              <a:path w="324484" h="337819">
                <a:moveTo>
                  <a:pt x="247040" y="78248"/>
                </a:moveTo>
                <a:lnTo>
                  <a:pt x="234467" y="36300"/>
                </a:lnTo>
                <a:lnTo>
                  <a:pt x="199263" y="9275"/>
                </a:lnTo>
                <a:lnTo>
                  <a:pt x="161544" y="588"/>
                </a:lnTo>
                <a:lnTo>
                  <a:pt x="161040" y="524"/>
                </a:lnTo>
                <a:lnTo>
                  <a:pt x="155067" y="286"/>
                </a:lnTo>
                <a:lnTo>
                  <a:pt x="151942" y="162"/>
                </a:lnTo>
                <a:lnTo>
                  <a:pt x="149824" y="77"/>
                </a:lnTo>
                <a:lnTo>
                  <a:pt x="101417" y="5845"/>
                </a:lnTo>
                <a:lnTo>
                  <a:pt x="66646" y="23021"/>
                </a:lnTo>
                <a:lnTo>
                  <a:pt x="40176" y="60249"/>
                </a:lnTo>
                <a:lnTo>
                  <a:pt x="36804" y="83849"/>
                </a:lnTo>
                <a:lnTo>
                  <a:pt x="37105" y="90581"/>
                </a:lnTo>
                <a:lnTo>
                  <a:pt x="51914" y="129997"/>
                </a:lnTo>
                <a:lnTo>
                  <a:pt x="68277" y="149977"/>
                </a:lnTo>
                <a:lnTo>
                  <a:pt x="74180" y="146665"/>
                </a:lnTo>
                <a:lnTo>
                  <a:pt x="90325" y="138710"/>
                </a:lnTo>
                <a:lnTo>
                  <a:pt x="108127" y="130928"/>
                </a:lnTo>
                <a:lnTo>
                  <a:pt x="117424" y="126775"/>
                </a:lnTo>
                <a:lnTo>
                  <a:pt x="117424" y="75620"/>
                </a:lnTo>
                <a:lnTo>
                  <a:pt x="120015" y="69866"/>
                </a:lnTo>
                <a:lnTo>
                  <a:pt x="125120" y="65206"/>
                </a:lnTo>
                <a:lnTo>
                  <a:pt x="130302" y="60545"/>
                </a:lnTo>
                <a:lnTo>
                  <a:pt x="137312" y="58208"/>
                </a:lnTo>
                <a:lnTo>
                  <a:pt x="155067" y="58208"/>
                </a:lnTo>
                <a:lnTo>
                  <a:pt x="161544" y="60227"/>
                </a:lnTo>
                <a:lnTo>
                  <a:pt x="165963" y="64266"/>
                </a:lnTo>
                <a:lnTo>
                  <a:pt x="170307" y="68304"/>
                </a:lnTo>
                <a:lnTo>
                  <a:pt x="172440" y="73600"/>
                </a:lnTo>
                <a:lnTo>
                  <a:pt x="172440" y="147297"/>
                </a:lnTo>
                <a:lnTo>
                  <a:pt x="186368" y="159679"/>
                </a:lnTo>
                <a:lnTo>
                  <a:pt x="222218" y="134428"/>
                </a:lnTo>
                <a:lnTo>
                  <a:pt x="244297" y="98765"/>
                </a:lnTo>
                <a:lnTo>
                  <a:pt x="246254" y="89228"/>
                </a:lnTo>
                <a:lnTo>
                  <a:pt x="246254" y="90270"/>
                </a:lnTo>
                <a:lnTo>
                  <a:pt x="247040" y="78248"/>
                </a:lnTo>
                <a:close/>
              </a:path>
              <a:path w="324484" h="337819">
                <a:moveTo>
                  <a:pt x="186368" y="159679"/>
                </a:moveTo>
                <a:lnTo>
                  <a:pt x="151942" y="129074"/>
                </a:lnTo>
                <a:lnTo>
                  <a:pt x="145357" y="123069"/>
                </a:lnTo>
                <a:lnTo>
                  <a:pt x="139550" y="117647"/>
                </a:lnTo>
                <a:lnTo>
                  <a:pt x="138403" y="116542"/>
                </a:lnTo>
                <a:lnTo>
                  <a:pt x="130302" y="120707"/>
                </a:lnTo>
                <a:lnTo>
                  <a:pt x="120015" y="125611"/>
                </a:lnTo>
                <a:lnTo>
                  <a:pt x="108127" y="130928"/>
                </a:lnTo>
                <a:lnTo>
                  <a:pt x="90325" y="138710"/>
                </a:lnTo>
                <a:lnTo>
                  <a:pt x="74180" y="146665"/>
                </a:lnTo>
                <a:lnTo>
                  <a:pt x="68277" y="149977"/>
                </a:lnTo>
                <a:lnTo>
                  <a:pt x="74951" y="156628"/>
                </a:lnTo>
                <a:lnTo>
                  <a:pt x="82524" y="163554"/>
                </a:lnTo>
                <a:lnTo>
                  <a:pt x="116216" y="193613"/>
                </a:lnTo>
                <a:lnTo>
                  <a:pt x="117661" y="192691"/>
                </a:lnTo>
                <a:lnTo>
                  <a:pt x="125682" y="188262"/>
                </a:lnTo>
                <a:lnTo>
                  <a:pt x="134529" y="183953"/>
                </a:lnTo>
                <a:lnTo>
                  <a:pt x="144932" y="179404"/>
                </a:lnTo>
                <a:lnTo>
                  <a:pt x="161544" y="172199"/>
                </a:lnTo>
                <a:lnTo>
                  <a:pt x="176822" y="164842"/>
                </a:lnTo>
                <a:lnTo>
                  <a:pt x="186368" y="159679"/>
                </a:lnTo>
                <a:close/>
              </a:path>
              <a:path w="324484" h="337819">
                <a:moveTo>
                  <a:pt x="239220" y="303353"/>
                </a:moveTo>
                <a:lnTo>
                  <a:pt x="186636" y="256439"/>
                </a:lnTo>
                <a:lnTo>
                  <a:pt x="186368" y="256602"/>
                </a:lnTo>
                <a:lnTo>
                  <a:pt x="174736" y="262384"/>
                </a:lnTo>
                <a:lnTo>
                  <a:pt x="162563" y="266523"/>
                </a:lnTo>
                <a:lnTo>
                  <a:pt x="149824" y="269012"/>
                </a:lnTo>
                <a:lnTo>
                  <a:pt x="139550" y="269653"/>
                </a:lnTo>
                <a:lnTo>
                  <a:pt x="134529" y="269765"/>
                </a:lnTo>
                <a:lnTo>
                  <a:pt x="130302" y="269608"/>
                </a:lnTo>
                <a:lnTo>
                  <a:pt x="129137" y="269564"/>
                </a:lnTo>
                <a:lnTo>
                  <a:pt x="88696" y="247781"/>
                </a:lnTo>
                <a:lnTo>
                  <a:pt x="86715" y="242028"/>
                </a:lnTo>
                <a:lnTo>
                  <a:pt x="86715" y="332628"/>
                </a:lnTo>
                <a:lnTo>
                  <a:pt x="94735" y="334471"/>
                </a:lnTo>
                <a:lnTo>
                  <a:pt x="111897" y="336700"/>
                </a:lnTo>
                <a:lnTo>
                  <a:pt x="129137" y="337404"/>
                </a:lnTo>
                <a:lnTo>
                  <a:pt x="130302" y="337430"/>
                </a:lnTo>
                <a:lnTo>
                  <a:pt x="149824" y="336375"/>
                </a:lnTo>
                <a:lnTo>
                  <a:pt x="151942" y="336260"/>
                </a:lnTo>
                <a:lnTo>
                  <a:pt x="153504" y="336176"/>
                </a:lnTo>
                <a:lnTo>
                  <a:pt x="175793" y="332374"/>
                </a:lnTo>
                <a:lnTo>
                  <a:pt x="196938" y="326036"/>
                </a:lnTo>
                <a:lnTo>
                  <a:pt x="216941" y="317161"/>
                </a:lnTo>
                <a:lnTo>
                  <a:pt x="235671" y="306048"/>
                </a:lnTo>
                <a:lnTo>
                  <a:pt x="239220" y="303353"/>
                </a:lnTo>
                <a:close/>
              </a:path>
              <a:path w="324484" h="337819">
                <a:moveTo>
                  <a:pt x="234251" y="202247"/>
                </a:moveTo>
                <a:lnTo>
                  <a:pt x="186368" y="159679"/>
                </a:lnTo>
                <a:lnTo>
                  <a:pt x="176822" y="164842"/>
                </a:lnTo>
                <a:lnTo>
                  <a:pt x="161544" y="172199"/>
                </a:lnTo>
                <a:lnTo>
                  <a:pt x="125682" y="188262"/>
                </a:lnTo>
                <a:lnTo>
                  <a:pt x="116216" y="193613"/>
                </a:lnTo>
                <a:lnTo>
                  <a:pt x="186636" y="256439"/>
                </a:lnTo>
                <a:lnTo>
                  <a:pt x="217183" y="229685"/>
                </a:lnTo>
                <a:lnTo>
                  <a:pt x="233442" y="204154"/>
                </a:lnTo>
                <a:lnTo>
                  <a:pt x="234251" y="202247"/>
                </a:lnTo>
                <a:close/>
              </a:path>
              <a:path w="324484" h="337819">
                <a:moveTo>
                  <a:pt x="138403" y="116542"/>
                </a:moveTo>
                <a:lnTo>
                  <a:pt x="117424" y="86491"/>
                </a:lnTo>
                <a:lnTo>
                  <a:pt x="117424" y="126775"/>
                </a:lnTo>
                <a:lnTo>
                  <a:pt x="119801" y="125713"/>
                </a:lnTo>
                <a:lnTo>
                  <a:pt x="130073" y="120822"/>
                </a:lnTo>
                <a:lnTo>
                  <a:pt x="138403" y="116542"/>
                </a:lnTo>
                <a:close/>
              </a:path>
              <a:path w="324484" h="337819">
                <a:moveTo>
                  <a:pt x="172440" y="147297"/>
                </a:moveTo>
                <a:lnTo>
                  <a:pt x="172440" y="85399"/>
                </a:lnTo>
                <a:lnTo>
                  <a:pt x="170535" y="90618"/>
                </a:lnTo>
                <a:lnTo>
                  <a:pt x="166649" y="95736"/>
                </a:lnTo>
                <a:lnTo>
                  <a:pt x="138403" y="116542"/>
                </a:lnTo>
                <a:lnTo>
                  <a:pt x="139550" y="117647"/>
                </a:lnTo>
                <a:lnTo>
                  <a:pt x="145357" y="123069"/>
                </a:lnTo>
                <a:lnTo>
                  <a:pt x="151942" y="129074"/>
                </a:lnTo>
                <a:lnTo>
                  <a:pt x="172440" y="147297"/>
                </a:lnTo>
                <a:close/>
              </a:path>
              <a:path w="324484" h="337819">
                <a:moveTo>
                  <a:pt x="289233" y="251127"/>
                </a:moveTo>
                <a:lnTo>
                  <a:pt x="234251" y="202247"/>
                </a:lnTo>
                <a:lnTo>
                  <a:pt x="233442" y="204154"/>
                </a:lnTo>
                <a:lnTo>
                  <a:pt x="225856" y="217644"/>
                </a:lnTo>
                <a:lnTo>
                  <a:pt x="217183" y="229685"/>
                </a:lnTo>
                <a:lnTo>
                  <a:pt x="207730" y="240186"/>
                </a:lnTo>
                <a:lnTo>
                  <a:pt x="197492" y="249144"/>
                </a:lnTo>
                <a:lnTo>
                  <a:pt x="186636" y="256439"/>
                </a:lnTo>
                <a:lnTo>
                  <a:pt x="239220" y="303353"/>
                </a:lnTo>
                <a:lnTo>
                  <a:pt x="252879" y="292980"/>
                </a:lnTo>
                <a:lnTo>
                  <a:pt x="268558" y="277960"/>
                </a:lnTo>
                <a:lnTo>
                  <a:pt x="282702" y="260989"/>
                </a:lnTo>
                <a:lnTo>
                  <a:pt x="289233" y="251127"/>
                </a:lnTo>
                <a:close/>
              </a:path>
              <a:path w="324484" h="337819">
                <a:moveTo>
                  <a:pt x="319735" y="177080"/>
                </a:moveTo>
                <a:lnTo>
                  <a:pt x="248412" y="155642"/>
                </a:lnTo>
                <a:lnTo>
                  <a:pt x="244727" y="173154"/>
                </a:lnTo>
                <a:lnTo>
                  <a:pt x="239734" y="189324"/>
                </a:lnTo>
                <a:lnTo>
                  <a:pt x="234251" y="202247"/>
                </a:lnTo>
                <a:lnTo>
                  <a:pt x="289233" y="251127"/>
                </a:lnTo>
                <a:lnTo>
                  <a:pt x="295089" y="242284"/>
                </a:lnTo>
                <a:lnTo>
                  <a:pt x="305390" y="222063"/>
                </a:lnTo>
                <a:lnTo>
                  <a:pt x="313605" y="200328"/>
                </a:lnTo>
                <a:lnTo>
                  <a:pt x="319735" y="177080"/>
                </a:lnTo>
                <a:close/>
              </a:path>
              <a:path w="324484" h="337819">
                <a:moveTo>
                  <a:pt x="323926" y="281969"/>
                </a:moveTo>
                <a:lnTo>
                  <a:pt x="289233" y="251127"/>
                </a:lnTo>
                <a:lnTo>
                  <a:pt x="282702" y="260989"/>
                </a:lnTo>
                <a:lnTo>
                  <a:pt x="268558" y="277960"/>
                </a:lnTo>
                <a:lnTo>
                  <a:pt x="252879" y="292980"/>
                </a:lnTo>
                <a:lnTo>
                  <a:pt x="239220" y="303353"/>
                </a:lnTo>
                <a:lnTo>
                  <a:pt x="276377" y="336503"/>
                </a:lnTo>
                <a:lnTo>
                  <a:pt x="323926" y="281969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1151369" y="3182175"/>
            <a:ext cx="261620" cy="326390"/>
          </a:xfrm>
          <a:custGeom>
            <a:avLst/>
            <a:gdLst/>
            <a:ahLst/>
            <a:cxnLst/>
            <a:rect l="l" t="t" r="r" b="b"/>
            <a:pathLst>
              <a:path w="261619" h="326389">
                <a:moveTo>
                  <a:pt x="261620" y="255231"/>
                </a:moveTo>
                <a:lnTo>
                  <a:pt x="91440" y="255231"/>
                </a:lnTo>
                <a:lnTo>
                  <a:pt x="91440" y="237337"/>
                </a:lnTo>
                <a:lnTo>
                  <a:pt x="90170" y="237337"/>
                </a:lnTo>
                <a:lnTo>
                  <a:pt x="90170" y="194881"/>
                </a:lnTo>
                <a:lnTo>
                  <a:pt x="90589" y="194881"/>
                </a:lnTo>
                <a:lnTo>
                  <a:pt x="91440" y="194881"/>
                </a:lnTo>
                <a:lnTo>
                  <a:pt x="91440" y="195110"/>
                </a:lnTo>
                <a:lnTo>
                  <a:pt x="234950" y="195110"/>
                </a:lnTo>
                <a:lnTo>
                  <a:pt x="234950" y="195326"/>
                </a:lnTo>
                <a:lnTo>
                  <a:pt x="236220" y="195326"/>
                </a:lnTo>
                <a:lnTo>
                  <a:pt x="236220" y="152730"/>
                </a:lnTo>
                <a:lnTo>
                  <a:pt x="234950" y="152730"/>
                </a:lnTo>
                <a:lnTo>
                  <a:pt x="234950" y="126580"/>
                </a:lnTo>
                <a:lnTo>
                  <a:pt x="91440" y="126580"/>
                </a:lnTo>
                <a:lnTo>
                  <a:pt x="91440" y="126365"/>
                </a:lnTo>
                <a:lnTo>
                  <a:pt x="90246" y="126365"/>
                </a:lnTo>
                <a:lnTo>
                  <a:pt x="90170" y="111239"/>
                </a:lnTo>
                <a:lnTo>
                  <a:pt x="90170" y="71069"/>
                </a:lnTo>
                <a:lnTo>
                  <a:pt x="234950" y="71069"/>
                </a:lnTo>
                <a:lnTo>
                  <a:pt x="234950" y="71297"/>
                </a:lnTo>
                <a:lnTo>
                  <a:pt x="254000" y="71297"/>
                </a:lnTo>
                <a:lnTo>
                  <a:pt x="255270" y="71323"/>
                </a:lnTo>
                <a:lnTo>
                  <a:pt x="255270" y="8801"/>
                </a:lnTo>
                <a:lnTo>
                  <a:pt x="254000" y="8801"/>
                </a:lnTo>
                <a:lnTo>
                  <a:pt x="254000" y="0"/>
                </a:lnTo>
                <a:lnTo>
                  <a:pt x="234950" y="0"/>
                </a:lnTo>
                <a:lnTo>
                  <a:pt x="90170" y="0"/>
                </a:lnTo>
                <a:lnTo>
                  <a:pt x="89966" y="0"/>
                </a:lnTo>
                <a:lnTo>
                  <a:pt x="89966" y="126352"/>
                </a:lnTo>
                <a:lnTo>
                  <a:pt x="87312" y="126352"/>
                </a:lnTo>
                <a:lnTo>
                  <a:pt x="89966" y="126352"/>
                </a:lnTo>
                <a:lnTo>
                  <a:pt x="89966" y="0"/>
                </a:lnTo>
                <a:lnTo>
                  <a:pt x="87249" y="0"/>
                </a:lnTo>
                <a:lnTo>
                  <a:pt x="87249" y="194868"/>
                </a:lnTo>
                <a:lnTo>
                  <a:pt x="83820" y="194868"/>
                </a:lnTo>
                <a:lnTo>
                  <a:pt x="83820" y="126352"/>
                </a:lnTo>
                <a:lnTo>
                  <a:pt x="84366" y="126352"/>
                </a:lnTo>
                <a:lnTo>
                  <a:pt x="83908" y="194856"/>
                </a:lnTo>
                <a:lnTo>
                  <a:pt x="87249" y="194868"/>
                </a:lnTo>
                <a:lnTo>
                  <a:pt x="87249" y="0"/>
                </a:lnTo>
                <a:lnTo>
                  <a:pt x="83820" y="0"/>
                </a:lnTo>
                <a:lnTo>
                  <a:pt x="0" y="0"/>
                </a:lnTo>
                <a:lnTo>
                  <a:pt x="0" y="326313"/>
                </a:lnTo>
                <a:lnTo>
                  <a:pt x="83820" y="326313"/>
                </a:lnTo>
                <a:lnTo>
                  <a:pt x="90170" y="326313"/>
                </a:lnTo>
                <a:lnTo>
                  <a:pt x="91440" y="326313"/>
                </a:lnTo>
                <a:lnTo>
                  <a:pt x="261620" y="326313"/>
                </a:lnTo>
                <a:lnTo>
                  <a:pt x="261620" y="255231"/>
                </a:lnTo>
                <a:close/>
              </a:path>
            </a:pathLst>
          </a:custGeom>
          <a:solidFill>
            <a:srgbClr val="0FB8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1459966" y="3162604"/>
            <a:ext cx="1684655" cy="350520"/>
          </a:xfrm>
          <a:custGeom>
            <a:avLst/>
            <a:gdLst/>
            <a:ahLst/>
            <a:cxnLst/>
            <a:rect l="l" t="t" r="r" b="b"/>
            <a:pathLst>
              <a:path w="1684655" h="350520">
                <a:moveTo>
                  <a:pt x="292747" y="345884"/>
                </a:moveTo>
                <a:lnTo>
                  <a:pt x="179222" y="201320"/>
                </a:lnTo>
                <a:lnTo>
                  <a:pt x="283895" y="93230"/>
                </a:lnTo>
                <a:lnTo>
                  <a:pt x="179006" y="93230"/>
                </a:lnTo>
                <a:lnTo>
                  <a:pt x="88569" y="181216"/>
                </a:lnTo>
                <a:lnTo>
                  <a:pt x="88569" y="0"/>
                </a:lnTo>
                <a:lnTo>
                  <a:pt x="0" y="0"/>
                </a:lnTo>
                <a:lnTo>
                  <a:pt x="0" y="345884"/>
                </a:lnTo>
                <a:lnTo>
                  <a:pt x="73660" y="345884"/>
                </a:lnTo>
                <a:lnTo>
                  <a:pt x="88569" y="345884"/>
                </a:lnTo>
                <a:lnTo>
                  <a:pt x="88569" y="284086"/>
                </a:lnTo>
                <a:lnTo>
                  <a:pt x="108153" y="264147"/>
                </a:lnTo>
                <a:lnTo>
                  <a:pt x="114846" y="257327"/>
                </a:lnTo>
                <a:lnTo>
                  <a:pt x="185534" y="345884"/>
                </a:lnTo>
                <a:lnTo>
                  <a:pt x="292747" y="345884"/>
                </a:lnTo>
                <a:close/>
              </a:path>
              <a:path w="1684655" h="350520">
                <a:moveTo>
                  <a:pt x="573811" y="219557"/>
                </a:moveTo>
                <a:lnTo>
                  <a:pt x="563575" y="167208"/>
                </a:lnTo>
                <a:lnTo>
                  <a:pt x="533895" y="125755"/>
                </a:lnTo>
                <a:lnTo>
                  <a:pt x="488251" y="98488"/>
                </a:lnTo>
                <a:lnTo>
                  <a:pt x="484771" y="97485"/>
                </a:lnTo>
                <a:lnTo>
                  <a:pt x="484771" y="219557"/>
                </a:lnTo>
                <a:lnTo>
                  <a:pt x="484124" y="228587"/>
                </a:lnTo>
                <a:lnTo>
                  <a:pt x="469087" y="264020"/>
                </a:lnTo>
                <a:lnTo>
                  <a:pt x="431165" y="279692"/>
                </a:lnTo>
                <a:lnTo>
                  <a:pt x="423887" y="279450"/>
                </a:lnTo>
                <a:lnTo>
                  <a:pt x="389140" y="258432"/>
                </a:lnTo>
                <a:lnTo>
                  <a:pt x="377558" y="219557"/>
                </a:lnTo>
                <a:lnTo>
                  <a:pt x="378206" y="210172"/>
                </a:lnTo>
                <a:lnTo>
                  <a:pt x="393636" y="174993"/>
                </a:lnTo>
                <a:lnTo>
                  <a:pt x="430695" y="159423"/>
                </a:lnTo>
                <a:lnTo>
                  <a:pt x="438365" y="159867"/>
                </a:lnTo>
                <a:lnTo>
                  <a:pt x="473506" y="180454"/>
                </a:lnTo>
                <a:lnTo>
                  <a:pt x="484771" y="219557"/>
                </a:lnTo>
                <a:lnTo>
                  <a:pt x="484771" y="97485"/>
                </a:lnTo>
                <a:lnTo>
                  <a:pt x="470255" y="93243"/>
                </a:lnTo>
                <a:lnTo>
                  <a:pt x="451332" y="90144"/>
                </a:lnTo>
                <a:lnTo>
                  <a:pt x="451065" y="90093"/>
                </a:lnTo>
                <a:lnTo>
                  <a:pt x="431165" y="89065"/>
                </a:lnTo>
                <a:lnTo>
                  <a:pt x="430695" y="89039"/>
                </a:lnTo>
                <a:lnTo>
                  <a:pt x="410730" y="90093"/>
                </a:lnTo>
                <a:lnTo>
                  <a:pt x="357505" y="105816"/>
                </a:lnTo>
                <a:lnTo>
                  <a:pt x="316979" y="137960"/>
                </a:lnTo>
                <a:lnTo>
                  <a:pt x="293116" y="183261"/>
                </a:lnTo>
                <a:lnTo>
                  <a:pt x="288518" y="219557"/>
                </a:lnTo>
                <a:lnTo>
                  <a:pt x="289661" y="237934"/>
                </a:lnTo>
                <a:lnTo>
                  <a:pt x="306933" y="286918"/>
                </a:lnTo>
                <a:lnTo>
                  <a:pt x="342150" y="323989"/>
                </a:lnTo>
                <a:lnTo>
                  <a:pt x="377558" y="341426"/>
                </a:lnTo>
                <a:lnTo>
                  <a:pt x="391706" y="345605"/>
                </a:lnTo>
                <a:lnTo>
                  <a:pt x="410451" y="348792"/>
                </a:lnTo>
                <a:lnTo>
                  <a:pt x="410730" y="348843"/>
                </a:lnTo>
                <a:lnTo>
                  <a:pt x="430695" y="350062"/>
                </a:lnTo>
                <a:lnTo>
                  <a:pt x="431165" y="350088"/>
                </a:lnTo>
                <a:lnTo>
                  <a:pt x="451065" y="348869"/>
                </a:lnTo>
                <a:lnTo>
                  <a:pt x="451332" y="348856"/>
                </a:lnTo>
                <a:lnTo>
                  <a:pt x="505053" y="333070"/>
                </a:lnTo>
                <a:lnTo>
                  <a:pt x="545642" y="300913"/>
                </a:lnTo>
                <a:lnTo>
                  <a:pt x="569252" y="255282"/>
                </a:lnTo>
                <a:lnTo>
                  <a:pt x="572668" y="237934"/>
                </a:lnTo>
                <a:lnTo>
                  <a:pt x="573811" y="219557"/>
                </a:lnTo>
                <a:close/>
              </a:path>
              <a:path w="1684655" h="350520">
                <a:moveTo>
                  <a:pt x="883805" y="201383"/>
                </a:moveTo>
                <a:lnTo>
                  <a:pt x="876058" y="150774"/>
                </a:lnTo>
                <a:lnTo>
                  <a:pt x="853782" y="116014"/>
                </a:lnTo>
                <a:lnTo>
                  <a:pt x="820280" y="95719"/>
                </a:lnTo>
                <a:lnTo>
                  <a:pt x="779386" y="89027"/>
                </a:lnTo>
                <a:lnTo>
                  <a:pt x="763943" y="89890"/>
                </a:lnTo>
                <a:lnTo>
                  <a:pt x="722515" y="102781"/>
                </a:lnTo>
                <a:lnTo>
                  <a:pt x="699211" y="120954"/>
                </a:lnTo>
                <a:lnTo>
                  <a:pt x="699211" y="93230"/>
                </a:lnTo>
                <a:lnTo>
                  <a:pt x="614832" y="93230"/>
                </a:lnTo>
                <a:lnTo>
                  <a:pt x="614832" y="345884"/>
                </a:lnTo>
                <a:lnTo>
                  <a:pt x="682891" y="345884"/>
                </a:lnTo>
                <a:lnTo>
                  <a:pt x="699211" y="345884"/>
                </a:lnTo>
                <a:lnTo>
                  <a:pt x="703402" y="345884"/>
                </a:lnTo>
                <a:lnTo>
                  <a:pt x="703402" y="223748"/>
                </a:lnTo>
                <a:lnTo>
                  <a:pt x="703808" y="213766"/>
                </a:lnTo>
                <a:lnTo>
                  <a:pt x="722515" y="174028"/>
                </a:lnTo>
                <a:lnTo>
                  <a:pt x="753745" y="164084"/>
                </a:lnTo>
                <a:lnTo>
                  <a:pt x="762990" y="164858"/>
                </a:lnTo>
                <a:lnTo>
                  <a:pt x="792492" y="192468"/>
                </a:lnTo>
                <a:lnTo>
                  <a:pt x="795235" y="215823"/>
                </a:lnTo>
                <a:lnTo>
                  <a:pt x="795235" y="345884"/>
                </a:lnTo>
                <a:lnTo>
                  <a:pt x="883805" y="345884"/>
                </a:lnTo>
                <a:lnTo>
                  <a:pt x="883805" y="201383"/>
                </a:lnTo>
                <a:close/>
              </a:path>
              <a:path w="1684655" h="350520">
                <a:moveTo>
                  <a:pt x="1211922" y="219557"/>
                </a:moveTo>
                <a:lnTo>
                  <a:pt x="1201686" y="167208"/>
                </a:lnTo>
                <a:lnTo>
                  <a:pt x="1172006" y="125755"/>
                </a:lnTo>
                <a:lnTo>
                  <a:pt x="1126363" y="98488"/>
                </a:lnTo>
                <a:lnTo>
                  <a:pt x="1122895" y="97485"/>
                </a:lnTo>
                <a:lnTo>
                  <a:pt x="1122895" y="219557"/>
                </a:lnTo>
                <a:lnTo>
                  <a:pt x="1122248" y="228587"/>
                </a:lnTo>
                <a:lnTo>
                  <a:pt x="1107198" y="264020"/>
                </a:lnTo>
                <a:lnTo>
                  <a:pt x="1069276" y="279692"/>
                </a:lnTo>
                <a:lnTo>
                  <a:pt x="1061999" y="279450"/>
                </a:lnTo>
                <a:lnTo>
                  <a:pt x="1055001" y="278206"/>
                </a:lnTo>
                <a:lnTo>
                  <a:pt x="1048842" y="276148"/>
                </a:lnTo>
                <a:lnTo>
                  <a:pt x="1048575" y="276059"/>
                </a:lnTo>
                <a:lnTo>
                  <a:pt x="1020165" y="244779"/>
                </a:lnTo>
                <a:lnTo>
                  <a:pt x="1015669" y="219557"/>
                </a:lnTo>
                <a:lnTo>
                  <a:pt x="1016317" y="210172"/>
                </a:lnTo>
                <a:lnTo>
                  <a:pt x="1031748" y="174993"/>
                </a:lnTo>
                <a:lnTo>
                  <a:pt x="1068806" y="159423"/>
                </a:lnTo>
                <a:lnTo>
                  <a:pt x="1076477" y="159867"/>
                </a:lnTo>
                <a:lnTo>
                  <a:pt x="1111618" y="180454"/>
                </a:lnTo>
                <a:lnTo>
                  <a:pt x="1122895" y="219557"/>
                </a:lnTo>
                <a:lnTo>
                  <a:pt x="1122895" y="97485"/>
                </a:lnTo>
                <a:lnTo>
                  <a:pt x="1108367" y="93243"/>
                </a:lnTo>
                <a:lnTo>
                  <a:pt x="1089444" y="90144"/>
                </a:lnTo>
                <a:lnTo>
                  <a:pt x="1089190" y="90093"/>
                </a:lnTo>
                <a:lnTo>
                  <a:pt x="1069276" y="89065"/>
                </a:lnTo>
                <a:lnTo>
                  <a:pt x="1068806" y="89039"/>
                </a:lnTo>
                <a:lnTo>
                  <a:pt x="1048842" y="90093"/>
                </a:lnTo>
                <a:lnTo>
                  <a:pt x="995629" y="105816"/>
                </a:lnTo>
                <a:lnTo>
                  <a:pt x="955090" y="137960"/>
                </a:lnTo>
                <a:lnTo>
                  <a:pt x="931240" y="183261"/>
                </a:lnTo>
                <a:lnTo>
                  <a:pt x="926642" y="219557"/>
                </a:lnTo>
                <a:lnTo>
                  <a:pt x="927785" y="237934"/>
                </a:lnTo>
                <a:lnTo>
                  <a:pt x="945045" y="286918"/>
                </a:lnTo>
                <a:lnTo>
                  <a:pt x="980262" y="323989"/>
                </a:lnTo>
                <a:lnTo>
                  <a:pt x="1015669" y="341426"/>
                </a:lnTo>
                <a:lnTo>
                  <a:pt x="1029830" y="345605"/>
                </a:lnTo>
                <a:lnTo>
                  <a:pt x="1048575" y="348792"/>
                </a:lnTo>
                <a:lnTo>
                  <a:pt x="1048842" y="348843"/>
                </a:lnTo>
                <a:lnTo>
                  <a:pt x="1068806" y="350062"/>
                </a:lnTo>
                <a:lnTo>
                  <a:pt x="1069276" y="350088"/>
                </a:lnTo>
                <a:lnTo>
                  <a:pt x="1089190" y="348869"/>
                </a:lnTo>
                <a:lnTo>
                  <a:pt x="1089444" y="348856"/>
                </a:lnTo>
                <a:lnTo>
                  <a:pt x="1143165" y="333070"/>
                </a:lnTo>
                <a:lnTo>
                  <a:pt x="1183754" y="300913"/>
                </a:lnTo>
                <a:lnTo>
                  <a:pt x="1207376" y="255282"/>
                </a:lnTo>
                <a:lnTo>
                  <a:pt x="1210779" y="237934"/>
                </a:lnTo>
                <a:lnTo>
                  <a:pt x="1211922" y="219557"/>
                </a:lnTo>
                <a:close/>
              </a:path>
              <a:path w="1684655" h="350520">
                <a:moveTo>
                  <a:pt x="1684134" y="201383"/>
                </a:moveTo>
                <a:lnTo>
                  <a:pt x="1676654" y="150774"/>
                </a:lnTo>
                <a:lnTo>
                  <a:pt x="1655114" y="116014"/>
                </a:lnTo>
                <a:lnTo>
                  <a:pt x="1622552" y="95719"/>
                </a:lnTo>
                <a:lnTo>
                  <a:pt x="1582051" y="89027"/>
                </a:lnTo>
                <a:lnTo>
                  <a:pt x="1565732" y="90068"/>
                </a:lnTo>
                <a:lnTo>
                  <a:pt x="1519351" y="106514"/>
                </a:lnTo>
                <a:lnTo>
                  <a:pt x="1494345" y="128930"/>
                </a:lnTo>
                <a:lnTo>
                  <a:pt x="1484604" y="116471"/>
                </a:lnTo>
                <a:lnTo>
                  <a:pt x="1444828" y="93408"/>
                </a:lnTo>
                <a:lnTo>
                  <a:pt x="1414475" y="89141"/>
                </a:lnTo>
                <a:lnTo>
                  <a:pt x="1412836" y="89027"/>
                </a:lnTo>
                <a:lnTo>
                  <a:pt x="1371231" y="96774"/>
                </a:lnTo>
                <a:lnTo>
                  <a:pt x="1337322" y="119646"/>
                </a:lnTo>
                <a:lnTo>
                  <a:pt x="1337322" y="93230"/>
                </a:lnTo>
                <a:lnTo>
                  <a:pt x="1252943" y="93230"/>
                </a:lnTo>
                <a:lnTo>
                  <a:pt x="1252943" y="345884"/>
                </a:lnTo>
                <a:lnTo>
                  <a:pt x="1320546" y="345884"/>
                </a:lnTo>
                <a:lnTo>
                  <a:pt x="1337322" y="345884"/>
                </a:lnTo>
                <a:lnTo>
                  <a:pt x="1341513" y="345884"/>
                </a:lnTo>
                <a:lnTo>
                  <a:pt x="1341513" y="220484"/>
                </a:lnTo>
                <a:lnTo>
                  <a:pt x="1341869" y="211162"/>
                </a:lnTo>
                <a:lnTo>
                  <a:pt x="1356512" y="174180"/>
                </a:lnTo>
                <a:lnTo>
                  <a:pt x="1377569" y="164084"/>
                </a:lnTo>
                <a:lnTo>
                  <a:pt x="1386268" y="164084"/>
                </a:lnTo>
                <a:lnTo>
                  <a:pt x="1421980" y="192468"/>
                </a:lnTo>
                <a:lnTo>
                  <a:pt x="1424495" y="215823"/>
                </a:lnTo>
                <a:lnTo>
                  <a:pt x="1424495" y="345884"/>
                </a:lnTo>
                <a:lnTo>
                  <a:pt x="1478559" y="345884"/>
                </a:lnTo>
                <a:lnTo>
                  <a:pt x="1507464" y="345884"/>
                </a:lnTo>
                <a:lnTo>
                  <a:pt x="1513065" y="345884"/>
                </a:lnTo>
                <a:lnTo>
                  <a:pt x="1513065" y="220484"/>
                </a:lnTo>
                <a:lnTo>
                  <a:pt x="1522387" y="180327"/>
                </a:lnTo>
                <a:lnTo>
                  <a:pt x="1557350" y="164084"/>
                </a:lnTo>
                <a:lnTo>
                  <a:pt x="1564843" y="164782"/>
                </a:lnTo>
                <a:lnTo>
                  <a:pt x="1565732" y="164858"/>
                </a:lnTo>
                <a:lnTo>
                  <a:pt x="1592999" y="192468"/>
                </a:lnTo>
                <a:lnTo>
                  <a:pt x="1595564" y="215823"/>
                </a:lnTo>
                <a:lnTo>
                  <a:pt x="1595564" y="345884"/>
                </a:lnTo>
                <a:lnTo>
                  <a:pt x="1684134" y="345884"/>
                </a:lnTo>
                <a:lnTo>
                  <a:pt x="1684134" y="201383"/>
                </a:lnTo>
                <a:close/>
              </a:path>
            </a:pathLst>
          </a:custGeom>
          <a:solidFill>
            <a:srgbClr val="0FB8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3198190" y="3134626"/>
            <a:ext cx="92710" cy="374015"/>
          </a:xfrm>
          <a:custGeom>
            <a:avLst/>
            <a:gdLst/>
            <a:ahLst/>
            <a:cxnLst/>
            <a:rect l="l" t="t" r="r" b="b"/>
            <a:pathLst>
              <a:path w="92710" h="374014">
                <a:moveTo>
                  <a:pt x="90436" y="373862"/>
                </a:moveTo>
                <a:lnTo>
                  <a:pt x="90436" y="121665"/>
                </a:lnTo>
                <a:lnTo>
                  <a:pt x="2793" y="121213"/>
                </a:lnTo>
                <a:lnTo>
                  <a:pt x="1854" y="121208"/>
                </a:lnTo>
                <a:lnTo>
                  <a:pt x="2793" y="373862"/>
                </a:lnTo>
                <a:lnTo>
                  <a:pt x="90436" y="373862"/>
                </a:lnTo>
                <a:close/>
              </a:path>
              <a:path w="92710" h="374014">
                <a:moveTo>
                  <a:pt x="92290" y="45694"/>
                </a:moveTo>
                <a:lnTo>
                  <a:pt x="72279" y="7345"/>
                </a:lnTo>
                <a:lnTo>
                  <a:pt x="46139" y="0"/>
                </a:lnTo>
                <a:lnTo>
                  <a:pt x="36556" y="821"/>
                </a:lnTo>
                <a:lnTo>
                  <a:pt x="3260" y="27741"/>
                </a:lnTo>
                <a:lnTo>
                  <a:pt x="0" y="45694"/>
                </a:lnTo>
                <a:lnTo>
                  <a:pt x="814" y="55464"/>
                </a:lnTo>
                <a:lnTo>
                  <a:pt x="27849" y="88631"/>
                </a:lnTo>
                <a:lnTo>
                  <a:pt x="46139" y="91833"/>
                </a:lnTo>
                <a:lnTo>
                  <a:pt x="55730" y="90845"/>
                </a:lnTo>
                <a:lnTo>
                  <a:pt x="89025" y="64219"/>
                </a:lnTo>
                <a:lnTo>
                  <a:pt x="92290" y="45694"/>
                </a:lnTo>
                <a:close/>
              </a:path>
            </a:pathLst>
          </a:custGeom>
          <a:solidFill>
            <a:srgbClr val="0FB8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3345941" y="3162604"/>
            <a:ext cx="293370" cy="346075"/>
          </a:xfrm>
          <a:custGeom>
            <a:avLst/>
            <a:gdLst/>
            <a:ahLst/>
            <a:cxnLst/>
            <a:rect l="l" t="t" r="r" b="b"/>
            <a:pathLst>
              <a:path w="293370" h="346075">
                <a:moveTo>
                  <a:pt x="88567" y="181216"/>
                </a:moveTo>
                <a:lnTo>
                  <a:pt x="88567" y="0"/>
                </a:lnTo>
                <a:lnTo>
                  <a:pt x="0" y="0"/>
                </a:lnTo>
                <a:lnTo>
                  <a:pt x="0" y="345884"/>
                </a:lnTo>
                <a:lnTo>
                  <a:pt x="73660" y="345884"/>
                </a:lnTo>
                <a:lnTo>
                  <a:pt x="73660" y="299262"/>
                </a:lnTo>
                <a:lnTo>
                  <a:pt x="75996" y="193446"/>
                </a:lnTo>
                <a:lnTo>
                  <a:pt x="88567" y="181216"/>
                </a:lnTo>
                <a:close/>
              </a:path>
              <a:path w="293370" h="346075">
                <a:moveTo>
                  <a:pt x="283895" y="93230"/>
                </a:moveTo>
                <a:lnTo>
                  <a:pt x="179006" y="93230"/>
                </a:lnTo>
                <a:lnTo>
                  <a:pt x="75996" y="193446"/>
                </a:lnTo>
                <a:lnTo>
                  <a:pt x="73660" y="299262"/>
                </a:lnTo>
                <a:lnTo>
                  <a:pt x="108153" y="264140"/>
                </a:lnTo>
                <a:lnTo>
                  <a:pt x="108153" y="248920"/>
                </a:lnTo>
                <a:lnTo>
                  <a:pt x="163156" y="180860"/>
                </a:lnTo>
                <a:lnTo>
                  <a:pt x="179220" y="201316"/>
                </a:lnTo>
                <a:lnTo>
                  <a:pt x="283895" y="93230"/>
                </a:lnTo>
                <a:close/>
              </a:path>
              <a:path w="293370" h="346075">
                <a:moveTo>
                  <a:pt x="88567" y="345884"/>
                </a:moveTo>
                <a:lnTo>
                  <a:pt x="88567" y="284083"/>
                </a:lnTo>
                <a:lnTo>
                  <a:pt x="73660" y="299262"/>
                </a:lnTo>
                <a:lnTo>
                  <a:pt x="73660" y="345884"/>
                </a:lnTo>
                <a:lnTo>
                  <a:pt x="88567" y="345884"/>
                </a:lnTo>
                <a:close/>
              </a:path>
              <a:path w="293370" h="346075">
                <a:moveTo>
                  <a:pt x="179220" y="201316"/>
                </a:moveTo>
                <a:lnTo>
                  <a:pt x="163156" y="180860"/>
                </a:lnTo>
                <a:lnTo>
                  <a:pt x="108153" y="248920"/>
                </a:lnTo>
                <a:lnTo>
                  <a:pt x="114854" y="257316"/>
                </a:lnTo>
                <a:lnTo>
                  <a:pt x="124472" y="247523"/>
                </a:lnTo>
                <a:lnTo>
                  <a:pt x="169684" y="211162"/>
                </a:lnTo>
                <a:lnTo>
                  <a:pt x="179220" y="201316"/>
                </a:lnTo>
                <a:close/>
              </a:path>
              <a:path w="293370" h="346075">
                <a:moveTo>
                  <a:pt x="114854" y="257316"/>
                </a:moveTo>
                <a:lnTo>
                  <a:pt x="108153" y="248920"/>
                </a:lnTo>
                <a:lnTo>
                  <a:pt x="108153" y="264140"/>
                </a:lnTo>
                <a:lnTo>
                  <a:pt x="114854" y="257316"/>
                </a:lnTo>
                <a:close/>
              </a:path>
              <a:path w="293370" h="346075">
                <a:moveTo>
                  <a:pt x="292747" y="345884"/>
                </a:moveTo>
                <a:lnTo>
                  <a:pt x="179220" y="201316"/>
                </a:lnTo>
                <a:lnTo>
                  <a:pt x="169684" y="211162"/>
                </a:lnTo>
                <a:lnTo>
                  <a:pt x="124472" y="247523"/>
                </a:lnTo>
                <a:lnTo>
                  <a:pt x="114854" y="257316"/>
                </a:lnTo>
                <a:lnTo>
                  <a:pt x="185534" y="345884"/>
                </a:lnTo>
                <a:lnTo>
                  <a:pt x="292747" y="345884"/>
                </a:lnTo>
                <a:close/>
              </a:path>
            </a:pathLst>
          </a:custGeom>
          <a:solidFill>
            <a:srgbClr val="0FB8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3785070" y="3176130"/>
            <a:ext cx="2816860" cy="427355"/>
          </a:xfrm>
          <a:custGeom>
            <a:avLst/>
            <a:gdLst/>
            <a:ahLst/>
            <a:cxnLst/>
            <a:rect l="l" t="t" r="r" b="b"/>
            <a:pathLst>
              <a:path w="2816859" h="427354">
                <a:moveTo>
                  <a:pt x="361276" y="169214"/>
                </a:moveTo>
                <a:lnTo>
                  <a:pt x="354101" y="117386"/>
                </a:lnTo>
                <a:lnTo>
                  <a:pt x="331952" y="72847"/>
                </a:lnTo>
                <a:lnTo>
                  <a:pt x="297472" y="37223"/>
                </a:lnTo>
                <a:lnTo>
                  <a:pt x="269430" y="19697"/>
                </a:lnTo>
                <a:lnTo>
                  <a:pt x="269430" y="169214"/>
                </a:lnTo>
                <a:lnTo>
                  <a:pt x="268795" y="184162"/>
                </a:lnTo>
                <a:lnTo>
                  <a:pt x="268795" y="181089"/>
                </a:lnTo>
                <a:lnTo>
                  <a:pt x="267677" y="189560"/>
                </a:lnTo>
                <a:lnTo>
                  <a:pt x="265493" y="198894"/>
                </a:lnTo>
                <a:lnTo>
                  <a:pt x="243560" y="237045"/>
                </a:lnTo>
                <a:lnTo>
                  <a:pt x="207670" y="258724"/>
                </a:lnTo>
                <a:lnTo>
                  <a:pt x="207365" y="258838"/>
                </a:lnTo>
                <a:lnTo>
                  <a:pt x="199047" y="260972"/>
                </a:lnTo>
                <a:lnTo>
                  <a:pt x="198755" y="261048"/>
                </a:lnTo>
                <a:lnTo>
                  <a:pt x="189953" y="262534"/>
                </a:lnTo>
                <a:lnTo>
                  <a:pt x="189763" y="262559"/>
                </a:lnTo>
                <a:lnTo>
                  <a:pt x="180403" y="263372"/>
                </a:lnTo>
                <a:lnTo>
                  <a:pt x="171424" y="262763"/>
                </a:lnTo>
                <a:lnTo>
                  <a:pt x="171246" y="262750"/>
                </a:lnTo>
                <a:lnTo>
                  <a:pt x="162674" y="261378"/>
                </a:lnTo>
                <a:lnTo>
                  <a:pt x="162445" y="261340"/>
                </a:lnTo>
                <a:lnTo>
                  <a:pt x="154178" y="259181"/>
                </a:lnTo>
                <a:lnTo>
                  <a:pt x="154000" y="259143"/>
                </a:lnTo>
                <a:lnTo>
                  <a:pt x="117932" y="237274"/>
                </a:lnTo>
                <a:lnTo>
                  <a:pt x="96393" y="198716"/>
                </a:lnTo>
                <a:lnTo>
                  <a:pt x="92303" y="169214"/>
                </a:lnTo>
                <a:lnTo>
                  <a:pt x="92900" y="158762"/>
                </a:lnTo>
                <a:lnTo>
                  <a:pt x="107149" y="114566"/>
                </a:lnTo>
                <a:lnTo>
                  <a:pt x="138023" y="86131"/>
                </a:lnTo>
                <a:lnTo>
                  <a:pt x="154000" y="79667"/>
                </a:lnTo>
                <a:lnTo>
                  <a:pt x="154178" y="79603"/>
                </a:lnTo>
                <a:lnTo>
                  <a:pt x="162445" y="77444"/>
                </a:lnTo>
                <a:lnTo>
                  <a:pt x="162674" y="77381"/>
                </a:lnTo>
                <a:lnTo>
                  <a:pt x="171246" y="75895"/>
                </a:lnTo>
                <a:lnTo>
                  <a:pt x="171424" y="75869"/>
                </a:lnTo>
                <a:lnTo>
                  <a:pt x="180403" y="75044"/>
                </a:lnTo>
                <a:lnTo>
                  <a:pt x="189763" y="75666"/>
                </a:lnTo>
                <a:lnTo>
                  <a:pt x="189953" y="75679"/>
                </a:lnTo>
                <a:lnTo>
                  <a:pt x="198755" y="77050"/>
                </a:lnTo>
                <a:lnTo>
                  <a:pt x="199047" y="77089"/>
                </a:lnTo>
                <a:lnTo>
                  <a:pt x="207365" y="79209"/>
                </a:lnTo>
                <a:lnTo>
                  <a:pt x="207670" y="79286"/>
                </a:lnTo>
                <a:lnTo>
                  <a:pt x="215595" y="82194"/>
                </a:lnTo>
                <a:lnTo>
                  <a:pt x="249174" y="107543"/>
                </a:lnTo>
                <a:lnTo>
                  <a:pt x="267385" y="148818"/>
                </a:lnTo>
                <a:lnTo>
                  <a:pt x="269430" y="169214"/>
                </a:lnTo>
                <a:lnTo>
                  <a:pt x="269430" y="19697"/>
                </a:lnTo>
                <a:lnTo>
                  <a:pt x="218617" y="2857"/>
                </a:lnTo>
                <a:lnTo>
                  <a:pt x="180403" y="0"/>
                </a:lnTo>
                <a:lnTo>
                  <a:pt x="162674" y="749"/>
                </a:lnTo>
                <a:lnTo>
                  <a:pt x="161594" y="787"/>
                </a:lnTo>
                <a:lnTo>
                  <a:pt x="143395" y="3149"/>
                </a:lnTo>
                <a:lnTo>
                  <a:pt x="125806" y="7086"/>
                </a:lnTo>
                <a:lnTo>
                  <a:pt x="108839" y="12585"/>
                </a:lnTo>
                <a:lnTo>
                  <a:pt x="92900" y="19469"/>
                </a:lnTo>
                <a:lnTo>
                  <a:pt x="92722" y="19545"/>
                </a:lnTo>
                <a:lnTo>
                  <a:pt x="51269" y="48247"/>
                </a:lnTo>
                <a:lnTo>
                  <a:pt x="20815" y="87058"/>
                </a:lnTo>
                <a:lnTo>
                  <a:pt x="3073" y="133972"/>
                </a:lnTo>
                <a:lnTo>
                  <a:pt x="0" y="169214"/>
                </a:lnTo>
                <a:lnTo>
                  <a:pt x="825" y="187071"/>
                </a:lnTo>
                <a:lnTo>
                  <a:pt x="13284" y="236562"/>
                </a:lnTo>
                <a:lnTo>
                  <a:pt x="39497" y="278625"/>
                </a:lnTo>
                <a:lnTo>
                  <a:pt x="77724" y="311048"/>
                </a:lnTo>
                <a:lnTo>
                  <a:pt x="92303" y="318998"/>
                </a:lnTo>
                <a:lnTo>
                  <a:pt x="92722" y="319227"/>
                </a:lnTo>
                <a:lnTo>
                  <a:pt x="143395" y="335229"/>
                </a:lnTo>
                <a:lnTo>
                  <a:pt x="180403" y="337959"/>
                </a:lnTo>
                <a:lnTo>
                  <a:pt x="198755" y="337591"/>
                </a:lnTo>
                <a:lnTo>
                  <a:pt x="199974" y="337578"/>
                </a:lnTo>
                <a:lnTo>
                  <a:pt x="253123" y="326072"/>
                </a:lnTo>
                <a:lnTo>
                  <a:pt x="297472" y="301345"/>
                </a:lnTo>
                <a:lnTo>
                  <a:pt x="331952" y="265950"/>
                </a:lnTo>
                <a:lnTo>
                  <a:pt x="354101" y="221183"/>
                </a:lnTo>
                <a:lnTo>
                  <a:pt x="360629" y="187274"/>
                </a:lnTo>
                <a:lnTo>
                  <a:pt x="361276" y="169214"/>
                </a:lnTo>
                <a:close/>
              </a:path>
              <a:path w="2816859" h="427354">
                <a:moveTo>
                  <a:pt x="583158" y="322110"/>
                </a:moveTo>
                <a:lnTo>
                  <a:pt x="561251" y="260108"/>
                </a:lnTo>
                <a:lnTo>
                  <a:pt x="555358" y="263575"/>
                </a:lnTo>
                <a:lnTo>
                  <a:pt x="548894" y="266052"/>
                </a:lnTo>
                <a:lnTo>
                  <a:pt x="541845" y="267538"/>
                </a:lnTo>
                <a:lnTo>
                  <a:pt x="534212" y="268033"/>
                </a:lnTo>
                <a:lnTo>
                  <a:pt x="526440" y="268033"/>
                </a:lnTo>
                <a:lnTo>
                  <a:pt x="520077" y="265468"/>
                </a:lnTo>
                <a:lnTo>
                  <a:pt x="510133" y="255206"/>
                </a:lnTo>
                <a:lnTo>
                  <a:pt x="507644" y="248145"/>
                </a:lnTo>
                <a:lnTo>
                  <a:pt x="507644" y="145440"/>
                </a:lnTo>
                <a:lnTo>
                  <a:pt x="565442" y="145440"/>
                </a:lnTo>
                <a:lnTo>
                  <a:pt x="565442" y="79717"/>
                </a:lnTo>
                <a:lnTo>
                  <a:pt x="507644" y="79717"/>
                </a:lnTo>
                <a:lnTo>
                  <a:pt x="507644" y="23304"/>
                </a:lnTo>
                <a:lnTo>
                  <a:pt x="419074" y="23304"/>
                </a:lnTo>
                <a:lnTo>
                  <a:pt x="419074" y="79717"/>
                </a:lnTo>
                <a:lnTo>
                  <a:pt x="382244" y="79717"/>
                </a:lnTo>
                <a:lnTo>
                  <a:pt x="382244" y="145440"/>
                </a:lnTo>
                <a:lnTo>
                  <a:pt x="419074" y="145440"/>
                </a:lnTo>
                <a:lnTo>
                  <a:pt x="419074" y="240068"/>
                </a:lnTo>
                <a:lnTo>
                  <a:pt x="420751" y="262788"/>
                </a:lnTo>
                <a:lnTo>
                  <a:pt x="434276" y="299021"/>
                </a:lnTo>
                <a:lnTo>
                  <a:pt x="478497" y="330555"/>
                </a:lnTo>
                <a:lnTo>
                  <a:pt x="520077" y="336461"/>
                </a:lnTo>
                <a:lnTo>
                  <a:pt x="530390" y="336346"/>
                </a:lnTo>
                <a:lnTo>
                  <a:pt x="570687" y="328587"/>
                </a:lnTo>
                <a:lnTo>
                  <a:pt x="577240" y="325602"/>
                </a:lnTo>
                <a:lnTo>
                  <a:pt x="583158" y="322110"/>
                </a:lnTo>
                <a:close/>
              </a:path>
              <a:path w="2816859" h="427354">
                <a:moveTo>
                  <a:pt x="879195" y="206032"/>
                </a:moveTo>
                <a:lnTo>
                  <a:pt x="868959" y="153682"/>
                </a:lnTo>
                <a:lnTo>
                  <a:pt x="839279" y="112229"/>
                </a:lnTo>
                <a:lnTo>
                  <a:pt x="793635" y="84963"/>
                </a:lnTo>
                <a:lnTo>
                  <a:pt x="790155" y="83959"/>
                </a:lnTo>
                <a:lnTo>
                  <a:pt x="790155" y="206032"/>
                </a:lnTo>
                <a:lnTo>
                  <a:pt x="789508" y="215061"/>
                </a:lnTo>
                <a:lnTo>
                  <a:pt x="774471" y="250494"/>
                </a:lnTo>
                <a:lnTo>
                  <a:pt x="736549" y="266166"/>
                </a:lnTo>
                <a:lnTo>
                  <a:pt x="729272" y="265925"/>
                </a:lnTo>
                <a:lnTo>
                  <a:pt x="694524" y="244906"/>
                </a:lnTo>
                <a:lnTo>
                  <a:pt x="682942" y="206032"/>
                </a:lnTo>
                <a:lnTo>
                  <a:pt x="683590" y="196646"/>
                </a:lnTo>
                <a:lnTo>
                  <a:pt x="699020" y="161467"/>
                </a:lnTo>
                <a:lnTo>
                  <a:pt x="736079" y="145897"/>
                </a:lnTo>
                <a:lnTo>
                  <a:pt x="743750" y="146342"/>
                </a:lnTo>
                <a:lnTo>
                  <a:pt x="778891" y="166928"/>
                </a:lnTo>
                <a:lnTo>
                  <a:pt x="790155" y="206032"/>
                </a:lnTo>
                <a:lnTo>
                  <a:pt x="790155" y="83959"/>
                </a:lnTo>
                <a:lnTo>
                  <a:pt x="775639" y="79717"/>
                </a:lnTo>
                <a:lnTo>
                  <a:pt x="756716" y="76619"/>
                </a:lnTo>
                <a:lnTo>
                  <a:pt x="756450" y="76568"/>
                </a:lnTo>
                <a:lnTo>
                  <a:pt x="736549" y="75539"/>
                </a:lnTo>
                <a:lnTo>
                  <a:pt x="736079" y="75514"/>
                </a:lnTo>
                <a:lnTo>
                  <a:pt x="716114" y="76568"/>
                </a:lnTo>
                <a:lnTo>
                  <a:pt x="662889" y="92290"/>
                </a:lnTo>
                <a:lnTo>
                  <a:pt x="622363" y="124434"/>
                </a:lnTo>
                <a:lnTo>
                  <a:pt x="598500" y="169735"/>
                </a:lnTo>
                <a:lnTo>
                  <a:pt x="593902" y="206032"/>
                </a:lnTo>
                <a:lnTo>
                  <a:pt x="595045" y="224409"/>
                </a:lnTo>
                <a:lnTo>
                  <a:pt x="612317" y="273392"/>
                </a:lnTo>
                <a:lnTo>
                  <a:pt x="647534" y="310464"/>
                </a:lnTo>
                <a:lnTo>
                  <a:pt x="682942" y="327901"/>
                </a:lnTo>
                <a:lnTo>
                  <a:pt x="697090" y="332079"/>
                </a:lnTo>
                <a:lnTo>
                  <a:pt x="715835" y="335267"/>
                </a:lnTo>
                <a:lnTo>
                  <a:pt x="716114" y="335318"/>
                </a:lnTo>
                <a:lnTo>
                  <a:pt x="736079" y="336537"/>
                </a:lnTo>
                <a:lnTo>
                  <a:pt x="736549" y="336562"/>
                </a:lnTo>
                <a:lnTo>
                  <a:pt x="756450" y="335343"/>
                </a:lnTo>
                <a:lnTo>
                  <a:pt x="756716" y="335330"/>
                </a:lnTo>
                <a:lnTo>
                  <a:pt x="810437" y="319544"/>
                </a:lnTo>
                <a:lnTo>
                  <a:pt x="851027" y="287388"/>
                </a:lnTo>
                <a:lnTo>
                  <a:pt x="874636" y="241757"/>
                </a:lnTo>
                <a:lnTo>
                  <a:pt x="878052" y="224409"/>
                </a:lnTo>
                <a:lnTo>
                  <a:pt x="879195" y="206032"/>
                </a:lnTo>
                <a:close/>
              </a:path>
              <a:path w="2816859" h="427354">
                <a:moveTo>
                  <a:pt x="1351407" y="187858"/>
                </a:moveTo>
                <a:lnTo>
                  <a:pt x="1343926" y="137248"/>
                </a:lnTo>
                <a:lnTo>
                  <a:pt x="1322387" y="102489"/>
                </a:lnTo>
                <a:lnTo>
                  <a:pt x="1289824" y="82194"/>
                </a:lnTo>
                <a:lnTo>
                  <a:pt x="1249324" y="75501"/>
                </a:lnTo>
                <a:lnTo>
                  <a:pt x="1232992" y="76542"/>
                </a:lnTo>
                <a:lnTo>
                  <a:pt x="1186624" y="92989"/>
                </a:lnTo>
                <a:lnTo>
                  <a:pt x="1161618" y="115404"/>
                </a:lnTo>
                <a:lnTo>
                  <a:pt x="1151877" y="102946"/>
                </a:lnTo>
                <a:lnTo>
                  <a:pt x="1112088" y="79883"/>
                </a:lnTo>
                <a:lnTo>
                  <a:pt x="1081735" y="75615"/>
                </a:lnTo>
                <a:lnTo>
                  <a:pt x="1080109" y="75501"/>
                </a:lnTo>
                <a:lnTo>
                  <a:pt x="1038491" y="83248"/>
                </a:lnTo>
                <a:lnTo>
                  <a:pt x="1004595" y="106121"/>
                </a:lnTo>
                <a:lnTo>
                  <a:pt x="1004595" y="79705"/>
                </a:lnTo>
                <a:lnTo>
                  <a:pt x="920216" y="79705"/>
                </a:lnTo>
                <a:lnTo>
                  <a:pt x="920216" y="332359"/>
                </a:lnTo>
                <a:lnTo>
                  <a:pt x="987806" y="332359"/>
                </a:lnTo>
                <a:lnTo>
                  <a:pt x="1004595" y="332359"/>
                </a:lnTo>
                <a:lnTo>
                  <a:pt x="1008786" y="332359"/>
                </a:lnTo>
                <a:lnTo>
                  <a:pt x="1008786" y="206959"/>
                </a:lnTo>
                <a:lnTo>
                  <a:pt x="1009142" y="197637"/>
                </a:lnTo>
                <a:lnTo>
                  <a:pt x="1023785" y="160655"/>
                </a:lnTo>
                <a:lnTo>
                  <a:pt x="1044829" y="150558"/>
                </a:lnTo>
                <a:lnTo>
                  <a:pt x="1053541" y="150558"/>
                </a:lnTo>
                <a:lnTo>
                  <a:pt x="1089240" y="178943"/>
                </a:lnTo>
                <a:lnTo>
                  <a:pt x="1091755" y="202298"/>
                </a:lnTo>
                <a:lnTo>
                  <a:pt x="1091755" y="332359"/>
                </a:lnTo>
                <a:lnTo>
                  <a:pt x="1145832" y="332359"/>
                </a:lnTo>
                <a:lnTo>
                  <a:pt x="1174737" y="332359"/>
                </a:lnTo>
                <a:lnTo>
                  <a:pt x="1180338" y="332359"/>
                </a:lnTo>
                <a:lnTo>
                  <a:pt x="1180338" y="206959"/>
                </a:lnTo>
                <a:lnTo>
                  <a:pt x="1189647" y="166801"/>
                </a:lnTo>
                <a:lnTo>
                  <a:pt x="1224610" y="150558"/>
                </a:lnTo>
                <a:lnTo>
                  <a:pt x="1232115" y="151257"/>
                </a:lnTo>
                <a:lnTo>
                  <a:pt x="1232992" y="151333"/>
                </a:lnTo>
                <a:lnTo>
                  <a:pt x="1260271" y="178943"/>
                </a:lnTo>
                <a:lnTo>
                  <a:pt x="1262837" y="202298"/>
                </a:lnTo>
                <a:lnTo>
                  <a:pt x="1262837" y="332359"/>
                </a:lnTo>
                <a:lnTo>
                  <a:pt x="1351407" y="332359"/>
                </a:lnTo>
                <a:lnTo>
                  <a:pt x="1351407" y="187858"/>
                </a:lnTo>
                <a:close/>
              </a:path>
              <a:path w="2816859" h="427354">
                <a:moveTo>
                  <a:pt x="1644154" y="192049"/>
                </a:moveTo>
                <a:lnTo>
                  <a:pt x="1635696" y="139903"/>
                </a:lnTo>
                <a:lnTo>
                  <a:pt x="1610360" y="103708"/>
                </a:lnTo>
                <a:lnTo>
                  <a:pt x="1569618" y="82562"/>
                </a:lnTo>
                <a:lnTo>
                  <a:pt x="1555584" y="79667"/>
                </a:lnTo>
                <a:lnTo>
                  <a:pt x="1555584" y="229336"/>
                </a:lnTo>
                <a:lnTo>
                  <a:pt x="1555584" y="251244"/>
                </a:lnTo>
                <a:lnTo>
                  <a:pt x="1525574" y="278815"/>
                </a:lnTo>
                <a:lnTo>
                  <a:pt x="1511757" y="280619"/>
                </a:lnTo>
                <a:lnTo>
                  <a:pt x="1501508" y="280619"/>
                </a:lnTo>
                <a:lnTo>
                  <a:pt x="1493431" y="278282"/>
                </a:lnTo>
                <a:lnTo>
                  <a:pt x="1483677" y="270586"/>
                </a:lnTo>
                <a:lnTo>
                  <a:pt x="1481543" y="268808"/>
                </a:lnTo>
                <a:lnTo>
                  <a:pt x="1478673" y="262737"/>
                </a:lnTo>
                <a:lnTo>
                  <a:pt x="1478673" y="247205"/>
                </a:lnTo>
                <a:lnTo>
                  <a:pt x="1515008" y="229450"/>
                </a:lnTo>
                <a:lnTo>
                  <a:pt x="1555584" y="229336"/>
                </a:lnTo>
                <a:lnTo>
                  <a:pt x="1555584" y="79667"/>
                </a:lnTo>
                <a:lnTo>
                  <a:pt x="1544053" y="77266"/>
                </a:lnTo>
                <a:lnTo>
                  <a:pt x="1518818" y="75742"/>
                </a:lnTo>
                <a:lnTo>
                  <a:pt x="1511757" y="75615"/>
                </a:lnTo>
                <a:lnTo>
                  <a:pt x="1507426" y="75755"/>
                </a:lnTo>
                <a:lnTo>
                  <a:pt x="1505242" y="75819"/>
                </a:lnTo>
                <a:lnTo>
                  <a:pt x="1455127" y="83197"/>
                </a:lnTo>
                <a:lnTo>
                  <a:pt x="1414868" y="98285"/>
                </a:lnTo>
                <a:lnTo>
                  <a:pt x="1403616" y="104876"/>
                </a:lnTo>
                <a:lnTo>
                  <a:pt x="1433449" y="165011"/>
                </a:lnTo>
                <a:lnTo>
                  <a:pt x="1440319" y="160172"/>
                </a:lnTo>
                <a:lnTo>
                  <a:pt x="1447888" y="155867"/>
                </a:lnTo>
                <a:lnTo>
                  <a:pt x="1492389" y="143522"/>
                </a:lnTo>
                <a:lnTo>
                  <a:pt x="1502803" y="143154"/>
                </a:lnTo>
                <a:lnTo>
                  <a:pt x="1515008" y="143827"/>
                </a:lnTo>
                <a:lnTo>
                  <a:pt x="1552371" y="168338"/>
                </a:lnTo>
                <a:lnTo>
                  <a:pt x="1555280" y="183184"/>
                </a:lnTo>
                <a:lnTo>
                  <a:pt x="1502803" y="183261"/>
                </a:lnTo>
                <a:lnTo>
                  <a:pt x="1487284" y="183743"/>
                </a:lnTo>
                <a:lnTo>
                  <a:pt x="1486560" y="183756"/>
                </a:lnTo>
                <a:lnTo>
                  <a:pt x="1470139" y="185420"/>
                </a:lnTo>
                <a:lnTo>
                  <a:pt x="1469682" y="185470"/>
                </a:lnTo>
                <a:lnTo>
                  <a:pt x="1455127" y="188214"/>
                </a:lnTo>
                <a:lnTo>
                  <a:pt x="1454619" y="188302"/>
                </a:lnTo>
                <a:lnTo>
                  <a:pt x="1411516" y="210375"/>
                </a:lnTo>
                <a:lnTo>
                  <a:pt x="1393571" y="247726"/>
                </a:lnTo>
                <a:lnTo>
                  <a:pt x="1393571" y="248348"/>
                </a:lnTo>
                <a:lnTo>
                  <a:pt x="1392897" y="258699"/>
                </a:lnTo>
                <a:lnTo>
                  <a:pt x="1403845" y="298323"/>
                </a:lnTo>
                <a:lnTo>
                  <a:pt x="1435785" y="326301"/>
                </a:lnTo>
                <a:lnTo>
                  <a:pt x="1478673" y="336194"/>
                </a:lnTo>
                <a:lnTo>
                  <a:pt x="1481543" y="336321"/>
                </a:lnTo>
                <a:lnTo>
                  <a:pt x="1483677" y="336423"/>
                </a:lnTo>
                <a:lnTo>
                  <a:pt x="1485125" y="336486"/>
                </a:lnTo>
                <a:lnTo>
                  <a:pt x="1487284" y="336562"/>
                </a:lnTo>
                <a:lnTo>
                  <a:pt x="1499108" y="335927"/>
                </a:lnTo>
                <a:lnTo>
                  <a:pt x="1501508" y="335800"/>
                </a:lnTo>
                <a:lnTo>
                  <a:pt x="1540433" y="323265"/>
                </a:lnTo>
                <a:lnTo>
                  <a:pt x="1561642" y="299224"/>
                </a:lnTo>
                <a:lnTo>
                  <a:pt x="1561642" y="332359"/>
                </a:lnTo>
                <a:lnTo>
                  <a:pt x="1567700" y="332359"/>
                </a:lnTo>
                <a:lnTo>
                  <a:pt x="1644154" y="332359"/>
                </a:lnTo>
                <a:lnTo>
                  <a:pt x="1644154" y="192049"/>
                </a:lnTo>
                <a:close/>
              </a:path>
              <a:path w="2816859" h="427354">
                <a:moveTo>
                  <a:pt x="1916849" y="253580"/>
                </a:moveTo>
                <a:lnTo>
                  <a:pt x="1904619" y="211874"/>
                </a:lnTo>
                <a:lnTo>
                  <a:pt x="1873732" y="189318"/>
                </a:lnTo>
                <a:lnTo>
                  <a:pt x="1834349" y="179019"/>
                </a:lnTo>
                <a:lnTo>
                  <a:pt x="1788426" y="172237"/>
                </a:lnTo>
                <a:lnTo>
                  <a:pt x="1781352" y="170218"/>
                </a:lnTo>
                <a:lnTo>
                  <a:pt x="1770786" y="164934"/>
                </a:lnTo>
                <a:lnTo>
                  <a:pt x="1768144" y="161124"/>
                </a:lnTo>
                <a:lnTo>
                  <a:pt x="1768144" y="151180"/>
                </a:lnTo>
                <a:lnTo>
                  <a:pt x="1808708" y="138442"/>
                </a:lnTo>
                <a:lnTo>
                  <a:pt x="1817204" y="138696"/>
                </a:lnTo>
                <a:lnTo>
                  <a:pt x="1862772" y="148056"/>
                </a:lnTo>
                <a:lnTo>
                  <a:pt x="1881428" y="157086"/>
                </a:lnTo>
                <a:lnTo>
                  <a:pt x="1907997" y="96964"/>
                </a:lnTo>
                <a:lnTo>
                  <a:pt x="1862074" y="80873"/>
                </a:lnTo>
                <a:lnTo>
                  <a:pt x="1821561" y="75857"/>
                </a:lnTo>
                <a:lnTo>
                  <a:pt x="1808238" y="75514"/>
                </a:lnTo>
                <a:lnTo>
                  <a:pt x="1789176" y="76200"/>
                </a:lnTo>
                <a:lnTo>
                  <a:pt x="1741106" y="86461"/>
                </a:lnTo>
                <a:lnTo>
                  <a:pt x="1707324" y="107365"/>
                </a:lnTo>
                <a:lnTo>
                  <a:pt x="1686052" y="147637"/>
                </a:lnTo>
                <a:lnTo>
                  <a:pt x="1685175" y="159423"/>
                </a:lnTo>
                <a:lnTo>
                  <a:pt x="1685671" y="169684"/>
                </a:lnTo>
                <a:lnTo>
                  <a:pt x="1702358" y="207378"/>
                </a:lnTo>
                <a:lnTo>
                  <a:pt x="1735797" y="226872"/>
                </a:lnTo>
                <a:lnTo>
                  <a:pt x="1813598" y="240842"/>
                </a:lnTo>
                <a:lnTo>
                  <a:pt x="1820748" y="242633"/>
                </a:lnTo>
                <a:lnTo>
                  <a:pt x="1831632" y="247281"/>
                </a:lnTo>
                <a:lnTo>
                  <a:pt x="1834337" y="250939"/>
                </a:lnTo>
                <a:lnTo>
                  <a:pt x="1834337" y="261200"/>
                </a:lnTo>
                <a:lnTo>
                  <a:pt x="1794713" y="273164"/>
                </a:lnTo>
                <a:lnTo>
                  <a:pt x="1783232" y="272770"/>
                </a:lnTo>
                <a:lnTo>
                  <a:pt x="1736585" y="263448"/>
                </a:lnTo>
                <a:lnTo>
                  <a:pt x="1706613" y="249859"/>
                </a:lnTo>
                <a:lnTo>
                  <a:pt x="1680044" y="310451"/>
                </a:lnTo>
                <a:lnTo>
                  <a:pt x="1729219" y="329107"/>
                </a:lnTo>
                <a:lnTo>
                  <a:pt x="1775929" y="336105"/>
                </a:lnTo>
                <a:lnTo>
                  <a:pt x="1791919" y="336562"/>
                </a:lnTo>
                <a:lnTo>
                  <a:pt x="1811591" y="335864"/>
                </a:lnTo>
                <a:lnTo>
                  <a:pt x="1860677" y="325374"/>
                </a:lnTo>
                <a:lnTo>
                  <a:pt x="1894674" y="304393"/>
                </a:lnTo>
                <a:lnTo>
                  <a:pt x="1915960" y="264947"/>
                </a:lnTo>
                <a:lnTo>
                  <a:pt x="1916849" y="253580"/>
                </a:lnTo>
                <a:close/>
              </a:path>
              <a:path w="2816859" h="427354">
                <a:moveTo>
                  <a:pt x="2221255" y="79705"/>
                </a:moveTo>
                <a:lnTo>
                  <a:pt x="2136876" y="79705"/>
                </a:lnTo>
                <a:lnTo>
                  <a:pt x="2074443" y="234099"/>
                </a:lnTo>
                <a:lnTo>
                  <a:pt x="2012416" y="79705"/>
                </a:lnTo>
                <a:lnTo>
                  <a:pt x="1921522" y="79705"/>
                </a:lnTo>
                <a:lnTo>
                  <a:pt x="2029904" y="335953"/>
                </a:lnTo>
                <a:lnTo>
                  <a:pt x="2028431" y="339356"/>
                </a:lnTo>
                <a:lnTo>
                  <a:pt x="2023605" y="346189"/>
                </a:lnTo>
                <a:lnTo>
                  <a:pt x="2012416" y="354888"/>
                </a:lnTo>
                <a:lnTo>
                  <a:pt x="2004809" y="357060"/>
                </a:lnTo>
                <a:lnTo>
                  <a:pt x="1988337" y="357060"/>
                </a:lnTo>
                <a:lnTo>
                  <a:pt x="1981415" y="355752"/>
                </a:lnTo>
                <a:lnTo>
                  <a:pt x="1967433" y="350469"/>
                </a:lnTo>
                <a:lnTo>
                  <a:pt x="1961299" y="346811"/>
                </a:lnTo>
                <a:lnTo>
                  <a:pt x="1956015" y="342150"/>
                </a:lnTo>
                <a:lnTo>
                  <a:pt x="1925243" y="404152"/>
                </a:lnTo>
                <a:lnTo>
                  <a:pt x="1968233" y="423456"/>
                </a:lnTo>
                <a:lnTo>
                  <a:pt x="1998433" y="426986"/>
                </a:lnTo>
                <a:lnTo>
                  <a:pt x="2010740" y="426529"/>
                </a:lnTo>
                <a:lnTo>
                  <a:pt x="2054491" y="415124"/>
                </a:lnTo>
                <a:lnTo>
                  <a:pt x="2090356" y="383578"/>
                </a:lnTo>
                <a:lnTo>
                  <a:pt x="2112175" y="342620"/>
                </a:lnTo>
                <a:lnTo>
                  <a:pt x="2221255" y="79705"/>
                </a:lnTo>
                <a:close/>
              </a:path>
              <a:path w="2816859" h="427354">
                <a:moveTo>
                  <a:pt x="2506548" y="206032"/>
                </a:moveTo>
                <a:lnTo>
                  <a:pt x="2496312" y="153682"/>
                </a:lnTo>
                <a:lnTo>
                  <a:pt x="2466632" y="112229"/>
                </a:lnTo>
                <a:lnTo>
                  <a:pt x="2420988" y="84963"/>
                </a:lnTo>
                <a:lnTo>
                  <a:pt x="2417508" y="83959"/>
                </a:lnTo>
                <a:lnTo>
                  <a:pt x="2417508" y="206032"/>
                </a:lnTo>
                <a:lnTo>
                  <a:pt x="2416860" y="215061"/>
                </a:lnTo>
                <a:lnTo>
                  <a:pt x="2401824" y="250494"/>
                </a:lnTo>
                <a:lnTo>
                  <a:pt x="2363901" y="266166"/>
                </a:lnTo>
                <a:lnTo>
                  <a:pt x="2356624" y="265925"/>
                </a:lnTo>
                <a:lnTo>
                  <a:pt x="2349627" y="264680"/>
                </a:lnTo>
                <a:lnTo>
                  <a:pt x="2343467" y="262623"/>
                </a:lnTo>
                <a:lnTo>
                  <a:pt x="2343200" y="262534"/>
                </a:lnTo>
                <a:lnTo>
                  <a:pt x="2314791" y="231254"/>
                </a:lnTo>
                <a:lnTo>
                  <a:pt x="2310295" y="206032"/>
                </a:lnTo>
                <a:lnTo>
                  <a:pt x="2310942" y="196646"/>
                </a:lnTo>
                <a:lnTo>
                  <a:pt x="2326373" y="161467"/>
                </a:lnTo>
                <a:lnTo>
                  <a:pt x="2363432" y="145897"/>
                </a:lnTo>
                <a:lnTo>
                  <a:pt x="2371102" y="146342"/>
                </a:lnTo>
                <a:lnTo>
                  <a:pt x="2406243" y="166928"/>
                </a:lnTo>
                <a:lnTo>
                  <a:pt x="2417508" y="206032"/>
                </a:lnTo>
                <a:lnTo>
                  <a:pt x="2417508" y="83959"/>
                </a:lnTo>
                <a:lnTo>
                  <a:pt x="2402992" y="79717"/>
                </a:lnTo>
                <a:lnTo>
                  <a:pt x="2384069" y="76619"/>
                </a:lnTo>
                <a:lnTo>
                  <a:pt x="2383815" y="76568"/>
                </a:lnTo>
                <a:lnTo>
                  <a:pt x="2363901" y="75539"/>
                </a:lnTo>
                <a:lnTo>
                  <a:pt x="2363432" y="75514"/>
                </a:lnTo>
                <a:lnTo>
                  <a:pt x="2343467" y="76568"/>
                </a:lnTo>
                <a:lnTo>
                  <a:pt x="2290254" y="92290"/>
                </a:lnTo>
                <a:lnTo>
                  <a:pt x="2249716" y="124447"/>
                </a:lnTo>
                <a:lnTo>
                  <a:pt x="2225865" y="169735"/>
                </a:lnTo>
                <a:lnTo>
                  <a:pt x="2221268" y="206032"/>
                </a:lnTo>
                <a:lnTo>
                  <a:pt x="2222411" y="224409"/>
                </a:lnTo>
                <a:lnTo>
                  <a:pt x="2239670" y="273392"/>
                </a:lnTo>
                <a:lnTo>
                  <a:pt x="2274887" y="310464"/>
                </a:lnTo>
                <a:lnTo>
                  <a:pt x="2310295" y="327901"/>
                </a:lnTo>
                <a:lnTo>
                  <a:pt x="2324455" y="332079"/>
                </a:lnTo>
                <a:lnTo>
                  <a:pt x="2343200" y="335267"/>
                </a:lnTo>
                <a:lnTo>
                  <a:pt x="2343467" y="335318"/>
                </a:lnTo>
                <a:lnTo>
                  <a:pt x="2363432" y="336537"/>
                </a:lnTo>
                <a:lnTo>
                  <a:pt x="2363901" y="336562"/>
                </a:lnTo>
                <a:lnTo>
                  <a:pt x="2383815" y="335343"/>
                </a:lnTo>
                <a:lnTo>
                  <a:pt x="2384069" y="335330"/>
                </a:lnTo>
                <a:lnTo>
                  <a:pt x="2437790" y="319544"/>
                </a:lnTo>
                <a:lnTo>
                  <a:pt x="2478379" y="287388"/>
                </a:lnTo>
                <a:lnTo>
                  <a:pt x="2502001" y="241757"/>
                </a:lnTo>
                <a:lnTo>
                  <a:pt x="2505405" y="224409"/>
                </a:lnTo>
                <a:lnTo>
                  <a:pt x="2506548" y="206032"/>
                </a:lnTo>
                <a:close/>
              </a:path>
              <a:path w="2816859" h="427354">
                <a:moveTo>
                  <a:pt x="2816529" y="187858"/>
                </a:moveTo>
                <a:lnTo>
                  <a:pt x="2808782" y="137248"/>
                </a:lnTo>
                <a:lnTo>
                  <a:pt x="2786507" y="102489"/>
                </a:lnTo>
                <a:lnTo>
                  <a:pt x="2753004" y="82194"/>
                </a:lnTo>
                <a:lnTo>
                  <a:pt x="2712110" y="75501"/>
                </a:lnTo>
                <a:lnTo>
                  <a:pt x="2696667" y="76365"/>
                </a:lnTo>
                <a:lnTo>
                  <a:pt x="2655239" y="89255"/>
                </a:lnTo>
                <a:lnTo>
                  <a:pt x="2631935" y="107429"/>
                </a:lnTo>
                <a:lnTo>
                  <a:pt x="2631935" y="79705"/>
                </a:lnTo>
                <a:lnTo>
                  <a:pt x="2547556" y="79705"/>
                </a:lnTo>
                <a:lnTo>
                  <a:pt x="2547556" y="332359"/>
                </a:lnTo>
                <a:lnTo>
                  <a:pt x="2615615" y="332359"/>
                </a:lnTo>
                <a:lnTo>
                  <a:pt x="2631935" y="332359"/>
                </a:lnTo>
                <a:lnTo>
                  <a:pt x="2636126" y="332359"/>
                </a:lnTo>
                <a:lnTo>
                  <a:pt x="2636126" y="210223"/>
                </a:lnTo>
                <a:lnTo>
                  <a:pt x="2636532" y="200240"/>
                </a:lnTo>
                <a:lnTo>
                  <a:pt x="2655239" y="160515"/>
                </a:lnTo>
                <a:lnTo>
                  <a:pt x="2686469" y="150558"/>
                </a:lnTo>
                <a:lnTo>
                  <a:pt x="2695714" y="151333"/>
                </a:lnTo>
                <a:lnTo>
                  <a:pt x="2725216" y="178943"/>
                </a:lnTo>
                <a:lnTo>
                  <a:pt x="2727960" y="202298"/>
                </a:lnTo>
                <a:lnTo>
                  <a:pt x="2727960" y="332359"/>
                </a:lnTo>
                <a:lnTo>
                  <a:pt x="2816529" y="332359"/>
                </a:lnTo>
                <a:lnTo>
                  <a:pt x="2816529" y="187858"/>
                </a:lnTo>
                <a:close/>
              </a:path>
            </a:pathLst>
          </a:custGeom>
          <a:solidFill>
            <a:srgbClr val="0FB88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8" name="object 38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774078" y="3133699"/>
            <a:ext cx="2148484" cy="469417"/>
          </a:xfrm>
          <a:prstGeom prst="rect">
            <a:avLst/>
          </a:prstGeom>
        </p:spPr>
      </p:pic>
      <p:grpSp>
        <p:nvGrpSpPr>
          <p:cNvPr id="39" name="object 39" descr=""/>
          <p:cNvGrpSpPr/>
          <p:nvPr/>
        </p:nvGrpSpPr>
        <p:grpSpPr>
          <a:xfrm>
            <a:off x="1888489" y="3823677"/>
            <a:ext cx="145415" cy="128270"/>
            <a:chOff x="1888489" y="3823677"/>
            <a:chExt cx="145415" cy="128270"/>
          </a:xfrm>
        </p:grpSpPr>
        <p:sp>
          <p:nvSpPr>
            <p:cNvPr id="40" name="object 40" descr=""/>
            <p:cNvSpPr/>
            <p:nvPr/>
          </p:nvSpPr>
          <p:spPr>
            <a:xfrm>
              <a:off x="1888490" y="3823677"/>
              <a:ext cx="39370" cy="126364"/>
            </a:xfrm>
            <a:custGeom>
              <a:avLst/>
              <a:gdLst/>
              <a:ahLst/>
              <a:cxnLst/>
              <a:rect l="l" t="t" r="r" b="b"/>
              <a:pathLst>
                <a:path w="39369" h="126364">
                  <a:moveTo>
                    <a:pt x="37909" y="11899"/>
                  </a:moveTo>
                  <a:lnTo>
                    <a:pt x="37731" y="0"/>
                  </a:lnTo>
                  <a:lnTo>
                    <a:pt x="0" y="0"/>
                  </a:lnTo>
                  <a:lnTo>
                    <a:pt x="0" y="11899"/>
                  </a:lnTo>
                  <a:lnTo>
                    <a:pt x="26555" y="11899"/>
                  </a:lnTo>
                  <a:lnTo>
                    <a:pt x="26555" y="125996"/>
                  </a:lnTo>
                  <a:lnTo>
                    <a:pt x="37909" y="125996"/>
                  </a:lnTo>
                  <a:lnTo>
                    <a:pt x="37909" y="11899"/>
                  </a:lnTo>
                  <a:close/>
                </a:path>
                <a:path w="39369" h="126364">
                  <a:moveTo>
                    <a:pt x="39255" y="0"/>
                  </a:moveTo>
                  <a:lnTo>
                    <a:pt x="37985" y="0"/>
                  </a:lnTo>
                  <a:lnTo>
                    <a:pt x="37985" y="125996"/>
                  </a:lnTo>
                  <a:lnTo>
                    <a:pt x="39255" y="125996"/>
                  </a:lnTo>
                  <a:lnTo>
                    <a:pt x="39255" y="0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50211" y="3823677"/>
              <a:ext cx="83324" cy="127825"/>
            </a:xfrm>
            <a:prstGeom prst="rect">
              <a:avLst/>
            </a:prstGeom>
          </p:spPr>
        </p:pic>
      </p:grpSp>
      <p:grpSp>
        <p:nvGrpSpPr>
          <p:cNvPr id="42" name="object 42" descr=""/>
          <p:cNvGrpSpPr/>
          <p:nvPr/>
        </p:nvGrpSpPr>
        <p:grpSpPr>
          <a:xfrm>
            <a:off x="2082965" y="3820007"/>
            <a:ext cx="355600" cy="130175"/>
            <a:chOff x="2082965" y="3820007"/>
            <a:chExt cx="355600" cy="130175"/>
          </a:xfrm>
        </p:grpSpPr>
        <p:pic>
          <p:nvPicPr>
            <p:cNvPr id="43" name="object 4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82965" y="3823677"/>
              <a:ext cx="107861" cy="125996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2210244" y="3820007"/>
              <a:ext cx="129539" cy="130175"/>
            </a:xfrm>
            <a:custGeom>
              <a:avLst/>
              <a:gdLst/>
              <a:ahLst/>
              <a:cxnLst/>
              <a:rect l="l" t="t" r="r" b="b"/>
              <a:pathLst>
                <a:path w="129539" h="130175">
                  <a:moveTo>
                    <a:pt x="13004" y="129667"/>
                  </a:moveTo>
                  <a:lnTo>
                    <a:pt x="12814" y="43586"/>
                  </a:lnTo>
                  <a:lnTo>
                    <a:pt x="0" y="43586"/>
                  </a:lnTo>
                  <a:lnTo>
                    <a:pt x="0" y="129667"/>
                  </a:lnTo>
                  <a:lnTo>
                    <a:pt x="13004" y="129667"/>
                  </a:lnTo>
                  <a:close/>
                </a:path>
                <a:path w="129539" h="130175">
                  <a:moveTo>
                    <a:pt x="51638" y="0"/>
                  </a:moveTo>
                  <a:lnTo>
                    <a:pt x="38823" y="0"/>
                  </a:lnTo>
                  <a:lnTo>
                    <a:pt x="38823" y="129667"/>
                  </a:lnTo>
                  <a:lnTo>
                    <a:pt x="51638" y="129667"/>
                  </a:lnTo>
                  <a:lnTo>
                    <a:pt x="51638" y="0"/>
                  </a:lnTo>
                  <a:close/>
                </a:path>
                <a:path w="129539" h="130175">
                  <a:moveTo>
                    <a:pt x="90462" y="0"/>
                  </a:moveTo>
                  <a:lnTo>
                    <a:pt x="77647" y="0"/>
                  </a:lnTo>
                  <a:lnTo>
                    <a:pt x="77647" y="129667"/>
                  </a:lnTo>
                  <a:lnTo>
                    <a:pt x="90462" y="129667"/>
                  </a:lnTo>
                  <a:lnTo>
                    <a:pt x="90462" y="0"/>
                  </a:lnTo>
                  <a:close/>
                </a:path>
                <a:path w="129539" h="130175">
                  <a:moveTo>
                    <a:pt x="129476" y="129667"/>
                  </a:moveTo>
                  <a:lnTo>
                    <a:pt x="129286" y="43586"/>
                  </a:lnTo>
                  <a:lnTo>
                    <a:pt x="116471" y="43586"/>
                  </a:lnTo>
                  <a:lnTo>
                    <a:pt x="116471" y="129667"/>
                  </a:lnTo>
                  <a:lnTo>
                    <a:pt x="129476" y="129667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65552" y="3820007"/>
              <a:ext cx="72517" cy="129666"/>
            </a:xfrm>
            <a:prstGeom prst="rect">
              <a:avLst/>
            </a:prstGeom>
          </p:spPr>
        </p:pic>
      </p:grpSp>
      <p:grpSp>
        <p:nvGrpSpPr>
          <p:cNvPr id="46" name="object 46" descr=""/>
          <p:cNvGrpSpPr/>
          <p:nvPr/>
        </p:nvGrpSpPr>
        <p:grpSpPr>
          <a:xfrm>
            <a:off x="2496667" y="3820007"/>
            <a:ext cx="2468880" cy="166370"/>
            <a:chOff x="2496667" y="3820007"/>
            <a:chExt cx="2468880" cy="166370"/>
          </a:xfrm>
        </p:grpSpPr>
        <p:pic>
          <p:nvPicPr>
            <p:cNvPr id="47" name="object 4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496667" y="3823677"/>
              <a:ext cx="121043" cy="125996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641155" y="3861765"/>
              <a:ext cx="86613" cy="89738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753791" y="3820007"/>
              <a:ext cx="238975" cy="131495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015475" y="3820007"/>
              <a:ext cx="1949805" cy="165925"/>
            </a:xfrm>
            <a:prstGeom prst="rect">
              <a:avLst/>
            </a:prstGeom>
          </p:spPr>
        </p:pic>
      </p:grpSp>
      <p:pic>
        <p:nvPicPr>
          <p:cNvPr id="51" name="object 51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033784" y="3820007"/>
            <a:ext cx="965644" cy="167754"/>
          </a:xfrm>
          <a:prstGeom prst="rect">
            <a:avLst/>
          </a:prstGeom>
        </p:spPr>
      </p:pic>
      <p:pic>
        <p:nvPicPr>
          <p:cNvPr id="52" name="object 52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053137" y="3790708"/>
            <a:ext cx="2121750" cy="197053"/>
          </a:xfrm>
          <a:prstGeom prst="rect">
            <a:avLst/>
          </a:prstGeom>
        </p:spPr>
      </p:pic>
      <p:grpSp>
        <p:nvGrpSpPr>
          <p:cNvPr id="53" name="object 53" descr=""/>
          <p:cNvGrpSpPr/>
          <p:nvPr/>
        </p:nvGrpSpPr>
        <p:grpSpPr>
          <a:xfrm>
            <a:off x="3511778" y="4056760"/>
            <a:ext cx="456565" cy="164465"/>
            <a:chOff x="3511778" y="4056760"/>
            <a:chExt cx="456565" cy="164465"/>
          </a:xfrm>
        </p:grpSpPr>
        <p:pic>
          <p:nvPicPr>
            <p:cNvPr id="54" name="object 54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511778" y="4056760"/>
              <a:ext cx="94856" cy="127825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628428" y="4060413"/>
              <a:ext cx="238252" cy="160431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892689" y="4094835"/>
              <a:ext cx="75641" cy="87909"/>
            </a:xfrm>
            <a:prstGeom prst="rect">
              <a:avLst/>
            </a:prstGeom>
          </p:spPr>
        </p:pic>
      </p:grpSp>
      <p:grpSp>
        <p:nvGrpSpPr>
          <p:cNvPr id="57" name="object 57" descr=""/>
          <p:cNvGrpSpPr/>
          <p:nvPr/>
        </p:nvGrpSpPr>
        <p:grpSpPr>
          <a:xfrm>
            <a:off x="4033151" y="4056760"/>
            <a:ext cx="292100" cy="128270"/>
            <a:chOff x="4033151" y="4056760"/>
            <a:chExt cx="292100" cy="128270"/>
          </a:xfrm>
        </p:grpSpPr>
        <p:pic>
          <p:nvPicPr>
            <p:cNvPr id="58" name="object 5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033151" y="4056760"/>
              <a:ext cx="94856" cy="127825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149801" y="4094848"/>
              <a:ext cx="175069" cy="89738"/>
            </a:xfrm>
            <a:prstGeom prst="rect">
              <a:avLst/>
            </a:prstGeom>
          </p:spPr>
        </p:pic>
      </p:grpSp>
      <p:grpSp>
        <p:nvGrpSpPr>
          <p:cNvPr id="60" name="object 60" descr=""/>
          <p:cNvGrpSpPr/>
          <p:nvPr/>
        </p:nvGrpSpPr>
        <p:grpSpPr>
          <a:xfrm>
            <a:off x="4386960" y="4054919"/>
            <a:ext cx="650240" cy="130175"/>
            <a:chOff x="4386960" y="4054919"/>
            <a:chExt cx="650240" cy="130175"/>
          </a:xfrm>
        </p:grpSpPr>
        <p:pic>
          <p:nvPicPr>
            <p:cNvPr id="61" name="object 61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386960" y="4054919"/>
              <a:ext cx="294652" cy="129666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701946" y="4094835"/>
              <a:ext cx="183311" cy="89750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905590" y="4094835"/>
              <a:ext cx="131305" cy="87909"/>
            </a:xfrm>
            <a:prstGeom prst="rect">
              <a:avLst/>
            </a:prstGeom>
          </p:spPr>
        </p:pic>
      </p:grpSp>
      <p:pic>
        <p:nvPicPr>
          <p:cNvPr id="64" name="object 64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5103545" y="4056755"/>
            <a:ext cx="733450" cy="164089"/>
          </a:xfrm>
          <a:prstGeom prst="rect">
            <a:avLst/>
          </a:prstGeom>
        </p:spPr>
      </p:pic>
      <p:grpSp>
        <p:nvGrpSpPr>
          <p:cNvPr id="65" name="object 65" descr=""/>
          <p:cNvGrpSpPr/>
          <p:nvPr/>
        </p:nvGrpSpPr>
        <p:grpSpPr>
          <a:xfrm>
            <a:off x="5903658" y="4056760"/>
            <a:ext cx="656590" cy="128270"/>
            <a:chOff x="5903658" y="4056760"/>
            <a:chExt cx="656590" cy="128270"/>
          </a:xfrm>
        </p:grpSpPr>
        <p:pic>
          <p:nvPicPr>
            <p:cNvPr id="66" name="object 66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903658" y="4056760"/>
              <a:ext cx="121056" cy="125984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6051270" y="4060050"/>
              <a:ext cx="17780" cy="123189"/>
            </a:xfrm>
            <a:custGeom>
              <a:avLst/>
              <a:gdLst/>
              <a:ahLst/>
              <a:cxnLst/>
              <a:rect l="l" t="t" r="r" b="b"/>
              <a:pathLst>
                <a:path w="17779" h="123189">
                  <a:moveTo>
                    <a:pt x="15382" y="122694"/>
                  </a:moveTo>
                  <a:lnTo>
                    <a:pt x="15382" y="36626"/>
                  </a:lnTo>
                  <a:lnTo>
                    <a:pt x="2374" y="36626"/>
                  </a:lnTo>
                  <a:lnTo>
                    <a:pt x="2374" y="122694"/>
                  </a:lnTo>
                  <a:lnTo>
                    <a:pt x="15382" y="122694"/>
                  </a:lnTo>
                  <a:close/>
                </a:path>
                <a:path w="17779" h="123189">
                  <a:moveTo>
                    <a:pt x="17754" y="11417"/>
                  </a:moveTo>
                  <a:lnTo>
                    <a:pt x="17754" y="6400"/>
                  </a:lnTo>
                  <a:lnTo>
                    <a:pt x="16941" y="4267"/>
                  </a:lnTo>
                  <a:lnTo>
                    <a:pt x="13639" y="850"/>
                  </a:lnTo>
                  <a:lnTo>
                    <a:pt x="11468" y="0"/>
                  </a:lnTo>
                  <a:lnTo>
                    <a:pt x="6350" y="0"/>
                  </a:lnTo>
                  <a:lnTo>
                    <a:pt x="4267" y="850"/>
                  </a:lnTo>
                  <a:lnTo>
                    <a:pt x="850" y="4267"/>
                  </a:lnTo>
                  <a:lnTo>
                    <a:pt x="0" y="6400"/>
                  </a:lnTo>
                  <a:lnTo>
                    <a:pt x="0" y="11417"/>
                  </a:lnTo>
                  <a:lnTo>
                    <a:pt x="850" y="13525"/>
                  </a:lnTo>
                  <a:lnTo>
                    <a:pt x="4267" y="17056"/>
                  </a:lnTo>
                  <a:lnTo>
                    <a:pt x="6350" y="17945"/>
                  </a:lnTo>
                  <a:lnTo>
                    <a:pt x="11468" y="17945"/>
                  </a:lnTo>
                  <a:lnTo>
                    <a:pt x="13639" y="17056"/>
                  </a:lnTo>
                  <a:lnTo>
                    <a:pt x="16941" y="13525"/>
                  </a:lnTo>
                  <a:lnTo>
                    <a:pt x="17754" y="11417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092647" y="4094835"/>
              <a:ext cx="236601" cy="89750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355257" y="4060050"/>
              <a:ext cx="204558" cy="124536"/>
            </a:xfrm>
            <a:prstGeom prst="rect">
              <a:avLst/>
            </a:prstGeom>
          </p:spPr>
        </p:pic>
      </p:grpSp>
      <p:pic>
        <p:nvPicPr>
          <p:cNvPr id="70" name="object 70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142227" y="4482420"/>
            <a:ext cx="3779164" cy="332955"/>
          </a:xfrm>
          <a:prstGeom prst="rect">
            <a:avLst/>
          </a:prstGeom>
        </p:spPr>
      </p:pic>
      <p:sp>
        <p:nvSpPr>
          <p:cNvPr id="71" name="object 71" descr=""/>
          <p:cNvSpPr txBox="1"/>
          <p:nvPr/>
        </p:nvSpPr>
        <p:spPr>
          <a:xfrm>
            <a:off x="3346866" y="4551117"/>
            <a:ext cx="1422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0FB880"/>
                </a:solidFill>
                <a:latin typeface="Arial Narrow"/>
                <a:cs typeface="Arial Narrow"/>
              </a:rPr>
              <a:t> </a:t>
            </a:r>
            <a:endParaRPr sz="1000">
              <a:latin typeface="Arial Narrow"/>
              <a:cs typeface="Arial Narrow"/>
            </a:endParaRPr>
          </a:p>
        </p:txBody>
      </p:sp>
      <p:sp>
        <p:nvSpPr>
          <p:cNvPr id="72" name="object 72" descr=""/>
          <p:cNvSpPr/>
          <p:nvPr/>
        </p:nvSpPr>
        <p:spPr>
          <a:xfrm>
            <a:off x="861402" y="6380327"/>
            <a:ext cx="8349615" cy="8890"/>
          </a:xfrm>
          <a:custGeom>
            <a:avLst/>
            <a:gdLst/>
            <a:ahLst/>
            <a:cxnLst/>
            <a:rect l="l" t="t" r="r" b="b"/>
            <a:pathLst>
              <a:path w="8349615" h="8889">
                <a:moveTo>
                  <a:pt x="8349119" y="8329"/>
                </a:moveTo>
                <a:lnTo>
                  <a:pt x="8349119" y="0"/>
                </a:lnTo>
                <a:lnTo>
                  <a:pt x="0" y="0"/>
                </a:lnTo>
                <a:lnTo>
                  <a:pt x="0" y="8329"/>
                </a:lnTo>
                <a:lnTo>
                  <a:pt x="8349119" y="8329"/>
                </a:lnTo>
                <a:close/>
              </a:path>
            </a:pathLst>
          </a:custGeom>
          <a:solidFill>
            <a:srgbClr val="E1E7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3" name="object 73" descr=""/>
          <p:cNvGrpSpPr/>
          <p:nvPr/>
        </p:nvGrpSpPr>
        <p:grpSpPr>
          <a:xfrm>
            <a:off x="866101" y="6537096"/>
            <a:ext cx="1372235" cy="97790"/>
            <a:chOff x="866101" y="6537096"/>
            <a:chExt cx="1372235" cy="97790"/>
          </a:xfrm>
        </p:grpSpPr>
        <p:pic>
          <p:nvPicPr>
            <p:cNvPr id="74" name="object 74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66101" y="6543090"/>
              <a:ext cx="599440" cy="91198"/>
            </a:xfrm>
            <a:prstGeom prst="rect">
              <a:avLst/>
            </a:prstGeom>
          </p:spPr>
        </p:pic>
        <p:pic>
          <p:nvPicPr>
            <p:cNvPr id="75" name="object 75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01800" y="6537096"/>
              <a:ext cx="736180" cy="97193"/>
            </a:xfrm>
            <a:prstGeom prst="rect">
              <a:avLst/>
            </a:prstGeom>
          </p:spPr>
        </p:pic>
      </p:grpSp>
      <p:grpSp>
        <p:nvGrpSpPr>
          <p:cNvPr id="76" name="object 76" descr=""/>
          <p:cNvGrpSpPr/>
          <p:nvPr/>
        </p:nvGrpSpPr>
        <p:grpSpPr>
          <a:xfrm>
            <a:off x="8685504" y="6538696"/>
            <a:ext cx="517525" cy="95250"/>
            <a:chOff x="8685504" y="6538696"/>
            <a:chExt cx="517525" cy="95250"/>
          </a:xfrm>
        </p:grpSpPr>
        <p:pic>
          <p:nvPicPr>
            <p:cNvPr id="77" name="object 77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685504" y="6541185"/>
              <a:ext cx="227075" cy="92405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937345" y="6542087"/>
              <a:ext cx="91668" cy="72280"/>
            </a:xfrm>
            <a:prstGeom prst="rect">
              <a:avLst/>
            </a:prstGeom>
          </p:spPr>
        </p:pic>
        <p:sp>
          <p:nvSpPr>
            <p:cNvPr id="79" name="object 79" descr=""/>
            <p:cNvSpPr/>
            <p:nvPr/>
          </p:nvSpPr>
          <p:spPr>
            <a:xfrm>
              <a:off x="9056370" y="6538696"/>
              <a:ext cx="38100" cy="80010"/>
            </a:xfrm>
            <a:custGeom>
              <a:avLst/>
              <a:gdLst/>
              <a:ahLst/>
              <a:cxnLst/>
              <a:rect l="l" t="t" r="r" b="b"/>
              <a:pathLst>
                <a:path w="38100" h="80009">
                  <a:moveTo>
                    <a:pt x="38099" y="0"/>
                  </a:moveTo>
                  <a:lnTo>
                    <a:pt x="26288" y="0"/>
                  </a:lnTo>
                  <a:lnTo>
                    <a:pt x="0" y="79413"/>
                  </a:lnTo>
                  <a:lnTo>
                    <a:pt x="11811" y="79413"/>
                  </a:lnTo>
                  <a:lnTo>
                    <a:pt x="38099" y="0"/>
                  </a:lnTo>
                  <a:close/>
                </a:path>
              </a:pathLst>
            </a:custGeom>
            <a:solidFill>
              <a:srgbClr val="0EA5E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116796" y="6542087"/>
              <a:ext cx="86105" cy="71323"/>
            </a:xfrm>
            <a:prstGeom prst="rect">
              <a:avLst/>
            </a:prstGeom>
          </p:spPr>
        </p:pic>
      </p:grpSp>
      <p:sp>
        <p:nvSpPr>
          <p:cNvPr id="81" name="object 81" descr=""/>
          <p:cNvSpPr txBox="1"/>
          <p:nvPr/>
        </p:nvSpPr>
        <p:spPr>
          <a:xfrm>
            <a:off x="292100" y="162656"/>
            <a:ext cx="807720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 spc="-185">
                <a:latin typeface="Arial Narrow"/>
                <a:cs typeface="Arial Narrow"/>
              </a:rPr>
              <a:t>1</a:t>
            </a:r>
            <a:r>
              <a:rPr dirty="0" sz="850" spc="95">
                <a:latin typeface="Arial Narrow"/>
                <a:cs typeface="Arial Narrow"/>
              </a:rPr>
              <a:t> </a:t>
            </a:r>
            <a:r>
              <a:rPr dirty="0" sz="850" spc="-229">
                <a:latin typeface="Arial Narrow"/>
                <a:cs typeface="Arial Narrow"/>
              </a:rPr>
              <a:t>2m</a:t>
            </a:r>
            <a:r>
              <a:rPr dirty="0" sz="850" spc="-20">
                <a:latin typeface="Arial Narrow"/>
                <a:cs typeface="Arial Narrow"/>
              </a:rPr>
              <a:t> </a:t>
            </a:r>
            <a:r>
              <a:rPr dirty="0" sz="850" spc="-135">
                <a:latin typeface="Arial Narrow"/>
                <a:cs typeface="Arial Narrow"/>
              </a:rPr>
              <a:t>00m</a:t>
            </a:r>
            <a:r>
              <a:rPr dirty="0" sz="850" spc="-25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2020</a:t>
            </a:r>
            <a:r>
              <a:rPr dirty="0" sz="850" spc="165">
                <a:latin typeface="Arial Narrow"/>
                <a:cs typeface="Arial Narrow"/>
              </a:rPr>
              <a:t> </a:t>
            </a:r>
            <a:r>
              <a:rPr dirty="0" sz="850" spc="-75">
                <a:latin typeface="Arial Narrow"/>
                <a:cs typeface="Arial Narrow"/>
              </a:rPr>
              <a:t>00e</a:t>
            </a:r>
            <a:r>
              <a:rPr dirty="0" sz="850" spc="-20">
                <a:latin typeface="Arial Narrow"/>
                <a:cs typeface="Arial Narrow"/>
              </a:rPr>
              <a:t> </a:t>
            </a:r>
            <a:r>
              <a:rPr dirty="0" sz="850" spc="-35">
                <a:latin typeface="Arial Narrow"/>
                <a:cs typeface="Arial Narrow"/>
              </a:rPr>
              <a:t>40</a:t>
            </a:r>
            <a:endParaRPr sz="850">
              <a:latin typeface="Arial Narrow"/>
              <a:cs typeface="Arial Narrow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292092" y="7460957"/>
            <a:ext cx="2821940" cy="1365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9"/>
              </a:lnSpc>
            </a:pPr>
            <a:r>
              <a:rPr dirty="0" sz="850" spc="-40">
                <a:latin typeface="Arial Narrow"/>
                <a:cs typeface="Arial Narrow"/>
              </a:rPr>
              <a:t>fi</a:t>
            </a:r>
            <a:r>
              <a:rPr dirty="0" sz="850" spc="-15">
                <a:latin typeface="Arial Narrow"/>
                <a:cs typeface="Arial Narrow"/>
              </a:rPr>
              <a:t> </a:t>
            </a:r>
            <a:r>
              <a:rPr dirty="0" sz="850" spc="-360">
                <a:latin typeface="Arial Narrow"/>
                <a:cs typeface="Arial Narrow"/>
              </a:rPr>
              <a:t>T</a:t>
            </a:r>
            <a:r>
              <a:rPr dirty="0" sz="850" spc="-15">
                <a:latin typeface="Arial Narrow"/>
                <a:cs typeface="Arial Narrow"/>
              </a:rPr>
              <a:t> </a:t>
            </a:r>
            <a:r>
              <a:rPr dirty="0" sz="850" spc="-135">
                <a:latin typeface="Arial Narrow"/>
                <a:cs typeface="Arial Narrow"/>
              </a:rPr>
              <a:t>ee</a:t>
            </a:r>
            <a:r>
              <a:rPr dirty="0" sz="850" spc="45">
                <a:latin typeface="Arial Narrow"/>
                <a:cs typeface="Arial Narrow"/>
              </a:rPr>
              <a:t> </a:t>
            </a:r>
            <a:r>
              <a:rPr dirty="0" sz="850" spc="-20">
                <a:latin typeface="Arial Narrow"/>
                <a:cs typeface="Arial Narrow"/>
              </a:rPr>
              <a:t>///#e</a:t>
            </a:r>
            <a:r>
              <a:rPr dirty="0" sz="850" spc="40">
                <a:latin typeface="Arial Narrow"/>
                <a:cs typeface="Arial Narrow"/>
              </a:rPr>
              <a:t> </a:t>
            </a:r>
            <a:r>
              <a:rPr dirty="0" sz="850" spc="-25">
                <a:latin typeface="Arial Narrow"/>
                <a:cs typeface="Arial Narrow"/>
              </a:rPr>
              <a:t>/U</a:t>
            </a:r>
            <a:r>
              <a:rPr dirty="0" sz="850" spc="20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sers/ASU</a:t>
            </a:r>
            <a:r>
              <a:rPr dirty="0" sz="850" spc="20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S/Desktop/projects/Gor</a:t>
            </a:r>
            <a:r>
              <a:rPr dirty="0" sz="850" spc="245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su</a:t>
            </a:r>
            <a:r>
              <a:rPr dirty="0" sz="850" spc="-15">
                <a:latin typeface="Arial Narrow"/>
                <a:cs typeface="Arial Narrow"/>
              </a:rPr>
              <a:t> </a:t>
            </a:r>
            <a:r>
              <a:rPr dirty="0" sz="850" spc="-60">
                <a:latin typeface="Arial Narrow"/>
                <a:cs typeface="Arial Narrow"/>
              </a:rPr>
              <a:t>n</a:t>
            </a:r>
            <a:r>
              <a:rPr dirty="0" sz="850" spc="-15">
                <a:latin typeface="Arial Narrow"/>
                <a:cs typeface="Arial Narrow"/>
              </a:rPr>
              <a:t> </a:t>
            </a:r>
            <a:r>
              <a:rPr dirty="0" sz="850" spc="-60">
                <a:latin typeface="Arial Narrow"/>
                <a:cs typeface="Arial Narrow"/>
              </a:rPr>
              <a:t>u</a:t>
            </a:r>
            <a:r>
              <a:rPr dirty="0" sz="850" spc="-10">
                <a:latin typeface="Arial Narrow"/>
                <a:cs typeface="Arial Narrow"/>
              </a:rPr>
              <a:t> </a:t>
            </a:r>
            <a:r>
              <a:rPr dirty="0" sz="850" spc="70">
                <a:latin typeface="Arial Narrow"/>
                <a:cs typeface="Arial Narrow"/>
              </a:rPr>
              <a:t>n/su</a:t>
            </a:r>
            <a:r>
              <a:rPr dirty="0" sz="850" spc="-15">
                <a:latin typeface="Arial Narrow"/>
                <a:cs typeface="Arial Narrow"/>
              </a:rPr>
              <a:t> </a:t>
            </a:r>
            <a:r>
              <a:rPr dirty="0" sz="850" spc="-60">
                <a:latin typeface="Arial Narrow"/>
                <a:cs typeface="Arial Narrow"/>
              </a:rPr>
              <a:t>n</a:t>
            </a:r>
            <a:r>
              <a:rPr dirty="0" sz="850" spc="-15">
                <a:latin typeface="Arial Narrow"/>
                <a:cs typeface="Arial Narrow"/>
              </a:rPr>
              <a:t> </a:t>
            </a:r>
            <a:r>
              <a:rPr dirty="0" sz="850" spc="-60">
                <a:latin typeface="Arial Narrow"/>
                <a:cs typeface="Arial Narrow"/>
              </a:rPr>
              <a:t>u</a:t>
            </a:r>
            <a:r>
              <a:rPr dirty="0" sz="850" spc="-15">
                <a:latin typeface="Arial Narrow"/>
                <a:cs typeface="Arial Narrow"/>
              </a:rPr>
              <a:t> </a:t>
            </a:r>
            <a:r>
              <a:rPr dirty="0" sz="850" spc="-120">
                <a:latin typeface="Arial Narrow"/>
                <a:cs typeface="Arial Narrow"/>
              </a:rPr>
              <a:t>nm</a:t>
            </a:r>
            <a:r>
              <a:rPr dirty="0" sz="850" spc="45">
                <a:latin typeface="Arial Narrow"/>
                <a:cs typeface="Arial Narrow"/>
              </a:rPr>
              <a:t> </a:t>
            </a:r>
            <a:r>
              <a:rPr dirty="0" sz="850" spc="-60">
                <a:latin typeface="Arial Narrow"/>
                <a:cs typeface="Arial Narrow"/>
              </a:rPr>
              <a:t>h</a:t>
            </a:r>
            <a:r>
              <a:rPr dirty="0" sz="850" spc="-15">
                <a:latin typeface="Arial Narrow"/>
                <a:cs typeface="Arial Narrow"/>
              </a:rPr>
              <a:t> </a:t>
            </a:r>
            <a:r>
              <a:rPr dirty="0" sz="850" spc="95">
                <a:latin typeface="Arial Narrow"/>
                <a:cs typeface="Arial Narrow"/>
              </a:rPr>
              <a:t>tn</a:t>
            </a:r>
            <a:r>
              <a:rPr dirty="0" sz="850" spc="-15">
                <a:latin typeface="Arial Narrow"/>
                <a:cs typeface="Arial Narrow"/>
              </a:rPr>
              <a:t> </a:t>
            </a:r>
            <a:r>
              <a:rPr dirty="0" sz="850" spc="-409">
                <a:latin typeface="Arial Narrow"/>
                <a:cs typeface="Arial Narrow"/>
              </a:rPr>
              <a:t>T</a:t>
            </a:r>
            <a:endParaRPr sz="850">
              <a:latin typeface="Arial Narrow"/>
              <a:cs typeface="Arial Narrow"/>
            </a:endParaRPr>
          </a:p>
        </p:txBody>
      </p:sp>
      <p:sp>
        <p:nvSpPr>
          <p:cNvPr id="84" name="object 8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3980">
              <a:lnSpc>
                <a:spcPts val="969"/>
              </a:lnSpc>
            </a:pPr>
            <a:fld id="{81D60167-4931-47E6-BA6A-407CBD079E47}" type="slidenum">
              <a:rPr dirty="0" spc="-185"/>
              <a:t>1</a:t>
            </a:fld>
            <a:r>
              <a:rPr dirty="0" spc="40"/>
              <a:t> </a:t>
            </a:r>
            <a:r>
              <a:rPr dirty="0" spc="-70"/>
              <a:t>/1</a:t>
            </a:r>
            <a:r>
              <a:rPr dirty="0" spc="30"/>
              <a:t> </a:t>
            </a:r>
            <a:r>
              <a:rPr dirty="0" spc="-50"/>
              <a:t>2</a:t>
            </a:r>
          </a:p>
        </p:txBody>
      </p:sp>
      <p:sp>
        <p:nvSpPr>
          <p:cNvPr id="82" name="object 82" descr=""/>
          <p:cNvSpPr txBox="1"/>
          <p:nvPr/>
        </p:nvSpPr>
        <p:spPr>
          <a:xfrm>
            <a:off x="4406755" y="162656"/>
            <a:ext cx="2402840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>
                <a:latin typeface="Arial Narrow"/>
                <a:cs typeface="Arial Narrow"/>
              </a:rPr>
              <a:t>Gor</a:t>
            </a:r>
            <a:r>
              <a:rPr dirty="0" sz="850" spc="114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Sargsyan</a:t>
            </a:r>
            <a:r>
              <a:rPr dirty="0" sz="850" spc="270">
                <a:latin typeface="Arial Narrow"/>
                <a:cs typeface="Arial Narrow"/>
              </a:rPr>
              <a:t>  </a:t>
            </a:r>
            <a:r>
              <a:rPr dirty="0" sz="850" spc="-150">
                <a:latin typeface="Arial Narrow"/>
                <a:cs typeface="Arial Narrow"/>
              </a:rPr>
              <a:t>GT</a:t>
            </a:r>
            <a:r>
              <a:rPr dirty="0" sz="850" spc="-70">
                <a:latin typeface="Arial Narrow"/>
                <a:cs typeface="Arial Narrow"/>
              </a:rPr>
              <a:t> </a:t>
            </a:r>
            <a:r>
              <a:rPr dirty="0" sz="850" spc="-30">
                <a:latin typeface="Arial Narrow"/>
                <a:cs typeface="Arial Narrow"/>
              </a:rPr>
              <a:t>obaT</a:t>
            </a:r>
            <a:r>
              <a:rPr dirty="0" sz="850" spc="150">
                <a:latin typeface="Arial Narrow"/>
                <a:cs typeface="Arial Narrow"/>
              </a:rPr>
              <a:t> </a:t>
            </a:r>
            <a:r>
              <a:rPr dirty="0" sz="850" spc="60">
                <a:latin typeface="Arial Narrow"/>
                <a:cs typeface="Arial Narrow"/>
              </a:rPr>
              <a:t>A</a:t>
            </a:r>
            <a:r>
              <a:rPr dirty="0" sz="850" spc="350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&amp;</a:t>
            </a:r>
            <a:r>
              <a:rPr dirty="0" sz="850" spc="135">
                <a:latin typeface="Arial Narrow"/>
                <a:cs typeface="Arial Narrow"/>
              </a:rPr>
              <a:t> </a:t>
            </a:r>
            <a:r>
              <a:rPr dirty="0" sz="850" spc="-50">
                <a:latin typeface="Arial Narrow"/>
                <a:cs typeface="Arial Narrow"/>
              </a:rPr>
              <a:t>E</a:t>
            </a:r>
            <a:r>
              <a:rPr dirty="0" sz="850" spc="-70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kon</a:t>
            </a:r>
            <a:r>
              <a:rPr dirty="0" sz="850" spc="-65">
                <a:latin typeface="Arial Narrow"/>
                <a:cs typeface="Arial Narrow"/>
              </a:rPr>
              <a:t> </a:t>
            </a:r>
            <a:r>
              <a:rPr dirty="0" sz="850" spc="80">
                <a:latin typeface="Arial Narrow"/>
                <a:cs typeface="Arial Narrow"/>
              </a:rPr>
              <a:t>oni</a:t>
            </a:r>
            <a:r>
              <a:rPr dirty="0" sz="850" spc="210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Strateji</a:t>
            </a:r>
            <a:r>
              <a:rPr dirty="0" sz="850" spc="210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Su</a:t>
            </a:r>
            <a:r>
              <a:rPr dirty="0" sz="850" spc="-70">
                <a:latin typeface="Arial Narrow"/>
                <a:cs typeface="Arial Narrow"/>
              </a:rPr>
              <a:t> </a:t>
            </a:r>
            <a:r>
              <a:rPr dirty="0" sz="850" spc="-60">
                <a:latin typeface="Arial Narrow"/>
                <a:cs typeface="Arial Narrow"/>
              </a:rPr>
              <a:t>n</a:t>
            </a:r>
            <a:r>
              <a:rPr dirty="0" sz="850" spc="-70">
                <a:latin typeface="Arial Narrow"/>
                <a:cs typeface="Arial Narrow"/>
              </a:rPr>
              <a:t> </a:t>
            </a:r>
            <a:r>
              <a:rPr dirty="0" sz="850" spc="-60">
                <a:latin typeface="Arial Narrow"/>
                <a:cs typeface="Arial Narrow"/>
              </a:rPr>
              <a:t>u</a:t>
            </a:r>
            <a:r>
              <a:rPr dirty="0" sz="850" spc="-65">
                <a:latin typeface="Arial Narrow"/>
                <a:cs typeface="Arial Narrow"/>
              </a:rPr>
              <a:t> </a:t>
            </a:r>
            <a:r>
              <a:rPr dirty="0" sz="850" spc="85">
                <a:latin typeface="Arial Narrow"/>
                <a:cs typeface="Arial Narrow"/>
              </a:rPr>
              <a:t>nu</a:t>
            </a:r>
            <a:endParaRPr sz="85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597" y="741591"/>
            <a:ext cx="1097673" cy="96431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4151" y="712431"/>
            <a:ext cx="808380" cy="154901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7595647" y="694912"/>
            <a:ext cx="266700" cy="183515"/>
            <a:chOff x="7595647" y="694912"/>
            <a:chExt cx="266700" cy="183515"/>
          </a:xfrm>
        </p:grpSpPr>
        <p:sp>
          <p:nvSpPr>
            <p:cNvPr id="5" name="object 5" descr=""/>
            <p:cNvSpPr/>
            <p:nvPr/>
          </p:nvSpPr>
          <p:spPr>
            <a:xfrm>
              <a:off x="7599832" y="699084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258064" y="149529"/>
                  </a:moveTo>
                  <a:lnTo>
                    <a:pt x="258064" y="25260"/>
                  </a:lnTo>
                  <a:lnTo>
                    <a:pt x="257302" y="21551"/>
                  </a:lnTo>
                  <a:lnTo>
                    <a:pt x="232765" y="0"/>
                  </a:lnTo>
                  <a:lnTo>
                    <a:pt x="25272" y="0"/>
                  </a:lnTo>
                  <a:lnTo>
                    <a:pt x="0" y="25260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73" y="174802"/>
                  </a:lnTo>
                  <a:lnTo>
                    <a:pt x="232765" y="174802"/>
                  </a:lnTo>
                  <a:lnTo>
                    <a:pt x="257302" y="153250"/>
                  </a:lnTo>
                  <a:lnTo>
                    <a:pt x="258064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599807" y="699071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73"/>
                  </a:lnTo>
                  <a:lnTo>
                    <a:pt x="736" y="21551"/>
                  </a:lnTo>
                  <a:lnTo>
                    <a:pt x="2209" y="17970"/>
                  </a:lnTo>
                  <a:lnTo>
                    <a:pt x="3695" y="14414"/>
                  </a:lnTo>
                  <a:lnTo>
                    <a:pt x="5803" y="11264"/>
                  </a:lnTo>
                  <a:lnTo>
                    <a:pt x="8534" y="8534"/>
                  </a:lnTo>
                  <a:lnTo>
                    <a:pt x="11264" y="5803"/>
                  </a:lnTo>
                  <a:lnTo>
                    <a:pt x="14414" y="3695"/>
                  </a:lnTo>
                  <a:lnTo>
                    <a:pt x="17983" y="2209"/>
                  </a:lnTo>
                  <a:lnTo>
                    <a:pt x="21551" y="736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8917" y="0"/>
                  </a:lnTo>
                  <a:lnTo>
                    <a:pt x="232778" y="0"/>
                  </a:lnTo>
                  <a:lnTo>
                    <a:pt x="236499" y="736"/>
                  </a:lnTo>
                  <a:lnTo>
                    <a:pt x="240055" y="2209"/>
                  </a:lnTo>
                  <a:lnTo>
                    <a:pt x="243636" y="3695"/>
                  </a:lnTo>
                  <a:lnTo>
                    <a:pt x="246786" y="5803"/>
                  </a:lnTo>
                  <a:lnTo>
                    <a:pt x="249516" y="8534"/>
                  </a:lnTo>
                  <a:lnTo>
                    <a:pt x="252247" y="11264"/>
                  </a:lnTo>
                  <a:lnTo>
                    <a:pt x="254355" y="14414"/>
                  </a:lnTo>
                  <a:lnTo>
                    <a:pt x="255828" y="17970"/>
                  </a:lnTo>
                  <a:lnTo>
                    <a:pt x="257302" y="21551"/>
                  </a:lnTo>
                  <a:lnTo>
                    <a:pt x="258051" y="25273"/>
                  </a:lnTo>
                  <a:lnTo>
                    <a:pt x="258051" y="29133"/>
                  </a:lnTo>
                  <a:lnTo>
                    <a:pt x="258051" y="145669"/>
                  </a:lnTo>
                  <a:lnTo>
                    <a:pt x="258051" y="149529"/>
                  </a:lnTo>
                  <a:lnTo>
                    <a:pt x="257302" y="153250"/>
                  </a:lnTo>
                  <a:lnTo>
                    <a:pt x="255828" y="156819"/>
                  </a:lnTo>
                  <a:lnTo>
                    <a:pt x="254355" y="160388"/>
                  </a:lnTo>
                  <a:lnTo>
                    <a:pt x="252247" y="163537"/>
                  </a:lnTo>
                  <a:lnTo>
                    <a:pt x="249516" y="166268"/>
                  </a:lnTo>
                  <a:lnTo>
                    <a:pt x="246786" y="168998"/>
                  </a:lnTo>
                  <a:lnTo>
                    <a:pt x="243636" y="171107"/>
                  </a:lnTo>
                  <a:lnTo>
                    <a:pt x="240055" y="172580"/>
                  </a:lnTo>
                  <a:lnTo>
                    <a:pt x="236499" y="174066"/>
                  </a:lnTo>
                  <a:lnTo>
                    <a:pt x="232778" y="174802"/>
                  </a:lnTo>
                  <a:lnTo>
                    <a:pt x="228917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66"/>
                  </a:lnTo>
                  <a:lnTo>
                    <a:pt x="17983" y="172580"/>
                  </a:lnTo>
                  <a:lnTo>
                    <a:pt x="14414" y="171107"/>
                  </a:lnTo>
                  <a:lnTo>
                    <a:pt x="11264" y="168998"/>
                  </a:lnTo>
                  <a:lnTo>
                    <a:pt x="8534" y="166268"/>
                  </a:lnTo>
                  <a:lnTo>
                    <a:pt x="5803" y="163537"/>
                  </a:lnTo>
                  <a:lnTo>
                    <a:pt x="3695" y="160388"/>
                  </a:lnTo>
                  <a:lnTo>
                    <a:pt x="2209" y="156819"/>
                  </a:lnTo>
                  <a:lnTo>
                    <a:pt x="736" y="153250"/>
                  </a:lnTo>
                  <a:lnTo>
                    <a:pt x="0" y="149529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75092" y="755408"/>
              <a:ext cx="112395" cy="64376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7928616" y="694912"/>
            <a:ext cx="274955" cy="183515"/>
            <a:chOff x="7928616" y="694912"/>
            <a:chExt cx="274955" cy="183515"/>
          </a:xfrm>
        </p:grpSpPr>
        <p:sp>
          <p:nvSpPr>
            <p:cNvPr id="9" name="object 9" descr=""/>
            <p:cNvSpPr/>
            <p:nvPr/>
          </p:nvSpPr>
          <p:spPr>
            <a:xfrm>
              <a:off x="7932800" y="699084"/>
              <a:ext cx="266700" cy="175260"/>
            </a:xfrm>
            <a:custGeom>
              <a:avLst/>
              <a:gdLst/>
              <a:ahLst/>
              <a:cxnLst/>
              <a:rect l="l" t="t" r="r" b="b"/>
              <a:pathLst>
                <a:path w="266700" h="175259">
                  <a:moveTo>
                    <a:pt x="266395" y="149529"/>
                  </a:moveTo>
                  <a:lnTo>
                    <a:pt x="266395" y="25260"/>
                  </a:lnTo>
                  <a:lnTo>
                    <a:pt x="265633" y="21551"/>
                  </a:lnTo>
                  <a:lnTo>
                    <a:pt x="241096" y="0"/>
                  </a:lnTo>
                  <a:lnTo>
                    <a:pt x="25298" y="0"/>
                  </a:lnTo>
                  <a:lnTo>
                    <a:pt x="0" y="25260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98" y="174802"/>
                  </a:lnTo>
                  <a:lnTo>
                    <a:pt x="241096" y="174802"/>
                  </a:lnTo>
                  <a:lnTo>
                    <a:pt x="265633" y="153250"/>
                  </a:lnTo>
                  <a:lnTo>
                    <a:pt x="266395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932775" y="699071"/>
              <a:ext cx="266700" cy="175260"/>
            </a:xfrm>
            <a:custGeom>
              <a:avLst/>
              <a:gdLst/>
              <a:ahLst/>
              <a:cxnLst/>
              <a:rect l="l" t="t" r="r" b="b"/>
              <a:pathLst>
                <a:path w="266700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73"/>
                  </a:lnTo>
                  <a:lnTo>
                    <a:pt x="736" y="21551"/>
                  </a:lnTo>
                  <a:lnTo>
                    <a:pt x="2209" y="17970"/>
                  </a:lnTo>
                  <a:lnTo>
                    <a:pt x="3695" y="14414"/>
                  </a:lnTo>
                  <a:lnTo>
                    <a:pt x="5803" y="11264"/>
                  </a:lnTo>
                  <a:lnTo>
                    <a:pt x="8534" y="8534"/>
                  </a:lnTo>
                  <a:lnTo>
                    <a:pt x="11264" y="5803"/>
                  </a:lnTo>
                  <a:lnTo>
                    <a:pt x="14414" y="3695"/>
                  </a:lnTo>
                  <a:lnTo>
                    <a:pt x="17983" y="2209"/>
                  </a:lnTo>
                  <a:lnTo>
                    <a:pt x="21551" y="736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37236" y="0"/>
                  </a:lnTo>
                  <a:lnTo>
                    <a:pt x="241096" y="0"/>
                  </a:lnTo>
                  <a:lnTo>
                    <a:pt x="244817" y="736"/>
                  </a:lnTo>
                  <a:lnTo>
                    <a:pt x="248386" y="2209"/>
                  </a:lnTo>
                  <a:lnTo>
                    <a:pt x="251955" y="3695"/>
                  </a:lnTo>
                  <a:lnTo>
                    <a:pt x="255104" y="5803"/>
                  </a:lnTo>
                  <a:lnTo>
                    <a:pt x="257835" y="8534"/>
                  </a:lnTo>
                  <a:lnTo>
                    <a:pt x="260565" y="11264"/>
                  </a:lnTo>
                  <a:lnTo>
                    <a:pt x="262674" y="14414"/>
                  </a:lnTo>
                  <a:lnTo>
                    <a:pt x="264147" y="17970"/>
                  </a:lnTo>
                  <a:lnTo>
                    <a:pt x="265633" y="21551"/>
                  </a:lnTo>
                  <a:lnTo>
                    <a:pt x="266369" y="25273"/>
                  </a:lnTo>
                  <a:lnTo>
                    <a:pt x="266369" y="29133"/>
                  </a:lnTo>
                  <a:lnTo>
                    <a:pt x="266369" y="145669"/>
                  </a:lnTo>
                  <a:lnTo>
                    <a:pt x="266369" y="149529"/>
                  </a:lnTo>
                  <a:lnTo>
                    <a:pt x="265633" y="153250"/>
                  </a:lnTo>
                  <a:lnTo>
                    <a:pt x="264147" y="156819"/>
                  </a:lnTo>
                  <a:lnTo>
                    <a:pt x="262674" y="160388"/>
                  </a:lnTo>
                  <a:lnTo>
                    <a:pt x="260565" y="163537"/>
                  </a:lnTo>
                  <a:lnTo>
                    <a:pt x="257835" y="166268"/>
                  </a:lnTo>
                  <a:lnTo>
                    <a:pt x="255104" y="168998"/>
                  </a:lnTo>
                  <a:lnTo>
                    <a:pt x="251955" y="171107"/>
                  </a:lnTo>
                  <a:lnTo>
                    <a:pt x="248386" y="172580"/>
                  </a:lnTo>
                  <a:lnTo>
                    <a:pt x="244817" y="174066"/>
                  </a:lnTo>
                  <a:lnTo>
                    <a:pt x="241096" y="174802"/>
                  </a:lnTo>
                  <a:lnTo>
                    <a:pt x="237236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66"/>
                  </a:lnTo>
                  <a:lnTo>
                    <a:pt x="17983" y="172580"/>
                  </a:lnTo>
                  <a:lnTo>
                    <a:pt x="14414" y="171107"/>
                  </a:lnTo>
                  <a:lnTo>
                    <a:pt x="11264" y="168998"/>
                  </a:lnTo>
                  <a:lnTo>
                    <a:pt x="8534" y="166268"/>
                  </a:lnTo>
                  <a:lnTo>
                    <a:pt x="5803" y="163537"/>
                  </a:lnTo>
                  <a:lnTo>
                    <a:pt x="3695" y="160388"/>
                  </a:lnTo>
                  <a:lnTo>
                    <a:pt x="2209" y="156819"/>
                  </a:lnTo>
                  <a:lnTo>
                    <a:pt x="736" y="153250"/>
                  </a:lnTo>
                  <a:lnTo>
                    <a:pt x="0" y="149529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12353" y="755408"/>
              <a:ext cx="108584" cy="64376"/>
            </a:xfrm>
            <a:prstGeom prst="rect">
              <a:avLst/>
            </a:prstGeom>
          </p:spPr>
        </p:pic>
      </p:grpSp>
      <p:grpSp>
        <p:nvGrpSpPr>
          <p:cNvPr id="12" name="object 12" descr=""/>
          <p:cNvGrpSpPr/>
          <p:nvPr/>
        </p:nvGrpSpPr>
        <p:grpSpPr>
          <a:xfrm>
            <a:off x="8269903" y="694912"/>
            <a:ext cx="258445" cy="183515"/>
            <a:chOff x="8269903" y="694912"/>
            <a:chExt cx="258445" cy="183515"/>
          </a:xfrm>
        </p:grpSpPr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74101" y="699084"/>
              <a:ext cx="249707" cy="174802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8274062" y="699071"/>
              <a:ext cx="250190" cy="175260"/>
            </a:xfrm>
            <a:custGeom>
              <a:avLst/>
              <a:gdLst/>
              <a:ahLst/>
              <a:cxnLst/>
              <a:rect l="l" t="t" r="r" b="b"/>
              <a:pathLst>
                <a:path w="250190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73"/>
                  </a:lnTo>
                  <a:lnTo>
                    <a:pt x="736" y="21551"/>
                  </a:lnTo>
                  <a:lnTo>
                    <a:pt x="2209" y="17970"/>
                  </a:lnTo>
                  <a:lnTo>
                    <a:pt x="3695" y="14414"/>
                  </a:lnTo>
                  <a:lnTo>
                    <a:pt x="5803" y="11264"/>
                  </a:lnTo>
                  <a:lnTo>
                    <a:pt x="8534" y="8534"/>
                  </a:lnTo>
                  <a:lnTo>
                    <a:pt x="11264" y="5803"/>
                  </a:lnTo>
                  <a:lnTo>
                    <a:pt x="14414" y="3695"/>
                  </a:lnTo>
                  <a:lnTo>
                    <a:pt x="17983" y="2209"/>
                  </a:lnTo>
                  <a:lnTo>
                    <a:pt x="21551" y="736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0586" y="0"/>
                  </a:lnTo>
                  <a:lnTo>
                    <a:pt x="224447" y="0"/>
                  </a:lnTo>
                  <a:lnTo>
                    <a:pt x="228168" y="736"/>
                  </a:lnTo>
                  <a:lnTo>
                    <a:pt x="247497" y="17970"/>
                  </a:lnTo>
                  <a:lnTo>
                    <a:pt x="248983" y="21551"/>
                  </a:lnTo>
                  <a:lnTo>
                    <a:pt x="249720" y="25273"/>
                  </a:lnTo>
                  <a:lnTo>
                    <a:pt x="249720" y="29133"/>
                  </a:lnTo>
                  <a:lnTo>
                    <a:pt x="249720" y="145669"/>
                  </a:lnTo>
                  <a:lnTo>
                    <a:pt x="249720" y="149529"/>
                  </a:lnTo>
                  <a:lnTo>
                    <a:pt x="248983" y="153250"/>
                  </a:lnTo>
                  <a:lnTo>
                    <a:pt x="247497" y="156819"/>
                  </a:lnTo>
                  <a:lnTo>
                    <a:pt x="246024" y="160388"/>
                  </a:lnTo>
                  <a:lnTo>
                    <a:pt x="231736" y="172580"/>
                  </a:lnTo>
                  <a:lnTo>
                    <a:pt x="228168" y="174066"/>
                  </a:lnTo>
                  <a:lnTo>
                    <a:pt x="224447" y="174802"/>
                  </a:lnTo>
                  <a:lnTo>
                    <a:pt x="220586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66"/>
                  </a:lnTo>
                  <a:lnTo>
                    <a:pt x="17983" y="172580"/>
                  </a:lnTo>
                  <a:lnTo>
                    <a:pt x="14414" y="171107"/>
                  </a:lnTo>
                  <a:lnTo>
                    <a:pt x="11264" y="168998"/>
                  </a:lnTo>
                  <a:lnTo>
                    <a:pt x="8534" y="166268"/>
                  </a:lnTo>
                  <a:lnTo>
                    <a:pt x="5803" y="163537"/>
                  </a:lnTo>
                  <a:lnTo>
                    <a:pt x="3695" y="160388"/>
                  </a:lnTo>
                  <a:lnTo>
                    <a:pt x="2209" y="156819"/>
                  </a:lnTo>
                  <a:lnTo>
                    <a:pt x="736" y="153250"/>
                  </a:lnTo>
                  <a:lnTo>
                    <a:pt x="0" y="149529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50529" y="754405"/>
              <a:ext cx="95783" cy="66294"/>
            </a:xfrm>
            <a:prstGeom prst="rect">
              <a:avLst/>
            </a:prstGeom>
          </p:spPr>
        </p:pic>
      </p:grpSp>
      <p:grpSp>
        <p:nvGrpSpPr>
          <p:cNvPr id="16" name="object 16" descr=""/>
          <p:cNvGrpSpPr/>
          <p:nvPr/>
        </p:nvGrpSpPr>
        <p:grpSpPr>
          <a:xfrm>
            <a:off x="8594553" y="694912"/>
            <a:ext cx="266700" cy="183515"/>
            <a:chOff x="8594553" y="694912"/>
            <a:chExt cx="266700" cy="183515"/>
          </a:xfrm>
        </p:grpSpPr>
        <p:sp>
          <p:nvSpPr>
            <p:cNvPr id="17" name="object 17" descr=""/>
            <p:cNvSpPr/>
            <p:nvPr/>
          </p:nvSpPr>
          <p:spPr>
            <a:xfrm>
              <a:off x="8598712" y="699084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258089" y="149529"/>
                  </a:moveTo>
                  <a:lnTo>
                    <a:pt x="258089" y="25260"/>
                  </a:lnTo>
                  <a:lnTo>
                    <a:pt x="257327" y="21551"/>
                  </a:lnTo>
                  <a:lnTo>
                    <a:pt x="232790" y="0"/>
                  </a:lnTo>
                  <a:lnTo>
                    <a:pt x="25298" y="0"/>
                  </a:lnTo>
                  <a:lnTo>
                    <a:pt x="0" y="25260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98" y="174802"/>
                  </a:lnTo>
                  <a:lnTo>
                    <a:pt x="232790" y="174802"/>
                  </a:lnTo>
                  <a:lnTo>
                    <a:pt x="257327" y="153250"/>
                  </a:lnTo>
                  <a:lnTo>
                    <a:pt x="258089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598712" y="699071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73"/>
                  </a:lnTo>
                  <a:lnTo>
                    <a:pt x="736" y="21551"/>
                  </a:lnTo>
                  <a:lnTo>
                    <a:pt x="2209" y="17970"/>
                  </a:lnTo>
                  <a:lnTo>
                    <a:pt x="3695" y="14414"/>
                  </a:lnTo>
                  <a:lnTo>
                    <a:pt x="5803" y="11264"/>
                  </a:lnTo>
                  <a:lnTo>
                    <a:pt x="8534" y="8534"/>
                  </a:lnTo>
                  <a:lnTo>
                    <a:pt x="11264" y="5803"/>
                  </a:lnTo>
                  <a:lnTo>
                    <a:pt x="14414" y="3695"/>
                  </a:lnTo>
                  <a:lnTo>
                    <a:pt x="17983" y="2209"/>
                  </a:lnTo>
                  <a:lnTo>
                    <a:pt x="21551" y="736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8917" y="0"/>
                  </a:lnTo>
                  <a:lnTo>
                    <a:pt x="232740" y="0"/>
                  </a:lnTo>
                  <a:lnTo>
                    <a:pt x="236486" y="736"/>
                  </a:lnTo>
                  <a:lnTo>
                    <a:pt x="240068" y="2209"/>
                  </a:lnTo>
                  <a:lnTo>
                    <a:pt x="243649" y="3695"/>
                  </a:lnTo>
                  <a:lnTo>
                    <a:pt x="246811" y="5803"/>
                  </a:lnTo>
                  <a:lnTo>
                    <a:pt x="249478" y="8534"/>
                  </a:lnTo>
                  <a:lnTo>
                    <a:pt x="252222" y="11264"/>
                  </a:lnTo>
                  <a:lnTo>
                    <a:pt x="254381" y="14414"/>
                  </a:lnTo>
                  <a:lnTo>
                    <a:pt x="255803" y="17970"/>
                  </a:lnTo>
                  <a:lnTo>
                    <a:pt x="257302" y="21551"/>
                  </a:lnTo>
                  <a:lnTo>
                    <a:pt x="258051" y="25273"/>
                  </a:lnTo>
                  <a:lnTo>
                    <a:pt x="258051" y="29133"/>
                  </a:lnTo>
                  <a:lnTo>
                    <a:pt x="258051" y="145669"/>
                  </a:lnTo>
                  <a:lnTo>
                    <a:pt x="258051" y="149529"/>
                  </a:lnTo>
                  <a:lnTo>
                    <a:pt x="257302" y="153250"/>
                  </a:lnTo>
                  <a:lnTo>
                    <a:pt x="255803" y="156819"/>
                  </a:lnTo>
                  <a:lnTo>
                    <a:pt x="254381" y="160388"/>
                  </a:lnTo>
                  <a:lnTo>
                    <a:pt x="252222" y="163537"/>
                  </a:lnTo>
                  <a:lnTo>
                    <a:pt x="249478" y="166268"/>
                  </a:lnTo>
                  <a:lnTo>
                    <a:pt x="246811" y="168998"/>
                  </a:lnTo>
                  <a:lnTo>
                    <a:pt x="243649" y="171107"/>
                  </a:lnTo>
                  <a:lnTo>
                    <a:pt x="240068" y="172580"/>
                  </a:lnTo>
                  <a:lnTo>
                    <a:pt x="236486" y="174066"/>
                  </a:lnTo>
                  <a:lnTo>
                    <a:pt x="232740" y="174802"/>
                  </a:lnTo>
                  <a:lnTo>
                    <a:pt x="228917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66"/>
                  </a:lnTo>
                  <a:lnTo>
                    <a:pt x="17983" y="172580"/>
                  </a:lnTo>
                  <a:lnTo>
                    <a:pt x="14414" y="171107"/>
                  </a:lnTo>
                  <a:lnTo>
                    <a:pt x="11264" y="168998"/>
                  </a:lnTo>
                  <a:lnTo>
                    <a:pt x="8534" y="166268"/>
                  </a:lnTo>
                  <a:lnTo>
                    <a:pt x="5803" y="163537"/>
                  </a:lnTo>
                  <a:lnTo>
                    <a:pt x="3695" y="160388"/>
                  </a:lnTo>
                  <a:lnTo>
                    <a:pt x="2209" y="156819"/>
                  </a:lnTo>
                  <a:lnTo>
                    <a:pt x="736" y="153250"/>
                  </a:lnTo>
                  <a:lnTo>
                    <a:pt x="0" y="149529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2550" y="755408"/>
              <a:ext cx="108585" cy="65290"/>
            </a:xfrm>
            <a:prstGeom prst="rect">
              <a:avLst/>
            </a:prstGeom>
          </p:spPr>
        </p:pic>
      </p:grpSp>
      <p:grpSp>
        <p:nvGrpSpPr>
          <p:cNvPr id="20" name="object 20" descr=""/>
          <p:cNvGrpSpPr/>
          <p:nvPr/>
        </p:nvGrpSpPr>
        <p:grpSpPr>
          <a:xfrm>
            <a:off x="8927522" y="694912"/>
            <a:ext cx="283210" cy="183515"/>
            <a:chOff x="8927522" y="694912"/>
            <a:chExt cx="283210" cy="183515"/>
          </a:xfrm>
        </p:grpSpPr>
        <p:sp>
          <p:nvSpPr>
            <p:cNvPr id="21" name="object 21" descr=""/>
            <p:cNvSpPr/>
            <p:nvPr/>
          </p:nvSpPr>
          <p:spPr>
            <a:xfrm>
              <a:off x="8931707" y="699084"/>
              <a:ext cx="274955" cy="175260"/>
            </a:xfrm>
            <a:custGeom>
              <a:avLst/>
              <a:gdLst/>
              <a:ahLst/>
              <a:cxnLst/>
              <a:rect l="l" t="t" r="r" b="b"/>
              <a:pathLst>
                <a:path w="274954" h="175259">
                  <a:moveTo>
                    <a:pt x="274701" y="149529"/>
                  </a:moveTo>
                  <a:lnTo>
                    <a:pt x="274701" y="25260"/>
                  </a:lnTo>
                  <a:lnTo>
                    <a:pt x="273939" y="21551"/>
                  </a:lnTo>
                  <a:lnTo>
                    <a:pt x="249402" y="0"/>
                  </a:lnTo>
                  <a:lnTo>
                    <a:pt x="25222" y="0"/>
                  </a:lnTo>
                  <a:lnTo>
                    <a:pt x="0" y="25260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22" y="174802"/>
                  </a:lnTo>
                  <a:lnTo>
                    <a:pt x="249402" y="174802"/>
                  </a:lnTo>
                  <a:lnTo>
                    <a:pt x="273939" y="153250"/>
                  </a:lnTo>
                  <a:lnTo>
                    <a:pt x="274701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931681" y="699071"/>
              <a:ext cx="274955" cy="175260"/>
            </a:xfrm>
            <a:custGeom>
              <a:avLst/>
              <a:gdLst/>
              <a:ahLst/>
              <a:cxnLst/>
              <a:rect l="l" t="t" r="r" b="b"/>
              <a:pathLst>
                <a:path w="274954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73"/>
                  </a:lnTo>
                  <a:lnTo>
                    <a:pt x="749" y="21551"/>
                  </a:lnTo>
                  <a:lnTo>
                    <a:pt x="2247" y="17970"/>
                  </a:lnTo>
                  <a:lnTo>
                    <a:pt x="3657" y="14414"/>
                  </a:lnTo>
                  <a:lnTo>
                    <a:pt x="5829" y="11264"/>
                  </a:lnTo>
                  <a:lnTo>
                    <a:pt x="8572" y="8534"/>
                  </a:lnTo>
                  <a:lnTo>
                    <a:pt x="11239" y="5803"/>
                  </a:lnTo>
                  <a:lnTo>
                    <a:pt x="14401" y="3695"/>
                  </a:lnTo>
                  <a:lnTo>
                    <a:pt x="17983" y="2209"/>
                  </a:lnTo>
                  <a:lnTo>
                    <a:pt x="21564" y="736"/>
                  </a:lnTo>
                  <a:lnTo>
                    <a:pt x="25298" y="0"/>
                  </a:lnTo>
                  <a:lnTo>
                    <a:pt x="29133" y="0"/>
                  </a:lnTo>
                  <a:lnTo>
                    <a:pt x="245567" y="0"/>
                  </a:lnTo>
                  <a:lnTo>
                    <a:pt x="249389" y="0"/>
                  </a:lnTo>
                  <a:lnTo>
                    <a:pt x="253136" y="736"/>
                  </a:lnTo>
                  <a:lnTo>
                    <a:pt x="256717" y="2209"/>
                  </a:lnTo>
                  <a:lnTo>
                    <a:pt x="260299" y="3695"/>
                  </a:lnTo>
                  <a:lnTo>
                    <a:pt x="263461" y="5803"/>
                  </a:lnTo>
                  <a:lnTo>
                    <a:pt x="266128" y="8534"/>
                  </a:lnTo>
                  <a:lnTo>
                    <a:pt x="268871" y="11264"/>
                  </a:lnTo>
                  <a:lnTo>
                    <a:pt x="271030" y="14414"/>
                  </a:lnTo>
                  <a:lnTo>
                    <a:pt x="272453" y="17970"/>
                  </a:lnTo>
                  <a:lnTo>
                    <a:pt x="273951" y="21551"/>
                  </a:lnTo>
                  <a:lnTo>
                    <a:pt x="274701" y="25273"/>
                  </a:lnTo>
                  <a:lnTo>
                    <a:pt x="274701" y="29133"/>
                  </a:lnTo>
                  <a:lnTo>
                    <a:pt x="274701" y="145669"/>
                  </a:lnTo>
                  <a:lnTo>
                    <a:pt x="274701" y="149529"/>
                  </a:lnTo>
                  <a:lnTo>
                    <a:pt x="273951" y="153250"/>
                  </a:lnTo>
                  <a:lnTo>
                    <a:pt x="272453" y="156819"/>
                  </a:lnTo>
                  <a:lnTo>
                    <a:pt x="271030" y="160388"/>
                  </a:lnTo>
                  <a:lnTo>
                    <a:pt x="268871" y="163537"/>
                  </a:lnTo>
                  <a:lnTo>
                    <a:pt x="266128" y="166268"/>
                  </a:lnTo>
                  <a:lnTo>
                    <a:pt x="263461" y="168998"/>
                  </a:lnTo>
                  <a:lnTo>
                    <a:pt x="260299" y="171107"/>
                  </a:lnTo>
                  <a:lnTo>
                    <a:pt x="256717" y="172580"/>
                  </a:lnTo>
                  <a:lnTo>
                    <a:pt x="253136" y="174066"/>
                  </a:lnTo>
                  <a:lnTo>
                    <a:pt x="249389" y="174802"/>
                  </a:lnTo>
                  <a:lnTo>
                    <a:pt x="245567" y="174802"/>
                  </a:lnTo>
                  <a:lnTo>
                    <a:pt x="29133" y="174802"/>
                  </a:lnTo>
                  <a:lnTo>
                    <a:pt x="25298" y="174802"/>
                  </a:lnTo>
                  <a:lnTo>
                    <a:pt x="21564" y="174066"/>
                  </a:lnTo>
                  <a:lnTo>
                    <a:pt x="17983" y="172580"/>
                  </a:lnTo>
                  <a:lnTo>
                    <a:pt x="14401" y="171107"/>
                  </a:lnTo>
                  <a:lnTo>
                    <a:pt x="11239" y="168998"/>
                  </a:lnTo>
                  <a:lnTo>
                    <a:pt x="8572" y="166268"/>
                  </a:lnTo>
                  <a:lnTo>
                    <a:pt x="5829" y="163537"/>
                  </a:lnTo>
                  <a:lnTo>
                    <a:pt x="3657" y="160388"/>
                  </a:lnTo>
                  <a:lnTo>
                    <a:pt x="2247" y="156819"/>
                  </a:lnTo>
                  <a:lnTo>
                    <a:pt x="749" y="153250"/>
                  </a:lnTo>
                  <a:lnTo>
                    <a:pt x="0" y="149529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009964" y="755408"/>
              <a:ext cx="120015" cy="64376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848702" y="1140327"/>
            <a:ext cx="273050" cy="3949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spc="1035">
                <a:solidFill>
                  <a:srgbClr val="0FB880"/>
                </a:solidFill>
                <a:latin typeface="Times New Roman"/>
                <a:cs typeface="Times New Roman"/>
              </a:rPr>
              <a:t>•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1243533" y="1258716"/>
            <a:ext cx="516890" cy="206375"/>
            <a:chOff x="1243533" y="1258716"/>
            <a:chExt cx="516890" cy="206375"/>
          </a:xfrm>
        </p:grpSpPr>
        <p:pic>
          <p:nvPicPr>
            <p:cNvPr id="26" name="object 2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43533" y="1258716"/>
              <a:ext cx="389153" cy="205987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57591" y="1304798"/>
              <a:ext cx="102730" cy="155943"/>
            </a:xfrm>
            <a:prstGeom prst="rect">
              <a:avLst/>
            </a:prstGeom>
          </p:spPr>
        </p:pic>
      </p:grpSp>
      <p:pic>
        <p:nvPicPr>
          <p:cNvPr id="28" name="object 28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854009" y="1258671"/>
            <a:ext cx="1360551" cy="259524"/>
          </a:xfrm>
          <a:prstGeom prst="rect">
            <a:avLst/>
          </a:prstGeom>
        </p:spPr>
      </p:pic>
      <p:grpSp>
        <p:nvGrpSpPr>
          <p:cNvPr id="29" name="object 29" descr=""/>
          <p:cNvGrpSpPr/>
          <p:nvPr/>
        </p:nvGrpSpPr>
        <p:grpSpPr>
          <a:xfrm>
            <a:off x="3333140" y="1233766"/>
            <a:ext cx="1152525" cy="229870"/>
            <a:chOff x="3333140" y="1233766"/>
            <a:chExt cx="1152525" cy="229870"/>
          </a:xfrm>
        </p:grpSpPr>
        <p:pic>
          <p:nvPicPr>
            <p:cNvPr id="30" name="object 3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33140" y="1233766"/>
              <a:ext cx="265201" cy="226974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3632009" y="1304798"/>
              <a:ext cx="262255" cy="156210"/>
            </a:xfrm>
            <a:custGeom>
              <a:avLst/>
              <a:gdLst/>
              <a:ahLst/>
              <a:cxnLst/>
              <a:rect l="l" t="t" r="r" b="b"/>
              <a:pathLst>
                <a:path w="262254" h="156209">
                  <a:moveTo>
                    <a:pt x="51231" y="18585"/>
                  </a:moveTo>
                  <a:lnTo>
                    <a:pt x="51231" y="2539"/>
                  </a:lnTo>
                  <a:lnTo>
                    <a:pt x="0" y="2539"/>
                  </a:lnTo>
                  <a:lnTo>
                    <a:pt x="0" y="155943"/>
                  </a:lnTo>
                  <a:lnTo>
                    <a:pt x="41046" y="155943"/>
                  </a:lnTo>
                  <a:lnTo>
                    <a:pt x="41046" y="33121"/>
                  </a:lnTo>
                  <a:lnTo>
                    <a:pt x="45675" y="25415"/>
                  </a:lnTo>
                  <a:lnTo>
                    <a:pt x="51085" y="18719"/>
                  </a:lnTo>
                  <a:lnTo>
                    <a:pt x="51231" y="18585"/>
                  </a:lnTo>
                  <a:close/>
                </a:path>
                <a:path w="262254" h="156209">
                  <a:moveTo>
                    <a:pt x="146569" y="24225"/>
                  </a:moveTo>
                  <a:lnTo>
                    <a:pt x="107101" y="662"/>
                  </a:lnTo>
                  <a:lnTo>
                    <a:pt x="97078" y="0"/>
                  </a:lnTo>
                  <a:lnTo>
                    <a:pt x="88232" y="521"/>
                  </a:lnTo>
                  <a:lnTo>
                    <a:pt x="51085" y="18719"/>
                  </a:lnTo>
                  <a:lnTo>
                    <a:pt x="41046" y="33121"/>
                  </a:lnTo>
                  <a:lnTo>
                    <a:pt x="51231" y="45288"/>
                  </a:lnTo>
                  <a:lnTo>
                    <a:pt x="51231" y="155943"/>
                  </a:lnTo>
                  <a:lnTo>
                    <a:pt x="53771" y="155943"/>
                  </a:lnTo>
                  <a:lnTo>
                    <a:pt x="53771" y="71881"/>
                  </a:lnTo>
                  <a:lnTo>
                    <a:pt x="54952" y="65430"/>
                  </a:lnTo>
                  <a:lnTo>
                    <a:pt x="59677" y="55422"/>
                  </a:lnTo>
                  <a:lnTo>
                    <a:pt x="62877" y="51701"/>
                  </a:lnTo>
                  <a:lnTo>
                    <a:pt x="70992" y="46799"/>
                  </a:lnTo>
                  <a:lnTo>
                    <a:pt x="75666" y="45567"/>
                  </a:lnTo>
                  <a:lnTo>
                    <a:pt x="88232" y="45567"/>
                  </a:lnTo>
                  <a:lnTo>
                    <a:pt x="94018" y="48069"/>
                  </a:lnTo>
                  <a:lnTo>
                    <a:pt x="102120" y="58064"/>
                  </a:lnTo>
                  <a:lnTo>
                    <a:pt x="104152" y="66039"/>
                  </a:lnTo>
                  <a:lnTo>
                    <a:pt x="104152" y="155943"/>
                  </a:lnTo>
                  <a:lnTo>
                    <a:pt x="136982" y="155943"/>
                  </a:lnTo>
                  <a:lnTo>
                    <a:pt x="136982" y="39903"/>
                  </a:lnTo>
                  <a:lnTo>
                    <a:pt x="141608" y="31071"/>
                  </a:lnTo>
                  <a:lnTo>
                    <a:pt x="146569" y="24225"/>
                  </a:lnTo>
                  <a:close/>
                </a:path>
                <a:path w="262254" h="156209">
                  <a:moveTo>
                    <a:pt x="51231" y="155943"/>
                  </a:moveTo>
                  <a:lnTo>
                    <a:pt x="51231" y="45288"/>
                  </a:lnTo>
                  <a:lnTo>
                    <a:pt x="41046" y="33121"/>
                  </a:lnTo>
                  <a:lnTo>
                    <a:pt x="41046" y="155943"/>
                  </a:lnTo>
                  <a:lnTo>
                    <a:pt x="51231" y="155943"/>
                  </a:lnTo>
                  <a:close/>
                </a:path>
                <a:path w="262254" h="156209">
                  <a:moveTo>
                    <a:pt x="154533" y="43586"/>
                  </a:moveTo>
                  <a:lnTo>
                    <a:pt x="151194" y="33139"/>
                  </a:lnTo>
                  <a:lnTo>
                    <a:pt x="147278" y="25540"/>
                  </a:lnTo>
                  <a:lnTo>
                    <a:pt x="146569" y="24225"/>
                  </a:lnTo>
                  <a:lnTo>
                    <a:pt x="141608" y="31071"/>
                  </a:lnTo>
                  <a:lnTo>
                    <a:pt x="136982" y="39903"/>
                  </a:lnTo>
                  <a:lnTo>
                    <a:pt x="153991" y="43472"/>
                  </a:lnTo>
                  <a:lnTo>
                    <a:pt x="154533" y="43586"/>
                  </a:lnTo>
                  <a:close/>
                </a:path>
                <a:path w="262254" h="156209">
                  <a:moveTo>
                    <a:pt x="154533" y="155943"/>
                  </a:moveTo>
                  <a:lnTo>
                    <a:pt x="154533" y="43586"/>
                  </a:lnTo>
                  <a:lnTo>
                    <a:pt x="136982" y="39903"/>
                  </a:lnTo>
                  <a:lnTo>
                    <a:pt x="136982" y="155943"/>
                  </a:lnTo>
                  <a:lnTo>
                    <a:pt x="154533" y="155943"/>
                  </a:lnTo>
                  <a:close/>
                </a:path>
                <a:path w="262254" h="156209">
                  <a:moveTo>
                    <a:pt x="261797" y="155943"/>
                  </a:moveTo>
                  <a:lnTo>
                    <a:pt x="261797" y="68211"/>
                  </a:lnTo>
                  <a:lnTo>
                    <a:pt x="261293" y="56872"/>
                  </a:lnTo>
                  <a:lnTo>
                    <a:pt x="244178" y="16382"/>
                  </a:lnTo>
                  <a:lnTo>
                    <a:pt x="208491" y="452"/>
                  </a:lnTo>
                  <a:lnTo>
                    <a:pt x="199821" y="0"/>
                  </a:lnTo>
                  <a:lnTo>
                    <a:pt x="189375" y="662"/>
                  </a:lnTo>
                  <a:lnTo>
                    <a:pt x="179717" y="2616"/>
                  </a:lnTo>
                  <a:lnTo>
                    <a:pt x="179546" y="2651"/>
                  </a:lnTo>
                  <a:lnTo>
                    <a:pt x="147278" y="23245"/>
                  </a:lnTo>
                  <a:lnTo>
                    <a:pt x="146569" y="24225"/>
                  </a:lnTo>
                  <a:lnTo>
                    <a:pt x="147278" y="25540"/>
                  </a:lnTo>
                  <a:lnTo>
                    <a:pt x="151194" y="33139"/>
                  </a:lnTo>
                  <a:lnTo>
                    <a:pt x="154533" y="43586"/>
                  </a:lnTo>
                  <a:lnTo>
                    <a:pt x="154533" y="155943"/>
                  </a:lnTo>
                  <a:lnTo>
                    <a:pt x="157924" y="155943"/>
                  </a:lnTo>
                  <a:lnTo>
                    <a:pt x="157924" y="71881"/>
                  </a:lnTo>
                  <a:lnTo>
                    <a:pt x="159054" y="65430"/>
                  </a:lnTo>
                  <a:lnTo>
                    <a:pt x="191985" y="45567"/>
                  </a:lnTo>
                  <a:lnTo>
                    <a:pt x="197650" y="48069"/>
                  </a:lnTo>
                  <a:lnTo>
                    <a:pt x="205943" y="58064"/>
                  </a:lnTo>
                  <a:lnTo>
                    <a:pt x="208026" y="66039"/>
                  </a:lnTo>
                  <a:lnTo>
                    <a:pt x="208026" y="155943"/>
                  </a:lnTo>
                  <a:lnTo>
                    <a:pt x="261797" y="155943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920947" y="1250746"/>
              <a:ext cx="171792" cy="212547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4126141" y="1233766"/>
              <a:ext cx="56515" cy="227329"/>
            </a:xfrm>
            <a:custGeom>
              <a:avLst/>
              <a:gdLst/>
              <a:ahLst/>
              <a:cxnLst/>
              <a:rect l="l" t="t" r="r" b="b"/>
              <a:pathLst>
                <a:path w="56514" h="227330">
                  <a:moveTo>
                    <a:pt x="54914" y="226974"/>
                  </a:moveTo>
                  <a:lnTo>
                    <a:pt x="54914" y="73863"/>
                  </a:lnTo>
                  <a:lnTo>
                    <a:pt x="1701" y="73574"/>
                  </a:lnTo>
                  <a:lnTo>
                    <a:pt x="1143" y="73571"/>
                  </a:lnTo>
                  <a:lnTo>
                    <a:pt x="1701" y="226974"/>
                  </a:lnTo>
                  <a:lnTo>
                    <a:pt x="54914" y="226974"/>
                  </a:lnTo>
                  <a:close/>
                </a:path>
                <a:path w="56514" h="227330">
                  <a:moveTo>
                    <a:pt x="56045" y="36029"/>
                  </a:moveTo>
                  <a:lnTo>
                    <a:pt x="56045" y="19799"/>
                  </a:lnTo>
                  <a:lnTo>
                    <a:pt x="53403" y="13207"/>
                  </a:lnTo>
                  <a:lnTo>
                    <a:pt x="42837" y="2628"/>
                  </a:lnTo>
                  <a:lnTo>
                    <a:pt x="36131" y="0"/>
                  </a:lnTo>
                  <a:lnTo>
                    <a:pt x="19913" y="0"/>
                  </a:lnTo>
                  <a:lnTo>
                    <a:pt x="13220" y="2628"/>
                  </a:lnTo>
                  <a:lnTo>
                    <a:pt x="2641" y="13207"/>
                  </a:lnTo>
                  <a:lnTo>
                    <a:pt x="0" y="19799"/>
                  </a:lnTo>
                  <a:lnTo>
                    <a:pt x="0" y="36029"/>
                  </a:lnTo>
                  <a:lnTo>
                    <a:pt x="2641" y="42773"/>
                  </a:lnTo>
                  <a:lnTo>
                    <a:pt x="13220" y="53149"/>
                  </a:lnTo>
                  <a:lnTo>
                    <a:pt x="19913" y="55752"/>
                  </a:lnTo>
                  <a:lnTo>
                    <a:pt x="28016" y="55752"/>
                  </a:lnTo>
                  <a:lnTo>
                    <a:pt x="36131" y="55562"/>
                  </a:lnTo>
                  <a:lnTo>
                    <a:pt x="42837" y="52920"/>
                  </a:lnTo>
                  <a:lnTo>
                    <a:pt x="53403" y="42735"/>
                  </a:lnTo>
                  <a:lnTo>
                    <a:pt x="56045" y="36029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215853" y="1258658"/>
              <a:ext cx="269621" cy="204635"/>
            </a:xfrm>
            <a:prstGeom prst="rect">
              <a:avLst/>
            </a:prstGeom>
          </p:spPr>
        </p:pic>
      </p:grpSp>
      <p:grpSp>
        <p:nvGrpSpPr>
          <p:cNvPr id="35" name="object 35" descr=""/>
          <p:cNvGrpSpPr/>
          <p:nvPr/>
        </p:nvGrpSpPr>
        <p:grpSpPr>
          <a:xfrm>
            <a:off x="451104" y="2090928"/>
            <a:ext cx="8759825" cy="3983990"/>
            <a:chOff x="451104" y="2090928"/>
            <a:chExt cx="8759825" cy="3983990"/>
          </a:xfrm>
        </p:grpSpPr>
        <p:pic>
          <p:nvPicPr>
            <p:cNvPr id="36" name="object 3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51104" y="2090928"/>
              <a:ext cx="4824984" cy="3983735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878052" y="2393035"/>
              <a:ext cx="3970654" cy="3129915"/>
            </a:xfrm>
            <a:custGeom>
              <a:avLst/>
              <a:gdLst/>
              <a:ahLst/>
              <a:cxnLst/>
              <a:rect l="l" t="t" r="r" b="b"/>
              <a:pathLst>
                <a:path w="3970654" h="3129915">
                  <a:moveTo>
                    <a:pt x="0" y="2946755"/>
                  </a:moveTo>
                  <a:lnTo>
                    <a:pt x="0" y="183134"/>
                  </a:lnTo>
                  <a:lnTo>
                    <a:pt x="5489" y="138629"/>
                  </a:lnTo>
                  <a:lnTo>
                    <a:pt x="21621" y="96820"/>
                  </a:lnTo>
                  <a:lnTo>
                    <a:pt x="47429" y="60131"/>
                  </a:lnTo>
                  <a:lnTo>
                    <a:pt x="81394" y="30886"/>
                  </a:lnTo>
                  <a:lnTo>
                    <a:pt x="121446" y="10673"/>
                  </a:lnTo>
                  <a:lnTo>
                    <a:pt x="165180" y="874"/>
                  </a:lnTo>
                  <a:lnTo>
                    <a:pt x="3787495" y="0"/>
                  </a:lnTo>
                  <a:lnTo>
                    <a:pt x="3796492" y="218"/>
                  </a:lnTo>
                  <a:lnTo>
                    <a:pt x="3840654" y="7856"/>
                  </a:lnTo>
                  <a:lnTo>
                    <a:pt x="3881634" y="26075"/>
                  </a:lnTo>
                  <a:lnTo>
                    <a:pt x="3916984" y="53606"/>
                  </a:lnTo>
                  <a:lnTo>
                    <a:pt x="3944578" y="89009"/>
                  </a:lnTo>
                  <a:lnTo>
                    <a:pt x="3962739" y="129979"/>
                  </a:lnTo>
                  <a:lnTo>
                    <a:pt x="3970408" y="174146"/>
                  </a:lnTo>
                  <a:lnTo>
                    <a:pt x="3970629" y="183133"/>
                  </a:lnTo>
                  <a:lnTo>
                    <a:pt x="3970629" y="2946755"/>
                  </a:lnTo>
                  <a:lnTo>
                    <a:pt x="3965132" y="2991259"/>
                  </a:lnTo>
                  <a:lnTo>
                    <a:pt x="3949006" y="3033069"/>
                  </a:lnTo>
                  <a:lnTo>
                    <a:pt x="3923194" y="3069726"/>
                  </a:lnTo>
                  <a:lnTo>
                    <a:pt x="3889235" y="3099003"/>
                  </a:lnTo>
                  <a:lnTo>
                    <a:pt x="3849177" y="3119215"/>
                  </a:lnTo>
                  <a:lnTo>
                    <a:pt x="3805443" y="3129013"/>
                  </a:lnTo>
                  <a:lnTo>
                    <a:pt x="3787495" y="3129889"/>
                  </a:lnTo>
                  <a:lnTo>
                    <a:pt x="183134" y="3129889"/>
                  </a:lnTo>
                  <a:lnTo>
                    <a:pt x="138624" y="3124423"/>
                  </a:lnTo>
                  <a:lnTo>
                    <a:pt x="96805" y="3108240"/>
                  </a:lnTo>
                  <a:lnTo>
                    <a:pt x="60152" y="3082476"/>
                  </a:lnTo>
                  <a:lnTo>
                    <a:pt x="30861" y="3048482"/>
                  </a:lnTo>
                  <a:lnTo>
                    <a:pt x="10700" y="3008433"/>
                  </a:lnTo>
                  <a:lnTo>
                    <a:pt x="877" y="2964707"/>
                  </a:lnTo>
                  <a:lnTo>
                    <a:pt x="0" y="2946755"/>
                  </a:lnTo>
                </a:path>
              </a:pathLst>
            </a:custGeom>
            <a:ln w="332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94689" y="2409698"/>
              <a:ext cx="134010" cy="133857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34135" y="2449118"/>
              <a:ext cx="799401" cy="121602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215572" y="2366568"/>
              <a:ext cx="2329611" cy="180009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206250" y="2746336"/>
              <a:ext cx="1015746" cy="113995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232245" y="2743835"/>
              <a:ext cx="2244470" cy="116497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8493099" y="2745079"/>
              <a:ext cx="11430" cy="89535"/>
            </a:xfrm>
            <a:custGeom>
              <a:avLst/>
              <a:gdLst/>
              <a:ahLst/>
              <a:cxnLst/>
              <a:rect l="l" t="t" r="r" b="b"/>
              <a:pathLst>
                <a:path w="11429" h="89535">
                  <a:moveTo>
                    <a:pt x="11202" y="89146"/>
                  </a:moveTo>
                  <a:lnTo>
                    <a:pt x="11202" y="0"/>
                  </a:lnTo>
                  <a:lnTo>
                    <a:pt x="0" y="0"/>
                  </a:lnTo>
                  <a:lnTo>
                    <a:pt x="0" y="89146"/>
                  </a:lnTo>
                  <a:lnTo>
                    <a:pt x="11202" y="89146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543010" y="2745079"/>
              <a:ext cx="347091" cy="106375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08625" y="2953181"/>
              <a:ext cx="1488605" cy="114007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711785" y="2953181"/>
              <a:ext cx="922464" cy="90411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646670" y="2953181"/>
              <a:ext cx="941374" cy="90411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207126" y="3169615"/>
              <a:ext cx="1067193" cy="115252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286436" y="3169615"/>
              <a:ext cx="2801327" cy="115239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208625" y="3377717"/>
              <a:ext cx="2314384" cy="115240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538376" y="3373221"/>
              <a:ext cx="1167168" cy="120370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8711260" y="3376599"/>
              <a:ext cx="182245" cy="90805"/>
            </a:xfrm>
            <a:custGeom>
              <a:avLst/>
              <a:gdLst/>
              <a:ahLst/>
              <a:cxnLst/>
              <a:rect l="l" t="t" r="r" b="b"/>
              <a:pathLst>
                <a:path w="182245" h="90804">
                  <a:moveTo>
                    <a:pt x="16383" y="0"/>
                  </a:moveTo>
                  <a:lnTo>
                    <a:pt x="0" y="0"/>
                  </a:lnTo>
                  <a:lnTo>
                    <a:pt x="0" y="90284"/>
                  </a:lnTo>
                  <a:lnTo>
                    <a:pt x="16383" y="90284"/>
                  </a:lnTo>
                  <a:lnTo>
                    <a:pt x="16383" y="0"/>
                  </a:lnTo>
                  <a:close/>
                </a:path>
                <a:path w="182245" h="90804">
                  <a:moveTo>
                    <a:pt x="47244" y="90271"/>
                  </a:moveTo>
                  <a:lnTo>
                    <a:pt x="47091" y="29959"/>
                  </a:lnTo>
                  <a:lnTo>
                    <a:pt x="30861" y="29959"/>
                  </a:lnTo>
                  <a:lnTo>
                    <a:pt x="30861" y="90271"/>
                  </a:lnTo>
                  <a:lnTo>
                    <a:pt x="47244" y="90271"/>
                  </a:lnTo>
                  <a:close/>
                </a:path>
                <a:path w="182245" h="90804">
                  <a:moveTo>
                    <a:pt x="78016" y="0"/>
                  </a:moveTo>
                  <a:lnTo>
                    <a:pt x="61722" y="0"/>
                  </a:lnTo>
                  <a:lnTo>
                    <a:pt x="61722" y="90284"/>
                  </a:lnTo>
                  <a:lnTo>
                    <a:pt x="78016" y="90284"/>
                  </a:lnTo>
                  <a:lnTo>
                    <a:pt x="78016" y="0"/>
                  </a:lnTo>
                  <a:close/>
                </a:path>
                <a:path w="182245" h="90804">
                  <a:moveTo>
                    <a:pt x="108889" y="90271"/>
                  </a:moveTo>
                  <a:lnTo>
                    <a:pt x="108737" y="29959"/>
                  </a:lnTo>
                  <a:lnTo>
                    <a:pt x="92506" y="29959"/>
                  </a:lnTo>
                  <a:lnTo>
                    <a:pt x="92506" y="90271"/>
                  </a:lnTo>
                  <a:lnTo>
                    <a:pt x="108889" y="90271"/>
                  </a:lnTo>
                  <a:close/>
                </a:path>
                <a:path w="182245" h="90804">
                  <a:moveTo>
                    <a:pt x="181813" y="90271"/>
                  </a:moveTo>
                  <a:lnTo>
                    <a:pt x="156883" y="58610"/>
                  </a:lnTo>
                  <a:lnTo>
                    <a:pt x="180594" y="29959"/>
                  </a:lnTo>
                  <a:lnTo>
                    <a:pt x="161696" y="29959"/>
                  </a:lnTo>
                  <a:lnTo>
                    <a:pt x="139750" y="57556"/>
                  </a:lnTo>
                  <a:lnTo>
                    <a:pt x="139750" y="0"/>
                  </a:lnTo>
                  <a:lnTo>
                    <a:pt x="123367" y="0"/>
                  </a:lnTo>
                  <a:lnTo>
                    <a:pt x="123367" y="90271"/>
                  </a:lnTo>
                  <a:lnTo>
                    <a:pt x="138455" y="90271"/>
                  </a:lnTo>
                  <a:lnTo>
                    <a:pt x="139750" y="90271"/>
                  </a:lnTo>
                  <a:lnTo>
                    <a:pt x="139750" y="60909"/>
                  </a:lnTo>
                  <a:lnTo>
                    <a:pt x="153314" y="78930"/>
                  </a:lnTo>
                  <a:lnTo>
                    <a:pt x="161848" y="90271"/>
                  </a:lnTo>
                  <a:lnTo>
                    <a:pt x="181813" y="90271"/>
                  </a:lnTo>
                  <a:close/>
                </a:path>
              </a:pathLst>
            </a:custGeom>
            <a:solidFill>
              <a:srgbClr val="46546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922181" y="3373221"/>
              <a:ext cx="279349" cy="109004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203634" y="3593020"/>
              <a:ext cx="2058314" cy="91528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198294" y="3866407"/>
              <a:ext cx="4012247" cy="982243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198300" y="5098415"/>
              <a:ext cx="1173708" cy="208102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294249" y="5169687"/>
              <a:ext cx="86296" cy="71234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5402325" y="5169700"/>
              <a:ext cx="64769" cy="70485"/>
            </a:xfrm>
            <a:custGeom>
              <a:avLst/>
              <a:gdLst/>
              <a:ahLst/>
              <a:cxnLst/>
              <a:rect l="l" t="t" r="r" b="b"/>
              <a:pathLst>
                <a:path w="64770" h="70485">
                  <a:moveTo>
                    <a:pt x="32259" y="27195"/>
                  </a:moveTo>
                  <a:lnTo>
                    <a:pt x="15684" y="0"/>
                  </a:lnTo>
                  <a:lnTo>
                    <a:pt x="0" y="0"/>
                  </a:lnTo>
                  <a:lnTo>
                    <a:pt x="25361" y="40289"/>
                  </a:lnTo>
                  <a:lnTo>
                    <a:pt x="25361" y="35864"/>
                  </a:lnTo>
                  <a:lnTo>
                    <a:pt x="27762" y="35864"/>
                  </a:lnTo>
                  <a:lnTo>
                    <a:pt x="27762" y="34569"/>
                  </a:lnTo>
                  <a:lnTo>
                    <a:pt x="32259" y="27195"/>
                  </a:lnTo>
                  <a:close/>
                </a:path>
                <a:path w="64770" h="70485">
                  <a:moveTo>
                    <a:pt x="39047" y="39711"/>
                  </a:moveTo>
                  <a:lnTo>
                    <a:pt x="39047" y="35864"/>
                  </a:lnTo>
                  <a:lnTo>
                    <a:pt x="25361" y="35864"/>
                  </a:lnTo>
                  <a:lnTo>
                    <a:pt x="25361" y="40289"/>
                  </a:lnTo>
                  <a:lnTo>
                    <a:pt x="27165" y="43154"/>
                  </a:lnTo>
                  <a:lnTo>
                    <a:pt x="36753" y="43154"/>
                  </a:lnTo>
                  <a:lnTo>
                    <a:pt x="36753" y="43314"/>
                  </a:lnTo>
                  <a:lnTo>
                    <a:pt x="39047" y="39711"/>
                  </a:lnTo>
                  <a:close/>
                </a:path>
                <a:path w="64770" h="70485">
                  <a:moveTo>
                    <a:pt x="39047" y="70231"/>
                  </a:moveTo>
                  <a:lnTo>
                    <a:pt x="39047" y="39711"/>
                  </a:lnTo>
                  <a:lnTo>
                    <a:pt x="36753" y="43314"/>
                  </a:lnTo>
                  <a:lnTo>
                    <a:pt x="36753" y="43154"/>
                  </a:lnTo>
                  <a:lnTo>
                    <a:pt x="27165" y="43154"/>
                  </a:lnTo>
                  <a:lnTo>
                    <a:pt x="25361" y="40289"/>
                  </a:lnTo>
                  <a:lnTo>
                    <a:pt x="25361" y="70231"/>
                  </a:lnTo>
                  <a:lnTo>
                    <a:pt x="39047" y="70231"/>
                  </a:lnTo>
                  <a:close/>
                </a:path>
                <a:path w="64770" h="70485">
                  <a:moveTo>
                    <a:pt x="36753" y="34569"/>
                  </a:moveTo>
                  <a:lnTo>
                    <a:pt x="32259" y="27195"/>
                  </a:lnTo>
                  <a:lnTo>
                    <a:pt x="27762" y="34569"/>
                  </a:lnTo>
                  <a:lnTo>
                    <a:pt x="36753" y="34569"/>
                  </a:lnTo>
                  <a:close/>
                </a:path>
                <a:path w="64770" h="70485">
                  <a:moveTo>
                    <a:pt x="36753" y="35864"/>
                  </a:moveTo>
                  <a:lnTo>
                    <a:pt x="36753" y="34569"/>
                  </a:lnTo>
                  <a:lnTo>
                    <a:pt x="27762" y="34569"/>
                  </a:lnTo>
                  <a:lnTo>
                    <a:pt x="27762" y="35864"/>
                  </a:lnTo>
                  <a:lnTo>
                    <a:pt x="36753" y="35864"/>
                  </a:lnTo>
                  <a:close/>
                </a:path>
                <a:path w="64770" h="70485">
                  <a:moveTo>
                    <a:pt x="64325" y="0"/>
                  </a:moveTo>
                  <a:lnTo>
                    <a:pt x="48844" y="0"/>
                  </a:lnTo>
                  <a:lnTo>
                    <a:pt x="32259" y="27195"/>
                  </a:lnTo>
                  <a:lnTo>
                    <a:pt x="36753" y="34569"/>
                  </a:lnTo>
                  <a:lnTo>
                    <a:pt x="36753" y="35864"/>
                  </a:lnTo>
                  <a:lnTo>
                    <a:pt x="39047" y="35864"/>
                  </a:lnTo>
                  <a:lnTo>
                    <a:pt x="39047" y="39711"/>
                  </a:lnTo>
                  <a:lnTo>
                    <a:pt x="64325" y="0"/>
                  </a:lnTo>
                  <a:close/>
                </a:path>
              </a:pathLst>
            </a:custGeom>
            <a:solidFill>
              <a:srgbClr val="055F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474144" y="5167706"/>
              <a:ext cx="800722" cy="92405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438607" y="5098415"/>
              <a:ext cx="948956" cy="208102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531647" y="5168595"/>
              <a:ext cx="741730" cy="92506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7279779" y="5191671"/>
              <a:ext cx="13335" cy="48260"/>
            </a:xfrm>
            <a:custGeom>
              <a:avLst/>
              <a:gdLst/>
              <a:ahLst/>
              <a:cxnLst/>
              <a:rect l="l" t="t" r="r" b="b"/>
              <a:pathLst>
                <a:path w="13334" h="48260">
                  <a:moveTo>
                    <a:pt x="13081" y="48247"/>
                  </a:moveTo>
                  <a:lnTo>
                    <a:pt x="12979" y="0"/>
                  </a:lnTo>
                  <a:lnTo>
                    <a:pt x="0" y="0"/>
                  </a:lnTo>
                  <a:lnTo>
                    <a:pt x="0" y="48247"/>
                  </a:lnTo>
                  <a:lnTo>
                    <a:pt x="13081" y="48247"/>
                  </a:lnTo>
                  <a:close/>
                </a:path>
              </a:pathLst>
            </a:custGeom>
            <a:solidFill>
              <a:srgbClr val="055F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454150" y="5098415"/>
              <a:ext cx="990561" cy="208102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550455" y="5166601"/>
              <a:ext cx="799998" cy="94691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198300" y="5373103"/>
              <a:ext cx="1306893" cy="208114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299138" y="5442394"/>
              <a:ext cx="1106677" cy="93598"/>
            </a:xfrm>
            <a:prstGeom prst="rect">
              <a:avLst/>
            </a:prstGeom>
          </p:spPr>
        </p:pic>
      </p:grpSp>
      <p:grpSp>
        <p:nvGrpSpPr>
          <p:cNvPr id="67" name="object 67" descr=""/>
          <p:cNvGrpSpPr/>
          <p:nvPr/>
        </p:nvGrpSpPr>
        <p:grpSpPr>
          <a:xfrm>
            <a:off x="7616787" y="2372245"/>
            <a:ext cx="645795" cy="180340"/>
            <a:chOff x="7616787" y="2372245"/>
            <a:chExt cx="645795" cy="180340"/>
          </a:xfrm>
        </p:grpSpPr>
        <p:pic>
          <p:nvPicPr>
            <p:cNvPr id="68" name="object 68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616787" y="2372245"/>
              <a:ext cx="452640" cy="179832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8095945" y="2409596"/>
              <a:ext cx="166497" cy="99987"/>
            </a:xfrm>
            <a:prstGeom prst="rect">
              <a:avLst/>
            </a:prstGeom>
          </p:spPr>
        </p:pic>
      </p:grpSp>
      <p:grpSp>
        <p:nvGrpSpPr>
          <p:cNvPr id="70" name="object 70" descr=""/>
          <p:cNvGrpSpPr/>
          <p:nvPr/>
        </p:nvGrpSpPr>
        <p:grpSpPr>
          <a:xfrm>
            <a:off x="8341918" y="2366568"/>
            <a:ext cx="640080" cy="144780"/>
            <a:chOff x="8341918" y="2366568"/>
            <a:chExt cx="640080" cy="144780"/>
          </a:xfrm>
        </p:grpSpPr>
        <p:pic>
          <p:nvPicPr>
            <p:cNvPr id="71" name="object 71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8341918" y="2381389"/>
              <a:ext cx="144475" cy="128193"/>
            </a:xfrm>
            <a:prstGeom prst="rect">
              <a:avLst/>
            </a:prstGeom>
          </p:spPr>
        </p:pic>
        <p:sp>
          <p:nvSpPr>
            <p:cNvPr id="72" name="object 72" descr=""/>
            <p:cNvSpPr/>
            <p:nvPr/>
          </p:nvSpPr>
          <p:spPr>
            <a:xfrm>
              <a:off x="8513673" y="2366568"/>
              <a:ext cx="31115" cy="143510"/>
            </a:xfrm>
            <a:custGeom>
              <a:avLst/>
              <a:gdLst/>
              <a:ahLst/>
              <a:cxnLst/>
              <a:rect l="l" t="t" r="r" b="b"/>
              <a:pathLst>
                <a:path w="31115" h="143510">
                  <a:moveTo>
                    <a:pt x="29718" y="143014"/>
                  </a:moveTo>
                  <a:lnTo>
                    <a:pt x="29489" y="44678"/>
                  </a:lnTo>
                  <a:lnTo>
                    <a:pt x="1524" y="44503"/>
                  </a:lnTo>
                  <a:lnTo>
                    <a:pt x="1143" y="44500"/>
                  </a:lnTo>
                  <a:lnTo>
                    <a:pt x="1524" y="143014"/>
                  </a:lnTo>
                  <a:lnTo>
                    <a:pt x="29718" y="143014"/>
                  </a:lnTo>
                  <a:close/>
                </a:path>
                <a:path w="31115" h="143510">
                  <a:moveTo>
                    <a:pt x="30784" y="19888"/>
                  </a:moveTo>
                  <a:lnTo>
                    <a:pt x="30784" y="10985"/>
                  </a:lnTo>
                  <a:lnTo>
                    <a:pt x="29260" y="7353"/>
                  </a:lnTo>
                  <a:lnTo>
                    <a:pt x="23317" y="1612"/>
                  </a:lnTo>
                  <a:lnTo>
                    <a:pt x="19659" y="114"/>
                  </a:lnTo>
                  <a:lnTo>
                    <a:pt x="10896" y="0"/>
                  </a:lnTo>
                  <a:lnTo>
                    <a:pt x="7162" y="1460"/>
                  </a:lnTo>
                  <a:lnTo>
                    <a:pt x="4343" y="4381"/>
                  </a:lnTo>
                  <a:lnTo>
                    <a:pt x="1447" y="7315"/>
                  </a:lnTo>
                  <a:lnTo>
                    <a:pt x="0" y="10985"/>
                  </a:lnTo>
                  <a:lnTo>
                    <a:pt x="0" y="19888"/>
                  </a:lnTo>
                  <a:lnTo>
                    <a:pt x="1447" y="23622"/>
                  </a:lnTo>
                  <a:lnTo>
                    <a:pt x="4343" y="26543"/>
                  </a:lnTo>
                  <a:lnTo>
                    <a:pt x="7162" y="29476"/>
                  </a:lnTo>
                  <a:lnTo>
                    <a:pt x="10896" y="30937"/>
                  </a:lnTo>
                  <a:lnTo>
                    <a:pt x="19659" y="30822"/>
                  </a:lnTo>
                  <a:lnTo>
                    <a:pt x="23317" y="29324"/>
                  </a:lnTo>
                  <a:lnTo>
                    <a:pt x="29260" y="23583"/>
                  </a:lnTo>
                  <a:lnTo>
                    <a:pt x="30784" y="19888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8569909" y="2409596"/>
              <a:ext cx="166497" cy="99987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8755608" y="2409596"/>
              <a:ext cx="93573" cy="101460"/>
            </a:xfrm>
            <a:prstGeom prst="rect">
              <a:avLst/>
            </a:prstGeom>
          </p:spPr>
        </p:pic>
        <p:sp>
          <p:nvSpPr>
            <p:cNvPr id="75" name="object 75" descr=""/>
            <p:cNvSpPr/>
            <p:nvPr/>
          </p:nvSpPr>
          <p:spPr>
            <a:xfrm>
              <a:off x="8875014" y="2409596"/>
              <a:ext cx="107314" cy="100330"/>
            </a:xfrm>
            <a:custGeom>
              <a:avLst/>
              <a:gdLst/>
              <a:ahLst/>
              <a:cxnLst/>
              <a:rect l="l" t="t" r="r" b="b"/>
              <a:pathLst>
                <a:path w="107315" h="100330">
                  <a:moveTo>
                    <a:pt x="61188" y="0"/>
                  </a:moveTo>
                  <a:lnTo>
                    <a:pt x="51892" y="0"/>
                  </a:lnTo>
                  <a:lnTo>
                    <a:pt x="44043" y="1803"/>
                  </a:lnTo>
                  <a:lnTo>
                    <a:pt x="31013" y="9093"/>
                  </a:lnTo>
                  <a:lnTo>
                    <a:pt x="27279" y="13271"/>
                  </a:lnTo>
                  <a:lnTo>
                    <a:pt x="27279" y="1473"/>
                  </a:lnTo>
                  <a:lnTo>
                    <a:pt x="0" y="1473"/>
                  </a:lnTo>
                  <a:lnTo>
                    <a:pt x="0" y="99987"/>
                  </a:lnTo>
                  <a:lnTo>
                    <a:pt x="23469" y="99987"/>
                  </a:lnTo>
                  <a:lnTo>
                    <a:pt x="27279" y="99987"/>
                  </a:lnTo>
                  <a:lnTo>
                    <a:pt x="28575" y="99987"/>
                  </a:lnTo>
                  <a:lnTo>
                    <a:pt x="28575" y="44069"/>
                  </a:lnTo>
                  <a:lnTo>
                    <a:pt x="31013" y="37147"/>
                  </a:lnTo>
                  <a:lnTo>
                    <a:pt x="40614" y="28232"/>
                  </a:lnTo>
                  <a:lnTo>
                    <a:pt x="46939" y="26009"/>
                  </a:lnTo>
                  <a:lnTo>
                    <a:pt x="57835" y="26098"/>
                  </a:lnTo>
                  <a:lnTo>
                    <a:pt x="58826" y="26162"/>
                  </a:lnTo>
                  <a:lnTo>
                    <a:pt x="59969" y="26250"/>
                  </a:lnTo>
                  <a:lnTo>
                    <a:pt x="61188" y="26365"/>
                  </a:lnTo>
                  <a:lnTo>
                    <a:pt x="61188" y="0"/>
                  </a:lnTo>
                  <a:close/>
                </a:path>
                <a:path w="107315" h="100330">
                  <a:moveTo>
                    <a:pt x="106832" y="99987"/>
                  </a:moveTo>
                  <a:lnTo>
                    <a:pt x="106680" y="1651"/>
                  </a:lnTo>
                  <a:lnTo>
                    <a:pt x="78257" y="1473"/>
                  </a:lnTo>
                  <a:lnTo>
                    <a:pt x="78638" y="99987"/>
                  </a:lnTo>
                  <a:lnTo>
                    <a:pt x="106832" y="99987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 descr=""/>
          <p:cNvSpPr/>
          <p:nvPr/>
        </p:nvSpPr>
        <p:spPr>
          <a:xfrm>
            <a:off x="861402" y="6380327"/>
            <a:ext cx="8349615" cy="8890"/>
          </a:xfrm>
          <a:custGeom>
            <a:avLst/>
            <a:gdLst/>
            <a:ahLst/>
            <a:cxnLst/>
            <a:rect l="l" t="t" r="r" b="b"/>
            <a:pathLst>
              <a:path w="8349615" h="8889">
                <a:moveTo>
                  <a:pt x="8349119" y="8329"/>
                </a:moveTo>
                <a:lnTo>
                  <a:pt x="8349119" y="0"/>
                </a:lnTo>
                <a:lnTo>
                  <a:pt x="0" y="0"/>
                </a:lnTo>
                <a:lnTo>
                  <a:pt x="0" y="8329"/>
                </a:lnTo>
                <a:lnTo>
                  <a:pt x="8349119" y="8329"/>
                </a:lnTo>
                <a:close/>
              </a:path>
            </a:pathLst>
          </a:custGeom>
          <a:solidFill>
            <a:srgbClr val="E1E7F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7" name="object 77" descr="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868692" y="6524612"/>
            <a:ext cx="1360893" cy="109677"/>
          </a:xfrm>
          <a:prstGeom prst="rect">
            <a:avLst/>
          </a:prstGeom>
        </p:spPr>
      </p:pic>
      <p:grpSp>
        <p:nvGrpSpPr>
          <p:cNvPr id="78" name="object 78" descr=""/>
          <p:cNvGrpSpPr/>
          <p:nvPr/>
        </p:nvGrpSpPr>
        <p:grpSpPr>
          <a:xfrm>
            <a:off x="8666912" y="6538696"/>
            <a:ext cx="536575" cy="95250"/>
            <a:chOff x="8666912" y="6538696"/>
            <a:chExt cx="536575" cy="95250"/>
          </a:xfrm>
        </p:grpSpPr>
        <p:pic>
          <p:nvPicPr>
            <p:cNvPr id="79" name="object 79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8666912" y="6541185"/>
              <a:ext cx="227075" cy="92405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8918753" y="6542087"/>
              <a:ext cx="114071" cy="72257"/>
            </a:xfrm>
            <a:prstGeom prst="rect">
              <a:avLst/>
            </a:prstGeom>
          </p:spPr>
        </p:pic>
        <p:sp>
          <p:nvSpPr>
            <p:cNvPr id="81" name="object 81" descr=""/>
            <p:cNvSpPr/>
            <p:nvPr/>
          </p:nvSpPr>
          <p:spPr>
            <a:xfrm>
              <a:off x="9056370" y="6538696"/>
              <a:ext cx="38100" cy="80010"/>
            </a:xfrm>
            <a:custGeom>
              <a:avLst/>
              <a:gdLst/>
              <a:ahLst/>
              <a:cxnLst/>
              <a:rect l="l" t="t" r="r" b="b"/>
              <a:pathLst>
                <a:path w="38100" h="80009">
                  <a:moveTo>
                    <a:pt x="38023" y="0"/>
                  </a:moveTo>
                  <a:lnTo>
                    <a:pt x="26288" y="0"/>
                  </a:lnTo>
                  <a:lnTo>
                    <a:pt x="0" y="79413"/>
                  </a:lnTo>
                  <a:lnTo>
                    <a:pt x="11811" y="79413"/>
                  </a:lnTo>
                  <a:lnTo>
                    <a:pt x="38023" y="0"/>
                  </a:lnTo>
                  <a:close/>
                </a:path>
              </a:pathLst>
            </a:custGeom>
            <a:solidFill>
              <a:srgbClr val="0EA5E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9116796" y="6542087"/>
              <a:ext cx="86105" cy="71323"/>
            </a:xfrm>
            <a:prstGeom prst="rect">
              <a:avLst/>
            </a:prstGeom>
          </p:spPr>
        </p:pic>
      </p:grpSp>
      <p:sp>
        <p:nvSpPr>
          <p:cNvPr id="83" name="object 83" descr=""/>
          <p:cNvSpPr txBox="1"/>
          <p:nvPr/>
        </p:nvSpPr>
        <p:spPr>
          <a:xfrm>
            <a:off x="292100" y="162656"/>
            <a:ext cx="807720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 spc="-225">
                <a:latin typeface="Times New Roman"/>
                <a:cs typeface="Times New Roman"/>
              </a:rPr>
              <a:t>1</a:t>
            </a:r>
            <a:r>
              <a:rPr dirty="0" sz="850" spc="30">
                <a:latin typeface="Times New Roman"/>
                <a:cs typeface="Times New Roman"/>
              </a:rPr>
              <a:t> </a:t>
            </a:r>
            <a:r>
              <a:rPr dirty="0" sz="850" spc="-285">
                <a:latin typeface="Times New Roman"/>
                <a:cs typeface="Times New Roman"/>
              </a:rPr>
              <a:t>2m</a:t>
            </a:r>
            <a:r>
              <a:rPr dirty="0" sz="850" spc="-70">
                <a:latin typeface="Times New Roman"/>
                <a:cs typeface="Times New Roman"/>
              </a:rPr>
              <a:t> </a:t>
            </a:r>
            <a:r>
              <a:rPr dirty="0" sz="850" spc="-190">
                <a:latin typeface="Times New Roman"/>
                <a:cs typeface="Times New Roman"/>
              </a:rPr>
              <a:t>06m</a:t>
            </a:r>
            <a:r>
              <a:rPr dirty="0" sz="850" spc="-6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2026</a:t>
            </a:r>
            <a:r>
              <a:rPr dirty="0" sz="850" spc="90">
                <a:latin typeface="Times New Roman"/>
                <a:cs typeface="Times New Roman"/>
              </a:rPr>
              <a:t> </a:t>
            </a:r>
            <a:r>
              <a:rPr dirty="0" sz="850" spc="-95">
                <a:latin typeface="Times New Roman"/>
                <a:cs typeface="Times New Roman"/>
              </a:rPr>
              <a:t>06e</a:t>
            </a:r>
            <a:r>
              <a:rPr dirty="0" sz="850" spc="-70">
                <a:latin typeface="Times New Roman"/>
                <a:cs typeface="Times New Roman"/>
              </a:rPr>
              <a:t> </a:t>
            </a:r>
            <a:r>
              <a:rPr dirty="0" sz="850" spc="-35">
                <a:latin typeface="Times New Roman"/>
                <a:cs typeface="Times New Roman"/>
              </a:rPr>
              <a:t>46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292092" y="7461304"/>
            <a:ext cx="2821940" cy="1358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9"/>
              </a:lnSpc>
            </a:pPr>
            <a:r>
              <a:rPr dirty="0" sz="850" spc="-75">
                <a:latin typeface="Times New Roman"/>
                <a:cs typeface="Times New Roman"/>
              </a:rPr>
              <a:t>f</a:t>
            </a:r>
            <a:r>
              <a:rPr dirty="0" sz="850">
                <a:latin typeface="Times New Roman"/>
                <a:cs typeface="Times New Roman"/>
              </a:rPr>
              <a:t> </a:t>
            </a:r>
            <a:r>
              <a:rPr dirty="0" sz="850" spc="-175">
                <a:latin typeface="Times New Roman"/>
                <a:cs typeface="Times New Roman"/>
              </a:rPr>
              <a:t>i</a:t>
            </a:r>
            <a:r>
              <a:rPr dirty="0" sz="850" spc="-90">
                <a:latin typeface="Times New Roman"/>
                <a:cs typeface="Times New Roman"/>
              </a:rPr>
              <a:t> </a:t>
            </a:r>
            <a:r>
              <a:rPr dirty="0" sz="850" spc="-120">
                <a:latin typeface="Times New Roman"/>
                <a:cs typeface="Times New Roman"/>
              </a:rPr>
              <a:t>ee</a:t>
            </a:r>
            <a:r>
              <a:rPr dirty="0" sz="850" spc="-40">
                <a:latin typeface="Times New Roman"/>
                <a:cs typeface="Times New Roman"/>
              </a:rPr>
              <a:t> </a:t>
            </a:r>
            <a:r>
              <a:rPr dirty="0" sz="850" spc="-50">
                <a:latin typeface="Times New Roman"/>
                <a:cs typeface="Times New Roman"/>
              </a:rPr>
              <a:t>///#e</a:t>
            </a:r>
            <a:r>
              <a:rPr dirty="0" sz="850" spc="-45">
                <a:latin typeface="Times New Roman"/>
                <a:cs typeface="Times New Roman"/>
              </a:rPr>
              <a:t> </a:t>
            </a:r>
            <a:r>
              <a:rPr dirty="0" sz="850" spc="-100">
                <a:latin typeface="Times New Roman"/>
                <a:cs typeface="Times New Roman"/>
              </a:rPr>
              <a:t>/U</a:t>
            </a:r>
            <a:r>
              <a:rPr dirty="0" sz="850" spc="-60">
                <a:latin typeface="Times New Roman"/>
                <a:cs typeface="Times New Roman"/>
              </a:rPr>
              <a:t> </a:t>
            </a:r>
            <a:r>
              <a:rPr dirty="0" sz="850" spc="-10">
                <a:latin typeface="Times New Roman"/>
                <a:cs typeface="Times New Roman"/>
              </a:rPr>
              <a:t>sers/ASU</a:t>
            </a:r>
            <a:r>
              <a:rPr dirty="0" sz="850" spc="-6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S/Desktop/projects/Gor</a:t>
            </a:r>
            <a:r>
              <a:rPr dirty="0" sz="850" spc="110">
                <a:latin typeface="Times New Roman"/>
                <a:cs typeface="Times New Roman"/>
              </a:rPr>
              <a:t> </a:t>
            </a:r>
            <a:r>
              <a:rPr dirty="0" sz="850" spc="-20">
                <a:latin typeface="Times New Roman"/>
                <a:cs typeface="Times New Roman"/>
              </a:rPr>
              <a:t>su</a:t>
            </a:r>
            <a:r>
              <a:rPr dirty="0" sz="850" spc="-8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ru</a:t>
            </a:r>
            <a:r>
              <a:rPr dirty="0" sz="850" spc="-75">
                <a:latin typeface="Times New Roman"/>
                <a:cs typeface="Times New Roman"/>
              </a:rPr>
              <a:t> </a:t>
            </a:r>
            <a:r>
              <a:rPr dirty="0" sz="850" spc="-20">
                <a:latin typeface="Times New Roman"/>
                <a:cs typeface="Times New Roman"/>
              </a:rPr>
              <a:t>m/su</a:t>
            </a:r>
            <a:r>
              <a:rPr dirty="0" sz="850" spc="-8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ru</a:t>
            </a:r>
            <a:r>
              <a:rPr dirty="0" sz="850" spc="-80">
                <a:latin typeface="Times New Roman"/>
                <a:cs typeface="Times New Roman"/>
              </a:rPr>
              <a:t> </a:t>
            </a:r>
            <a:r>
              <a:rPr dirty="0" sz="850" spc="-114">
                <a:latin typeface="Times New Roman"/>
                <a:cs typeface="Times New Roman"/>
              </a:rPr>
              <a:t>m</a:t>
            </a:r>
            <a:r>
              <a:rPr dirty="0" sz="850" spc="-85">
                <a:latin typeface="Times New Roman"/>
                <a:cs typeface="Times New Roman"/>
              </a:rPr>
              <a:t> </a:t>
            </a:r>
            <a:r>
              <a:rPr dirty="0" sz="850" spc="-585">
                <a:latin typeface="Times New Roman"/>
                <a:cs typeface="Times New Roman"/>
              </a:rPr>
              <a:t>m</a:t>
            </a:r>
            <a:r>
              <a:rPr dirty="0" sz="850" spc="-45">
                <a:latin typeface="Times New Roman"/>
                <a:cs typeface="Times New Roman"/>
              </a:rPr>
              <a:t> </a:t>
            </a:r>
            <a:r>
              <a:rPr dirty="0" sz="850" spc="-95">
                <a:latin typeface="Times New Roman"/>
                <a:cs typeface="Times New Roman"/>
              </a:rPr>
              <a:t>h</a:t>
            </a:r>
            <a:r>
              <a:rPr dirty="0" sz="850" spc="-85">
                <a:latin typeface="Times New Roman"/>
                <a:cs typeface="Times New Roman"/>
              </a:rPr>
              <a:t> </a:t>
            </a:r>
            <a:r>
              <a:rPr dirty="0" sz="850" spc="-70">
                <a:latin typeface="Times New Roman"/>
                <a:cs typeface="Times New Roman"/>
              </a:rPr>
              <a:t>tm</a:t>
            </a:r>
            <a:r>
              <a:rPr dirty="0" sz="850" spc="-85">
                <a:latin typeface="Times New Roman"/>
                <a:cs typeface="Times New Roman"/>
              </a:rPr>
              <a:t> </a:t>
            </a:r>
            <a:r>
              <a:rPr dirty="0" sz="850" spc="-50">
                <a:latin typeface="Times New Roman"/>
                <a:cs typeface="Times New Roman"/>
              </a:rPr>
              <a:t>i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86" name="object 8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3980">
              <a:lnSpc>
                <a:spcPts val="969"/>
              </a:lnSpc>
            </a:pPr>
            <a:fld id="{81D60167-4931-47E6-BA6A-407CBD079E47}" type="slidenum">
              <a:rPr dirty="0" spc="-100">
                <a:latin typeface="Times New Roman"/>
                <a:cs typeface="Times New Roman"/>
              </a:rPr>
              <a:t>2</a:t>
            </a:fld>
            <a:r>
              <a:rPr dirty="0" spc="-100">
                <a:latin typeface="Times New Roman"/>
                <a:cs typeface="Times New Roman"/>
              </a:rPr>
              <a:t>/1</a:t>
            </a:r>
            <a:r>
              <a:rPr dirty="0" spc="35">
                <a:latin typeface="Times New Roman"/>
                <a:cs typeface="Times New Roman"/>
              </a:rPr>
              <a:t> </a:t>
            </a:r>
            <a:r>
              <a:rPr dirty="0" spc="-60"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84" name="object 84" descr=""/>
          <p:cNvSpPr txBox="1"/>
          <p:nvPr/>
        </p:nvSpPr>
        <p:spPr>
          <a:xfrm>
            <a:off x="4406755" y="162656"/>
            <a:ext cx="2402840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>
                <a:latin typeface="Times New Roman"/>
                <a:cs typeface="Times New Roman"/>
              </a:rPr>
              <a:t>Gor</a:t>
            </a:r>
            <a:r>
              <a:rPr dirty="0" sz="850" spc="8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Sargsyar</a:t>
            </a:r>
            <a:r>
              <a:rPr dirty="0" sz="850" spc="204">
                <a:latin typeface="Times New Roman"/>
                <a:cs typeface="Times New Roman"/>
              </a:rPr>
              <a:t>  </a:t>
            </a:r>
            <a:r>
              <a:rPr dirty="0" sz="850" spc="-90">
                <a:latin typeface="Times New Roman"/>
                <a:cs typeface="Times New Roman"/>
              </a:rPr>
              <a:t>Gi</a:t>
            </a:r>
            <a:r>
              <a:rPr dirty="0" sz="850" spc="-9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obai</a:t>
            </a:r>
            <a:r>
              <a:rPr dirty="0" sz="850" spc="10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A</a:t>
            </a:r>
            <a:r>
              <a:rPr dirty="0" sz="850" spc="275">
                <a:latin typeface="Times New Roman"/>
                <a:cs typeface="Times New Roman"/>
              </a:rPr>
              <a:t> </a:t>
            </a:r>
            <a:r>
              <a:rPr dirty="0" sz="850" spc="-195">
                <a:latin typeface="Times New Roman"/>
                <a:cs typeface="Times New Roman"/>
              </a:rPr>
              <a:t>&amp;</a:t>
            </a:r>
            <a:r>
              <a:rPr dirty="0" sz="850" spc="95">
                <a:latin typeface="Times New Roman"/>
                <a:cs typeface="Times New Roman"/>
              </a:rPr>
              <a:t> </a:t>
            </a:r>
            <a:r>
              <a:rPr dirty="0" sz="850" spc="-100">
                <a:latin typeface="Times New Roman"/>
                <a:cs typeface="Times New Roman"/>
              </a:rPr>
              <a:t>E</a:t>
            </a:r>
            <a:r>
              <a:rPr dirty="0" sz="850" spc="-9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korom</a:t>
            </a:r>
            <a:r>
              <a:rPr dirty="0" sz="850" spc="229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Stratej</a:t>
            </a:r>
            <a:r>
              <a:rPr dirty="0" sz="850" spc="229">
                <a:latin typeface="Times New Roman"/>
                <a:cs typeface="Times New Roman"/>
              </a:rPr>
              <a:t> </a:t>
            </a:r>
            <a:r>
              <a:rPr dirty="0" sz="850" spc="-25">
                <a:latin typeface="Times New Roman"/>
                <a:cs typeface="Times New Roman"/>
              </a:rPr>
              <a:t>Su</a:t>
            </a:r>
            <a:r>
              <a:rPr dirty="0" sz="850" spc="-9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ru</a:t>
            </a:r>
            <a:r>
              <a:rPr dirty="0" sz="850" spc="-90">
                <a:latin typeface="Times New Roman"/>
                <a:cs typeface="Times New Roman"/>
              </a:rPr>
              <a:t> </a:t>
            </a:r>
            <a:r>
              <a:rPr dirty="0" sz="850" spc="-25">
                <a:latin typeface="Times New Roman"/>
                <a:cs typeface="Times New Roman"/>
              </a:rPr>
              <a:t>mu</a:t>
            </a:r>
            <a:endParaRPr sz="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597" y="741603"/>
            <a:ext cx="1097673" cy="96418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2024151" y="737603"/>
            <a:ext cx="19050" cy="125095"/>
          </a:xfrm>
          <a:custGeom>
            <a:avLst/>
            <a:gdLst/>
            <a:ahLst/>
            <a:cxnLst/>
            <a:rect l="l" t="t" r="r" b="b"/>
            <a:pathLst>
              <a:path w="19050" h="125094">
                <a:moveTo>
                  <a:pt x="19050" y="124665"/>
                </a:moveTo>
                <a:lnTo>
                  <a:pt x="19050" y="0"/>
                </a:lnTo>
                <a:lnTo>
                  <a:pt x="0" y="0"/>
                </a:lnTo>
                <a:lnTo>
                  <a:pt x="0" y="124665"/>
                </a:lnTo>
                <a:lnTo>
                  <a:pt x="19050" y="124665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2097151" y="741641"/>
            <a:ext cx="572770" cy="96520"/>
          </a:xfrm>
          <a:custGeom>
            <a:avLst/>
            <a:gdLst/>
            <a:ahLst/>
            <a:cxnLst/>
            <a:rect l="l" t="t" r="r" b="b"/>
            <a:pathLst>
              <a:path w="572769" h="96519">
                <a:moveTo>
                  <a:pt x="90297" y="16065"/>
                </a:moveTo>
                <a:lnTo>
                  <a:pt x="43497" y="25"/>
                </a:lnTo>
                <a:lnTo>
                  <a:pt x="36982" y="1130"/>
                </a:lnTo>
                <a:lnTo>
                  <a:pt x="1257" y="34721"/>
                </a:lnTo>
                <a:lnTo>
                  <a:pt x="0" y="41160"/>
                </a:lnTo>
                <a:lnTo>
                  <a:pt x="0" y="55181"/>
                </a:lnTo>
                <a:lnTo>
                  <a:pt x="21831" y="88912"/>
                </a:lnTo>
                <a:lnTo>
                  <a:pt x="43497" y="96380"/>
                </a:lnTo>
                <a:lnTo>
                  <a:pt x="57531" y="96380"/>
                </a:lnTo>
                <a:lnTo>
                  <a:pt x="64211" y="95364"/>
                </a:lnTo>
                <a:lnTo>
                  <a:pt x="68567" y="94043"/>
                </a:lnTo>
                <a:lnTo>
                  <a:pt x="68846" y="93954"/>
                </a:lnTo>
                <a:lnTo>
                  <a:pt x="77622" y="91274"/>
                </a:lnTo>
                <a:lnTo>
                  <a:pt x="83502" y="88353"/>
                </a:lnTo>
                <a:lnTo>
                  <a:pt x="88569" y="84531"/>
                </a:lnTo>
                <a:lnTo>
                  <a:pt x="88569" y="46710"/>
                </a:lnTo>
                <a:lnTo>
                  <a:pt x="68846" y="46710"/>
                </a:lnTo>
                <a:lnTo>
                  <a:pt x="68846" y="74396"/>
                </a:lnTo>
                <a:lnTo>
                  <a:pt x="68567" y="74561"/>
                </a:lnTo>
                <a:lnTo>
                  <a:pt x="60490" y="77317"/>
                </a:lnTo>
                <a:lnTo>
                  <a:pt x="57531" y="77812"/>
                </a:lnTo>
                <a:lnTo>
                  <a:pt x="57035" y="77889"/>
                </a:lnTo>
                <a:lnTo>
                  <a:pt x="47625" y="78003"/>
                </a:lnTo>
                <a:lnTo>
                  <a:pt x="43497" y="77266"/>
                </a:lnTo>
                <a:lnTo>
                  <a:pt x="21831" y="52514"/>
                </a:lnTo>
                <a:lnTo>
                  <a:pt x="21831" y="43738"/>
                </a:lnTo>
                <a:lnTo>
                  <a:pt x="47625" y="18376"/>
                </a:lnTo>
                <a:lnTo>
                  <a:pt x="57531" y="18440"/>
                </a:lnTo>
                <a:lnTo>
                  <a:pt x="61391" y="19202"/>
                </a:lnTo>
                <a:lnTo>
                  <a:pt x="69380" y="22669"/>
                </a:lnTo>
                <a:lnTo>
                  <a:pt x="73075" y="25311"/>
                </a:lnTo>
                <a:lnTo>
                  <a:pt x="76314" y="28727"/>
                </a:lnTo>
                <a:lnTo>
                  <a:pt x="76314" y="28981"/>
                </a:lnTo>
                <a:lnTo>
                  <a:pt x="90297" y="16065"/>
                </a:lnTo>
                <a:close/>
              </a:path>
              <a:path w="572769" h="96519">
                <a:moveTo>
                  <a:pt x="177253" y="77203"/>
                </a:moveTo>
                <a:lnTo>
                  <a:pt x="130263" y="77203"/>
                </a:lnTo>
                <a:lnTo>
                  <a:pt x="130263" y="1562"/>
                </a:lnTo>
                <a:lnTo>
                  <a:pt x="108673" y="1562"/>
                </a:lnTo>
                <a:lnTo>
                  <a:pt x="108673" y="94792"/>
                </a:lnTo>
                <a:lnTo>
                  <a:pt x="130263" y="94792"/>
                </a:lnTo>
                <a:lnTo>
                  <a:pt x="177253" y="94792"/>
                </a:lnTo>
                <a:lnTo>
                  <a:pt x="177253" y="77203"/>
                </a:lnTo>
                <a:close/>
              </a:path>
              <a:path w="572769" h="96519">
                <a:moveTo>
                  <a:pt x="283387" y="41160"/>
                </a:moveTo>
                <a:lnTo>
                  <a:pt x="261772" y="7670"/>
                </a:lnTo>
                <a:lnTo>
                  <a:pt x="261772" y="43738"/>
                </a:lnTo>
                <a:lnTo>
                  <a:pt x="261772" y="52616"/>
                </a:lnTo>
                <a:lnTo>
                  <a:pt x="228244" y="78143"/>
                </a:lnTo>
                <a:lnTo>
                  <a:pt x="224409" y="77406"/>
                </a:lnTo>
                <a:lnTo>
                  <a:pt x="203339" y="52527"/>
                </a:lnTo>
                <a:lnTo>
                  <a:pt x="203339" y="43649"/>
                </a:lnTo>
                <a:lnTo>
                  <a:pt x="236677" y="18199"/>
                </a:lnTo>
                <a:lnTo>
                  <a:pt x="240588" y="18935"/>
                </a:lnTo>
                <a:lnTo>
                  <a:pt x="261772" y="43738"/>
                </a:lnTo>
                <a:lnTo>
                  <a:pt x="261772" y="7670"/>
                </a:lnTo>
                <a:lnTo>
                  <a:pt x="259041" y="5956"/>
                </a:lnTo>
                <a:lnTo>
                  <a:pt x="246697" y="1155"/>
                </a:lnTo>
                <a:lnTo>
                  <a:pt x="240588" y="127"/>
                </a:lnTo>
                <a:lnTo>
                  <a:pt x="225234" y="0"/>
                </a:lnTo>
                <a:lnTo>
                  <a:pt x="218503" y="1168"/>
                </a:lnTo>
                <a:lnTo>
                  <a:pt x="182943" y="34874"/>
                </a:lnTo>
                <a:lnTo>
                  <a:pt x="181686" y="41249"/>
                </a:lnTo>
                <a:lnTo>
                  <a:pt x="181686" y="54622"/>
                </a:lnTo>
                <a:lnTo>
                  <a:pt x="182943" y="60934"/>
                </a:lnTo>
                <a:lnTo>
                  <a:pt x="182943" y="61175"/>
                </a:lnTo>
                <a:lnTo>
                  <a:pt x="218503" y="95084"/>
                </a:lnTo>
                <a:lnTo>
                  <a:pt x="225234" y="96253"/>
                </a:lnTo>
                <a:lnTo>
                  <a:pt x="240588" y="96227"/>
                </a:lnTo>
                <a:lnTo>
                  <a:pt x="277101" y="73329"/>
                </a:lnTo>
                <a:lnTo>
                  <a:pt x="283387" y="55092"/>
                </a:lnTo>
                <a:lnTo>
                  <a:pt x="283387" y="41160"/>
                </a:lnTo>
                <a:close/>
              </a:path>
              <a:path w="572769" h="96519">
                <a:moveTo>
                  <a:pt x="385330" y="63931"/>
                </a:moveTo>
                <a:lnTo>
                  <a:pt x="384073" y="59359"/>
                </a:lnTo>
                <a:lnTo>
                  <a:pt x="379006" y="51904"/>
                </a:lnTo>
                <a:lnTo>
                  <a:pt x="375475" y="49085"/>
                </a:lnTo>
                <a:lnTo>
                  <a:pt x="368592" y="46202"/>
                </a:lnTo>
                <a:lnTo>
                  <a:pt x="371386" y="44894"/>
                </a:lnTo>
                <a:lnTo>
                  <a:pt x="374675" y="42113"/>
                </a:lnTo>
                <a:lnTo>
                  <a:pt x="379476" y="34925"/>
                </a:lnTo>
                <a:lnTo>
                  <a:pt x="380669" y="30683"/>
                </a:lnTo>
                <a:lnTo>
                  <a:pt x="380669" y="18516"/>
                </a:lnTo>
                <a:lnTo>
                  <a:pt x="377710" y="12661"/>
                </a:lnTo>
                <a:lnTo>
                  <a:pt x="371805" y="8216"/>
                </a:lnTo>
                <a:lnTo>
                  <a:pt x="366826" y="5308"/>
                </a:lnTo>
                <a:lnTo>
                  <a:pt x="363486" y="4178"/>
                </a:lnTo>
                <a:lnTo>
                  <a:pt x="363486" y="63182"/>
                </a:lnTo>
                <a:lnTo>
                  <a:pt x="363486" y="71081"/>
                </a:lnTo>
                <a:lnTo>
                  <a:pt x="362051" y="73990"/>
                </a:lnTo>
                <a:lnTo>
                  <a:pt x="356273" y="77635"/>
                </a:lnTo>
                <a:lnTo>
                  <a:pt x="351967" y="78536"/>
                </a:lnTo>
                <a:lnTo>
                  <a:pt x="321259" y="78536"/>
                </a:lnTo>
                <a:lnTo>
                  <a:pt x="321259" y="55499"/>
                </a:lnTo>
                <a:lnTo>
                  <a:pt x="351967" y="55499"/>
                </a:lnTo>
                <a:lnTo>
                  <a:pt x="352831" y="55689"/>
                </a:lnTo>
                <a:lnTo>
                  <a:pt x="356273" y="56451"/>
                </a:lnTo>
                <a:lnTo>
                  <a:pt x="362051" y="60274"/>
                </a:lnTo>
                <a:lnTo>
                  <a:pt x="363486" y="63182"/>
                </a:lnTo>
                <a:lnTo>
                  <a:pt x="363486" y="4178"/>
                </a:lnTo>
                <a:lnTo>
                  <a:pt x="360768" y="3238"/>
                </a:lnTo>
                <a:lnTo>
                  <a:pt x="358965" y="2933"/>
                </a:lnTo>
                <a:lnTo>
                  <a:pt x="358965" y="25095"/>
                </a:lnTo>
                <a:lnTo>
                  <a:pt x="358965" y="32461"/>
                </a:lnTo>
                <a:lnTo>
                  <a:pt x="357555" y="35229"/>
                </a:lnTo>
                <a:lnTo>
                  <a:pt x="351967" y="38874"/>
                </a:lnTo>
                <a:lnTo>
                  <a:pt x="347954" y="39789"/>
                </a:lnTo>
                <a:lnTo>
                  <a:pt x="321259" y="39789"/>
                </a:lnTo>
                <a:lnTo>
                  <a:pt x="321259" y="17805"/>
                </a:lnTo>
                <a:lnTo>
                  <a:pt x="347954" y="17805"/>
                </a:lnTo>
                <a:lnTo>
                  <a:pt x="351967" y="18719"/>
                </a:lnTo>
                <a:lnTo>
                  <a:pt x="357555" y="22352"/>
                </a:lnTo>
                <a:lnTo>
                  <a:pt x="358965" y="25095"/>
                </a:lnTo>
                <a:lnTo>
                  <a:pt x="358965" y="2933"/>
                </a:lnTo>
                <a:lnTo>
                  <a:pt x="353618" y="1981"/>
                </a:lnTo>
                <a:lnTo>
                  <a:pt x="345376" y="1562"/>
                </a:lnTo>
                <a:lnTo>
                  <a:pt x="299821" y="1562"/>
                </a:lnTo>
                <a:lnTo>
                  <a:pt x="299821" y="94792"/>
                </a:lnTo>
                <a:lnTo>
                  <a:pt x="319671" y="94792"/>
                </a:lnTo>
                <a:lnTo>
                  <a:pt x="347954" y="94792"/>
                </a:lnTo>
                <a:lnTo>
                  <a:pt x="351967" y="94602"/>
                </a:lnTo>
                <a:lnTo>
                  <a:pt x="353618" y="94526"/>
                </a:lnTo>
                <a:lnTo>
                  <a:pt x="355358" y="94437"/>
                </a:lnTo>
                <a:lnTo>
                  <a:pt x="356666" y="94373"/>
                </a:lnTo>
                <a:lnTo>
                  <a:pt x="363042" y="93306"/>
                </a:lnTo>
                <a:lnTo>
                  <a:pt x="363486" y="93230"/>
                </a:lnTo>
                <a:lnTo>
                  <a:pt x="364185" y="93116"/>
                </a:lnTo>
                <a:lnTo>
                  <a:pt x="370586" y="91008"/>
                </a:lnTo>
                <a:lnTo>
                  <a:pt x="375881" y="88061"/>
                </a:lnTo>
                <a:lnTo>
                  <a:pt x="382181" y="83578"/>
                </a:lnTo>
                <a:lnTo>
                  <a:pt x="385330" y="77343"/>
                </a:lnTo>
                <a:lnTo>
                  <a:pt x="385330" y="63931"/>
                </a:lnTo>
                <a:close/>
              </a:path>
              <a:path w="572769" h="96519">
                <a:moveTo>
                  <a:pt x="494017" y="94792"/>
                </a:moveTo>
                <a:lnTo>
                  <a:pt x="456298" y="10452"/>
                </a:lnTo>
                <a:lnTo>
                  <a:pt x="456298" y="58432"/>
                </a:lnTo>
                <a:lnTo>
                  <a:pt x="426681" y="58432"/>
                </a:lnTo>
                <a:lnTo>
                  <a:pt x="437273" y="32981"/>
                </a:lnTo>
                <a:lnTo>
                  <a:pt x="441515" y="22758"/>
                </a:lnTo>
                <a:lnTo>
                  <a:pt x="445795" y="33058"/>
                </a:lnTo>
                <a:lnTo>
                  <a:pt x="456298" y="58432"/>
                </a:lnTo>
                <a:lnTo>
                  <a:pt x="456298" y="10452"/>
                </a:lnTo>
                <a:lnTo>
                  <a:pt x="452323" y="1562"/>
                </a:lnTo>
                <a:lnTo>
                  <a:pt x="431012" y="1562"/>
                </a:lnTo>
                <a:lnTo>
                  <a:pt x="389458" y="94792"/>
                </a:lnTo>
                <a:lnTo>
                  <a:pt x="410235" y="94792"/>
                </a:lnTo>
                <a:lnTo>
                  <a:pt x="411568" y="94792"/>
                </a:lnTo>
                <a:lnTo>
                  <a:pt x="419874" y="74815"/>
                </a:lnTo>
                <a:lnTo>
                  <a:pt x="463092" y="74815"/>
                </a:lnTo>
                <a:lnTo>
                  <a:pt x="469773" y="90932"/>
                </a:lnTo>
                <a:lnTo>
                  <a:pt x="471373" y="94792"/>
                </a:lnTo>
                <a:lnTo>
                  <a:pt x="494017" y="94792"/>
                </a:lnTo>
                <a:close/>
              </a:path>
              <a:path w="572769" h="96519">
                <a:moveTo>
                  <a:pt x="572452" y="77203"/>
                </a:moveTo>
                <a:lnTo>
                  <a:pt x="525462" y="77203"/>
                </a:lnTo>
                <a:lnTo>
                  <a:pt x="525462" y="1562"/>
                </a:lnTo>
                <a:lnTo>
                  <a:pt x="503872" y="1562"/>
                </a:lnTo>
                <a:lnTo>
                  <a:pt x="503872" y="94792"/>
                </a:lnTo>
                <a:lnTo>
                  <a:pt x="525462" y="94792"/>
                </a:lnTo>
                <a:lnTo>
                  <a:pt x="572452" y="94792"/>
                </a:lnTo>
                <a:lnTo>
                  <a:pt x="572452" y="77203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19019" y="743204"/>
            <a:ext cx="375996" cy="93230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7595647" y="694861"/>
            <a:ext cx="266700" cy="183515"/>
            <a:chOff x="7595647" y="694861"/>
            <a:chExt cx="266700" cy="183515"/>
          </a:xfrm>
        </p:grpSpPr>
        <p:sp>
          <p:nvSpPr>
            <p:cNvPr id="7" name="object 7" descr=""/>
            <p:cNvSpPr/>
            <p:nvPr/>
          </p:nvSpPr>
          <p:spPr>
            <a:xfrm>
              <a:off x="7599832" y="699084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258064" y="149529"/>
                  </a:moveTo>
                  <a:lnTo>
                    <a:pt x="258064" y="25273"/>
                  </a:lnTo>
                  <a:lnTo>
                    <a:pt x="257302" y="21551"/>
                  </a:lnTo>
                  <a:lnTo>
                    <a:pt x="232765" y="0"/>
                  </a:lnTo>
                  <a:lnTo>
                    <a:pt x="25272" y="0"/>
                  </a:lnTo>
                  <a:lnTo>
                    <a:pt x="0" y="25273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73" y="174802"/>
                  </a:lnTo>
                  <a:lnTo>
                    <a:pt x="232765" y="174802"/>
                  </a:lnTo>
                  <a:lnTo>
                    <a:pt x="257302" y="153238"/>
                  </a:lnTo>
                  <a:lnTo>
                    <a:pt x="258064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599807" y="699020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47"/>
                  </a:lnTo>
                  <a:lnTo>
                    <a:pt x="21551" y="749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8917" y="0"/>
                  </a:lnTo>
                  <a:lnTo>
                    <a:pt x="232778" y="0"/>
                  </a:lnTo>
                  <a:lnTo>
                    <a:pt x="236499" y="749"/>
                  </a:lnTo>
                  <a:lnTo>
                    <a:pt x="240055" y="2247"/>
                  </a:lnTo>
                  <a:lnTo>
                    <a:pt x="243636" y="3657"/>
                  </a:lnTo>
                  <a:lnTo>
                    <a:pt x="258051" y="25298"/>
                  </a:lnTo>
                  <a:lnTo>
                    <a:pt x="258051" y="29133"/>
                  </a:lnTo>
                  <a:lnTo>
                    <a:pt x="258051" y="145669"/>
                  </a:lnTo>
                  <a:lnTo>
                    <a:pt x="258051" y="149504"/>
                  </a:lnTo>
                  <a:lnTo>
                    <a:pt x="257302" y="153238"/>
                  </a:lnTo>
                  <a:lnTo>
                    <a:pt x="255828" y="156819"/>
                  </a:lnTo>
                  <a:lnTo>
                    <a:pt x="254355" y="160401"/>
                  </a:lnTo>
                  <a:lnTo>
                    <a:pt x="252247" y="163563"/>
                  </a:lnTo>
                  <a:lnTo>
                    <a:pt x="249516" y="166230"/>
                  </a:lnTo>
                  <a:lnTo>
                    <a:pt x="246786" y="168973"/>
                  </a:lnTo>
                  <a:lnTo>
                    <a:pt x="243636" y="171145"/>
                  </a:lnTo>
                  <a:lnTo>
                    <a:pt x="240055" y="172554"/>
                  </a:lnTo>
                  <a:lnTo>
                    <a:pt x="236499" y="174053"/>
                  </a:lnTo>
                  <a:lnTo>
                    <a:pt x="232778" y="174802"/>
                  </a:lnTo>
                  <a:lnTo>
                    <a:pt x="228917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145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63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38"/>
                  </a:lnTo>
                  <a:lnTo>
                    <a:pt x="0" y="149504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75092" y="755408"/>
              <a:ext cx="112395" cy="64376"/>
            </a:xfrm>
            <a:prstGeom prst="rect">
              <a:avLst/>
            </a:prstGeom>
          </p:spPr>
        </p:pic>
      </p:grpSp>
      <p:grpSp>
        <p:nvGrpSpPr>
          <p:cNvPr id="10" name="object 10" descr=""/>
          <p:cNvGrpSpPr/>
          <p:nvPr/>
        </p:nvGrpSpPr>
        <p:grpSpPr>
          <a:xfrm>
            <a:off x="7928616" y="694861"/>
            <a:ext cx="274955" cy="183515"/>
            <a:chOff x="7928616" y="694861"/>
            <a:chExt cx="274955" cy="183515"/>
          </a:xfrm>
        </p:grpSpPr>
        <p:sp>
          <p:nvSpPr>
            <p:cNvPr id="11" name="object 11" descr=""/>
            <p:cNvSpPr/>
            <p:nvPr/>
          </p:nvSpPr>
          <p:spPr>
            <a:xfrm>
              <a:off x="7932800" y="699084"/>
              <a:ext cx="266700" cy="175260"/>
            </a:xfrm>
            <a:custGeom>
              <a:avLst/>
              <a:gdLst/>
              <a:ahLst/>
              <a:cxnLst/>
              <a:rect l="l" t="t" r="r" b="b"/>
              <a:pathLst>
                <a:path w="266700" h="175259">
                  <a:moveTo>
                    <a:pt x="266395" y="149529"/>
                  </a:moveTo>
                  <a:lnTo>
                    <a:pt x="266395" y="25273"/>
                  </a:lnTo>
                  <a:lnTo>
                    <a:pt x="265633" y="21551"/>
                  </a:lnTo>
                  <a:lnTo>
                    <a:pt x="241096" y="0"/>
                  </a:lnTo>
                  <a:lnTo>
                    <a:pt x="25298" y="0"/>
                  </a:lnTo>
                  <a:lnTo>
                    <a:pt x="0" y="25273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98" y="174802"/>
                  </a:lnTo>
                  <a:lnTo>
                    <a:pt x="241096" y="174802"/>
                  </a:lnTo>
                  <a:lnTo>
                    <a:pt x="265633" y="153238"/>
                  </a:lnTo>
                  <a:lnTo>
                    <a:pt x="266395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932775" y="699020"/>
              <a:ext cx="266700" cy="175260"/>
            </a:xfrm>
            <a:custGeom>
              <a:avLst/>
              <a:gdLst/>
              <a:ahLst/>
              <a:cxnLst/>
              <a:rect l="l" t="t" r="r" b="b"/>
              <a:pathLst>
                <a:path w="266700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47"/>
                  </a:lnTo>
                  <a:lnTo>
                    <a:pt x="21551" y="749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37236" y="0"/>
                  </a:lnTo>
                  <a:lnTo>
                    <a:pt x="241096" y="0"/>
                  </a:lnTo>
                  <a:lnTo>
                    <a:pt x="244817" y="749"/>
                  </a:lnTo>
                  <a:lnTo>
                    <a:pt x="248386" y="2247"/>
                  </a:lnTo>
                  <a:lnTo>
                    <a:pt x="251955" y="3657"/>
                  </a:lnTo>
                  <a:lnTo>
                    <a:pt x="264147" y="17970"/>
                  </a:lnTo>
                  <a:lnTo>
                    <a:pt x="265633" y="21551"/>
                  </a:lnTo>
                  <a:lnTo>
                    <a:pt x="266369" y="25298"/>
                  </a:lnTo>
                  <a:lnTo>
                    <a:pt x="266369" y="29133"/>
                  </a:lnTo>
                  <a:lnTo>
                    <a:pt x="266369" y="145669"/>
                  </a:lnTo>
                  <a:lnTo>
                    <a:pt x="266369" y="149504"/>
                  </a:lnTo>
                  <a:lnTo>
                    <a:pt x="265633" y="153238"/>
                  </a:lnTo>
                  <a:lnTo>
                    <a:pt x="264147" y="156819"/>
                  </a:lnTo>
                  <a:lnTo>
                    <a:pt x="262674" y="160401"/>
                  </a:lnTo>
                  <a:lnTo>
                    <a:pt x="260565" y="163563"/>
                  </a:lnTo>
                  <a:lnTo>
                    <a:pt x="257835" y="166230"/>
                  </a:lnTo>
                  <a:lnTo>
                    <a:pt x="255104" y="168973"/>
                  </a:lnTo>
                  <a:lnTo>
                    <a:pt x="251955" y="171145"/>
                  </a:lnTo>
                  <a:lnTo>
                    <a:pt x="248386" y="172554"/>
                  </a:lnTo>
                  <a:lnTo>
                    <a:pt x="244817" y="174053"/>
                  </a:lnTo>
                  <a:lnTo>
                    <a:pt x="241096" y="174802"/>
                  </a:lnTo>
                  <a:lnTo>
                    <a:pt x="237236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145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63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38"/>
                  </a:lnTo>
                  <a:lnTo>
                    <a:pt x="0" y="149504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12353" y="755408"/>
              <a:ext cx="108584" cy="64376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8269903" y="694861"/>
            <a:ext cx="258445" cy="183515"/>
            <a:chOff x="8269903" y="694861"/>
            <a:chExt cx="258445" cy="183515"/>
          </a:xfrm>
        </p:grpSpPr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74101" y="699084"/>
              <a:ext cx="249707" cy="174802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8274062" y="699020"/>
              <a:ext cx="250190" cy="175260"/>
            </a:xfrm>
            <a:custGeom>
              <a:avLst/>
              <a:gdLst/>
              <a:ahLst/>
              <a:cxnLst/>
              <a:rect l="l" t="t" r="r" b="b"/>
              <a:pathLst>
                <a:path w="250190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47"/>
                  </a:lnTo>
                  <a:lnTo>
                    <a:pt x="21551" y="749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0586" y="0"/>
                  </a:lnTo>
                  <a:lnTo>
                    <a:pt x="224447" y="0"/>
                  </a:lnTo>
                  <a:lnTo>
                    <a:pt x="228168" y="749"/>
                  </a:lnTo>
                  <a:lnTo>
                    <a:pt x="231736" y="2247"/>
                  </a:lnTo>
                  <a:lnTo>
                    <a:pt x="235305" y="3657"/>
                  </a:lnTo>
                  <a:lnTo>
                    <a:pt x="247497" y="17970"/>
                  </a:lnTo>
                  <a:lnTo>
                    <a:pt x="248983" y="21551"/>
                  </a:lnTo>
                  <a:lnTo>
                    <a:pt x="249720" y="25298"/>
                  </a:lnTo>
                  <a:lnTo>
                    <a:pt x="249720" y="29133"/>
                  </a:lnTo>
                  <a:lnTo>
                    <a:pt x="249720" y="145669"/>
                  </a:lnTo>
                  <a:lnTo>
                    <a:pt x="249720" y="149504"/>
                  </a:lnTo>
                  <a:lnTo>
                    <a:pt x="248983" y="153238"/>
                  </a:lnTo>
                  <a:lnTo>
                    <a:pt x="247497" y="156819"/>
                  </a:lnTo>
                  <a:lnTo>
                    <a:pt x="246024" y="160401"/>
                  </a:lnTo>
                  <a:lnTo>
                    <a:pt x="243916" y="163563"/>
                  </a:lnTo>
                  <a:lnTo>
                    <a:pt x="241198" y="166230"/>
                  </a:lnTo>
                  <a:lnTo>
                    <a:pt x="238455" y="168973"/>
                  </a:lnTo>
                  <a:lnTo>
                    <a:pt x="235305" y="171145"/>
                  </a:lnTo>
                  <a:lnTo>
                    <a:pt x="231736" y="172554"/>
                  </a:lnTo>
                  <a:lnTo>
                    <a:pt x="228168" y="174053"/>
                  </a:lnTo>
                  <a:lnTo>
                    <a:pt x="224447" y="174802"/>
                  </a:lnTo>
                  <a:lnTo>
                    <a:pt x="220586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145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63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38"/>
                  </a:lnTo>
                  <a:lnTo>
                    <a:pt x="0" y="149504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50529" y="754405"/>
              <a:ext cx="95783" cy="66294"/>
            </a:xfrm>
            <a:prstGeom prst="rect">
              <a:avLst/>
            </a:prstGeom>
          </p:spPr>
        </p:pic>
      </p:grpSp>
      <p:grpSp>
        <p:nvGrpSpPr>
          <p:cNvPr id="18" name="object 18" descr=""/>
          <p:cNvGrpSpPr/>
          <p:nvPr/>
        </p:nvGrpSpPr>
        <p:grpSpPr>
          <a:xfrm>
            <a:off x="8594553" y="694861"/>
            <a:ext cx="266700" cy="183515"/>
            <a:chOff x="8594553" y="694861"/>
            <a:chExt cx="266700" cy="183515"/>
          </a:xfrm>
        </p:grpSpPr>
        <p:sp>
          <p:nvSpPr>
            <p:cNvPr id="19" name="object 19" descr=""/>
            <p:cNvSpPr/>
            <p:nvPr/>
          </p:nvSpPr>
          <p:spPr>
            <a:xfrm>
              <a:off x="8598712" y="699084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258089" y="149529"/>
                  </a:moveTo>
                  <a:lnTo>
                    <a:pt x="258089" y="25273"/>
                  </a:lnTo>
                  <a:lnTo>
                    <a:pt x="257327" y="21551"/>
                  </a:lnTo>
                  <a:lnTo>
                    <a:pt x="232790" y="0"/>
                  </a:lnTo>
                  <a:lnTo>
                    <a:pt x="25298" y="0"/>
                  </a:lnTo>
                  <a:lnTo>
                    <a:pt x="0" y="25273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98" y="174802"/>
                  </a:lnTo>
                  <a:lnTo>
                    <a:pt x="232790" y="174802"/>
                  </a:lnTo>
                  <a:lnTo>
                    <a:pt x="257327" y="153238"/>
                  </a:lnTo>
                  <a:lnTo>
                    <a:pt x="258089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598712" y="699020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47"/>
                  </a:lnTo>
                  <a:lnTo>
                    <a:pt x="21551" y="749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8917" y="0"/>
                  </a:lnTo>
                  <a:lnTo>
                    <a:pt x="232740" y="0"/>
                  </a:lnTo>
                  <a:lnTo>
                    <a:pt x="236486" y="749"/>
                  </a:lnTo>
                  <a:lnTo>
                    <a:pt x="240068" y="2247"/>
                  </a:lnTo>
                  <a:lnTo>
                    <a:pt x="243649" y="3657"/>
                  </a:lnTo>
                  <a:lnTo>
                    <a:pt x="255803" y="17970"/>
                  </a:lnTo>
                  <a:lnTo>
                    <a:pt x="257302" y="21551"/>
                  </a:lnTo>
                  <a:lnTo>
                    <a:pt x="258051" y="25298"/>
                  </a:lnTo>
                  <a:lnTo>
                    <a:pt x="258051" y="29133"/>
                  </a:lnTo>
                  <a:lnTo>
                    <a:pt x="258051" y="145669"/>
                  </a:lnTo>
                  <a:lnTo>
                    <a:pt x="258051" y="149504"/>
                  </a:lnTo>
                  <a:lnTo>
                    <a:pt x="257302" y="153238"/>
                  </a:lnTo>
                  <a:lnTo>
                    <a:pt x="255803" y="156819"/>
                  </a:lnTo>
                  <a:lnTo>
                    <a:pt x="254381" y="160401"/>
                  </a:lnTo>
                  <a:lnTo>
                    <a:pt x="252222" y="163563"/>
                  </a:lnTo>
                  <a:lnTo>
                    <a:pt x="249478" y="166230"/>
                  </a:lnTo>
                  <a:lnTo>
                    <a:pt x="246811" y="168973"/>
                  </a:lnTo>
                  <a:lnTo>
                    <a:pt x="243649" y="171145"/>
                  </a:lnTo>
                  <a:lnTo>
                    <a:pt x="240068" y="172554"/>
                  </a:lnTo>
                  <a:lnTo>
                    <a:pt x="236486" y="174053"/>
                  </a:lnTo>
                  <a:lnTo>
                    <a:pt x="232740" y="174802"/>
                  </a:lnTo>
                  <a:lnTo>
                    <a:pt x="228917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145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63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38"/>
                  </a:lnTo>
                  <a:lnTo>
                    <a:pt x="0" y="149504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2550" y="755408"/>
              <a:ext cx="108585" cy="65290"/>
            </a:xfrm>
            <a:prstGeom prst="rect">
              <a:avLst/>
            </a:prstGeom>
          </p:spPr>
        </p:pic>
      </p:grpSp>
      <p:grpSp>
        <p:nvGrpSpPr>
          <p:cNvPr id="22" name="object 22" descr=""/>
          <p:cNvGrpSpPr/>
          <p:nvPr/>
        </p:nvGrpSpPr>
        <p:grpSpPr>
          <a:xfrm>
            <a:off x="8927522" y="694861"/>
            <a:ext cx="283210" cy="183515"/>
            <a:chOff x="8927522" y="694861"/>
            <a:chExt cx="283210" cy="183515"/>
          </a:xfrm>
        </p:grpSpPr>
        <p:sp>
          <p:nvSpPr>
            <p:cNvPr id="23" name="object 23" descr=""/>
            <p:cNvSpPr/>
            <p:nvPr/>
          </p:nvSpPr>
          <p:spPr>
            <a:xfrm>
              <a:off x="8931707" y="699084"/>
              <a:ext cx="274955" cy="175260"/>
            </a:xfrm>
            <a:custGeom>
              <a:avLst/>
              <a:gdLst/>
              <a:ahLst/>
              <a:cxnLst/>
              <a:rect l="l" t="t" r="r" b="b"/>
              <a:pathLst>
                <a:path w="274954" h="175259">
                  <a:moveTo>
                    <a:pt x="274701" y="149529"/>
                  </a:moveTo>
                  <a:lnTo>
                    <a:pt x="274701" y="25273"/>
                  </a:lnTo>
                  <a:lnTo>
                    <a:pt x="273939" y="21551"/>
                  </a:lnTo>
                  <a:lnTo>
                    <a:pt x="249402" y="0"/>
                  </a:lnTo>
                  <a:lnTo>
                    <a:pt x="25222" y="0"/>
                  </a:lnTo>
                  <a:lnTo>
                    <a:pt x="0" y="25273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22" y="174802"/>
                  </a:lnTo>
                  <a:lnTo>
                    <a:pt x="249402" y="174802"/>
                  </a:lnTo>
                  <a:lnTo>
                    <a:pt x="273939" y="153238"/>
                  </a:lnTo>
                  <a:lnTo>
                    <a:pt x="274701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931681" y="699020"/>
              <a:ext cx="274955" cy="175260"/>
            </a:xfrm>
            <a:custGeom>
              <a:avLst/>
              <a:gdLst/>
              <a:ahLst/>
              <a:cxnLst/>
              <a:rect l="l" t="t" r="r" b="b"/>
              <a:pathLst>
                <a:path w="274954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49" y="21551"/>
                  </a:lnTo>
                  <a:lnTo>
                    <a:pt x="2247" y="17970"/>
                  </a:lnTo>
                  <a:lnTo>
                    <a:pt x="3657" y="14401"/>
                  </a:lnTo>
                  <a:lnTo>
                    <a:pt x="17983" y="2247"/>
                  </a:lnTo>
                  <a:lnTo>
                    <a:pt x="21564" y="749"/>
                  </a:lnTo>
                  <a:lnTo>
                    <a:pt x="25298" y="0"/>
                  </a:lnTo>
                  <a:lnTo>
                    <a:pt x="29133" y="0"/>
                  </a:lnTo>
                  <a:lnTo>
                    <a:pt x="245567" y="0"/>
                  </a:lnTo>
                  <a:lnTo>
                    <a:pt x="249389" y="0"/>
                  </a:lnTo>
                  <a:lnTo>
                    <a:pt x="253136" y="749"/>
                  </a:lnTo>
                  <a:lnTo>
                    <a:pt x="256717" y="2247"/>
                  </a:lnTo>
                  <a:lnTo>
                    <a:pt x="260299" y="3657"/>
                  </a:lnTo>
                  <a:lnTo>
                    <a:pt x="272453" y="17970"/>
                  </a:lnTo>
                  <a:lnTo>
                    <a:pt x="273951" y="21551"/>
                  </a:lnTo>
                  <a:lnTo>
                    <a:pt x="274701" y="25298"/>
                  </a:lnTo>
                  <a:lnTo>
                    <a:pt x="274701" y="29133"/>
                  </a:lnTo>
                  <a:lnTo>
                    <a:pt x="274701" y="145669"/>
                  </a:lnTo>
                  <a:lnTo>
                    <a:pt x="274701" y="149504"/>
                  </a:lnTo>
                  <a:lnTo>
                    <a:pt x="273951" y="153238"/>
                  </a:lnTo>
                  <a:lnTo>
                    <a:pt x="272453" y="156819"/>
                  </a:lnTo>
                  <a:lnTo>
                    <a:pt x="271030" y="160401"/>
                  </a:lnTo>
                  <a:lnTo>
                    <a:pt x="268871" y="163563"/>
                  </a:lnTo>
                  <a:lnTo>
                    <a:pt x="266128" y="166230"/>
                  </a:lnTo>
                  <a:lnTo>
                    <a:pt x="263461" y="168973"/>
                  </a:lnTo>
                  <a:lnTo>
                    <a:pt x="260299" y="171145"/>
                  </a:lnTo>
                  <a:lnTo>
                    <a:pt x="256717" y="172554"/>
                  </a:lnTo>
                  <a:lnTo>
                    <a:pt x="253136" y="174053"/>
                  </a:lnTo>
                  <a:lnTo>
                    <a:pt x="249389" y="174802"/>
                  </a:lnTo>
                  <a:lnTo>
                    <a:pt x="245567" y="174802"/>
                  </a:lnTo>
                  <a:lnTo>
                    <a:pt x="29133" y="174802"/>
                  </a:lnTo>
                  <a:lnTo>
                    <a:pt x="25298" y="174802"/>
                  </a:lnTo>
                  <a:lnTo>
                    <a:pt x="21564" y="174053"/>
                  </a:lnTo>
                  <a:lnTo>
                    <a:pt x="17983" y="172554"/>
                  </a:lnTo>
                  <a:lnTo>
                    <a:pt x="14401" y="171145"/>
                  </a:lnTo>
                  <a:lnTo>
                    <a:pt x="11239" y="168973"/>
                  </a:lnTo>
                  <a:lnTo>
                    <a:pt x="8572" y="166230"/>
                  </a:lnTo>
                  <a:lnTo>
                    <a:pt x="5829" y="163563"/>
                  </a:lnTo>
                  <a:lnTo>
                    <a:pt x="3657" y="160401"/>
                  </a:lnTo>
                  <a:lnTo>
                    <a:pt x="2247" y="156819"/>
                  </a:lnTo>
                  <a:lnTo>
                    <a:pt x="749" y="153238"/>
                  </a:lnTo>
                  <a:lnTo>
                    <a:pt x="0" y="149504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009964" y="755408"/>
              <a:ext cx="120015" cy="64376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848702" y="1140327"/>
            <a:ext cx="308610" cy="3949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>
                <a:solidFill>
                  <a:srgbClr val="0FB880"/>
                </a:solidFill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685037" y="1244803"/>
            <a:ext cx="8705215" cy="4969510"/>
            <a:chOff x="685037" y="1244803"/>
            <a:chExt cx="8705215" cy="4969510"/>
          </a:xfrm>
        </p:grpSpPr>
        <p:pic>
          <p:nvPicPr>
            <p:cNvPr id="28" name="object 2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89100" y="1244803"/>
              <a:ext cx="367106" cy="218490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1690725" y="1250746"/>
              <a:ext cx="695960" cy="212725"/>
            </a:xfrm>
            <a:custGeom>
              <a:avLst/>
              <a:gdLst/>
              <a:ahLst/>
              <a:cxnLst/>
              <a:rect l="l" t="t" r="r" b="b"/>
              <a:pathLst>
                <a:path w="695960" h="212725">
                  <a:moveTo>
                    <a:pt x="102743" y="54051"/>
                  </a:moveTo>
                  <a:lnTo>
                    <a:pt x="100291" y="54178"/>
                  </a:lnTo>
                  <a:lnTo>
                    <a:pt x="98158" y="54292"/>
                  </a:lnTo>
                  <a:lnTo>
                    <a:pt x="96367" y="54381"/>
                  </a:lnTo>
                  <a:lnTo>
                    <a:pt x="94576" y="54483"/>
                  </a:lnTo>
                  <a:lnTo>
                    <a:pt x="92240" y="54597"/>
                  </a:lnTo>
                  <a:lnTo>
                    <a:pt x="82740" y="56184"/>
                  </a:lnTo>
                  <a:lnTo>
                    <a:pt x="51231" y="75260"/>
                  </a:lnTo>
                  <a:lnTo>
                    <a:pt x="51231" y="56591"/>
                  </a:lnTo>
                  <a:lnTo>
                    <a:pt x="0" y="56591"/>
                  </a:lnTo>
                  <a:lnTo>
                    <a:pt x="0" y="209994"/>
                  </a:lnTo>
                  <a:lnTo>
                    <a:pt x="43586" y="209994"/>
                  </a:lnTo>
                  <a:lnTo>
                    <a:pt x="51231" y="209994"/>
                  </a:lnTo>
                  <a:lnTo>
                    <a:pt x="53771" y="209994"/>
                  </a:lnTo>
                  <a:lnTo>
                    <a:pt x="53771" y="139522"/>
                  </a:lnTo>
                  <a:lnTo>
                    <a:pt x="54406" y="130175"/>
                  </a:lnTo>
                  <a:lnTo>
                    <a:pt x="82562" y="102209"/>
                  </a:lnTo>
                  <a:lnTo>
                    <a:pt x="82740" y="102158"/>
                  </a:lnTo>
                  <a:lnTo>
                    <a:pt x="90563" y="101600"/>
                  </a:lnTo>
                  <a:lnTo>
                    <a:pt x="94576" y="101650"/>
                  </a:lnTo>
                  <a:lnTo>
                    <a:pt x="96367" y="101739"/>
                  </a:lnTo>
                  <a:lnTo>
                    <a:pt x="98158" y="101841"/>
                  </a:lnTo>
                  <a:lnTo>
                    <a:pt x="100291" y="102069"/>
                  </a:lnTo>
                  <a:lnTo>
                    <a:pt x="102743" y="102450"/>
                  </a:lnTo>
                  <a:lnTo>
                    <a:pt x="102743" y="54051"/>
                  </a:lnTo>
                  <a:close/>
                </a:path>
                <a:path w="695960" h="212725">
                  <a:moveTo>
                    <a:pt x="280136" y="132003"/>
                  </a:moveTo>
                  <a:lnTo>
                    <a:pt x="269189" y="90271"/>
                  </a:lnTo>
                  <a:lnTo>
                    <a:pt x="239471" y="63246"/>
                  </a:lnTo>
                  <a:lnTo>
                    <a:pt x="198158" y="54051"/>
                  </a:lnTo>
                  <a:lnTo>
                    <a:pt x="186410" y="54686"/>
                  </a:lnTo>
                  <a:lnTo>
                    <a:pt x="145745" y="69621"/>
                  </a:lnTo>
                  <a:lnTo>
                    <a:pt x="119938" y="101422"/>
                  </a:lnTo>
                  <a:lnTo>
                    <a:pt x="113804" y="133019"/>
                  </a:lnTo>
                  <a:lnTo>
                    <a:pt x="114477" y="143903"/>
                  </a:lnTo>
                  <a:lnTo>
                    <a:pt x="114477" y="144094"/>
                  </a:lnTo>
                  <a:lnTo>
                    <a:pt x="116522" y="154355"/>
                  </a:lnTo>
                  <a:lnTo>
                    <a:pt x="116522" y="154508"/>
                  </a:lnTo>
                  <a:lnTo>
                    <a:pt x="120091" y="164617"/>
                  </a:lnTo>
                  <a:lnTo>
                    <a:pt x="146837" y="196570"/>
                  </a:lnTo>
                  <a:lnTo>
                    <a:pt x="166725" y="206641"/>
                  </a:lnTo>
                  <a:lnTo>
                    <a:pt x="166954" y="206743"/>
                  </a:lnTo>
                  <a:lnTo>
                    <a:pt x="178371" y="209969"/>
                  </a:lnTo>
                  <a:lnTo>
                    <a:pt x="190411" y="211874"/>
                  </a:lnTo>
                  <a:lnTo>
                    <a:pt x="192024" y="211975"/>
                  </a:lnTo>
                  <a:lnTo>
                    <a:pt x="203809" y="212547"/>
                  </a:lnTo>
                  <a:lnTo>
                    <a:pt x="209219" y="212356"/>
                  </a:lnTo>
                  <a:lnTo>
                    <a:pt x="210464" y="212305"/>
                  </a:lnTo>
                  <a:lnTo>
                    <a:pt x="213055" y="212204"/>
                  </a:lnTo>
                  <a:lnTo>
                    <a:pt x="214477" y="212153"/>
                  </a:lnTo>
                  <a:lnTo>
                    <a:pt x="223862" y="211023"/>
                  </a:lnTo>
                  <a:lnTo>
                    <a:pt x="224396" y="210959"/>
                  </a:lnTo>
                  <a:lnTo>
                    <a:pt x="263194" y="193497"/>
                  </a:lnTo>
                  <a:lnTo>
                    <a:pt x="269189" y="187642"/>
                  </a:lnTo>
                  <a:lnTo>
                    <a:pt x="240893" y="158203"/>
                  </a:lnTo>
                  <a:lnTo>
                    <a:pt x="235610" y="162737"/>
                  </a:lnTo>
                  <a:lnTo>
                    <a:pt x="230606" y="165874"/>
                  </a:lnTo>
                  <a:lnTo>
                    <a:pt x="230403" y="166001"/>
                  </a:lnTo>
                  <a:lnTo>
                    <a:pt x="230276" y="166077"/>
                  </a:lnTo>
                  <a:lnTo>
                    <a:pt x="220091" y="170192"/>
                  </a:lnTo>
                  <a:lnTo>
                    <a:pt x="219798" y="170307"/>
                  </a:lnTo>
                  <a:lnTo>
                    <a:pt x="219519" y="170421"/>
                  </a:lnTo>
                  <a:lnTo>
                    <a:pt x="213055" y="171500"/>
                  </a:lnTo>
                  <a:lnTo>
                    <a:pt x="197396" y="171500"/>
                  </a:lnTo>
                  <a:lnTo>
                    <a:pt x="167487" y="146888"/>
                  </a:lnTo>
                  <a:lnTo>
                    <a:pt x="230403" y="146888"/>
                  </a:lnTo>
                  <a:lnTo>
                    <a:pt x="230403" y="126847"/>
                  </a:lnTo>
                  <a:lnTo>
                    <a:pt x="230403" y="126517"/>
                  </a:lnTo>
                  <a:lnTo>
                    <a:pt x="230403" y="118579"/>
                  </a:lnTo>
                  <a:lnTo>
                    <a:pt x="166725" y="118579"/>
                  </a:lnTo>
                  <a:lnTo>
                    <a:pt x="192024" y="92252"/>
                  </a:lnTo>
                  <a:lnTo>
                    <a:pt x="204851" y="92252"/>
                  </a:lnTo>
                  <a:lnTo>
                    <a:pt x="230403" y="118579"/>
                  </a:lnTo>
                  <a:lnTo>
                    <a:pt x="230606" y="119519"/>
                  </a:lnTo>
                  <a:lnTo>
                    <a:pt x="230606" y="126441"/>
                  </a:lnTo>
                  <a:lnTo>
                    <a:pt x="230606" y="146888"/>
                  </a:lnTo>
                  <a:lnTo>
                    <a:pt x="250799" y="146888"/>
                  </a:lnTo>
                  <a:lnTo>
                    <a:pt x="279374" y="146888"/>
                  </a:lnTo>
                  <a:lnTo>
                    <a:pt x="279527" y="145122"/>
                  </a:lnTo>
                  <a:lnTo>
                    <a:pt x="280136" y="137629"/>
                  </a:lnTo>
                  <a:lnTo>
                    <a:pt x="280136" y="132003"/>
                  </a:lnTo>
                  <a:close/>
                </a:path>
                <a:path w="695960" h="212725">
                  <a:moveTo>
                    <a:pt x="436740" y="153479"/>
                  </a:moveTo>
                  <a:lnTo>
                    <a:pt x="407733" y="121691"/>
                  </a:lnTo>
                  <a:lnTo>
                    <a:pt x="358775" y="112776"/>
                  </a:lnTo>
                  <a:lnTo>
                    <a:pt x="354482" y="111556"/>
                  </a:lnTo>
                  <a:lnTo>
                    <a:pt x="348068" y="108343"/>
                  </a:lnTo>
                  <a:lnTo>
                    <a:pt x="346468" y="106032"/>
                  </a:lnTo>
                  <a:lnTo>
                    <a:pt x="346468" y="99999"/>
                  </a:lnTo>
                  <a:lnTo>
                    <a:pt x="348297" y="97447"/>
                  </a:lnTo>
                  <a:lnTo>
                    <a:pt x="355663" y="93306"/>
                  </a:lnTo>
                  <a:lnTo>
                    <a:pt x="362026" y="92252"/>
                  </a:lnTo>
                  <a:lnTo>
                    <a:pt x="377875" y="92252"/>
                  </a:lnTo>
                  <a:lnTo>
                    <a:pt x="385051" y="93065"/>
                  </a:lnTo>
                  <a:lnTo>
                    <a:pt x="400151" y="96278"/>
                  </a:lnTo>
                  <a:lnTo>
                    <a:pt x="407695" y="99250"/>
                  </a:lnTo>
                  <a:lnTo>
                    <a:pt x="415239" y="103581"/>
                  </a:lnTo>
                  <a:lnTo>
                    <a:pt x="431368" y="67068"/>
                  </a:lnTo>
                  <a:lnTo>
                    <a:pt x="387032" y="54876"/>
                  </a:lnTo>
                  <a:lnTo>
                    <a:pt x="370801" y="54051"/>
                  </a:lnTo>
                  <a:lnTo>
                    <a:pt x="359232" y="54470"/>
                  </a:lnTo>
                  <a:lnTo>
                    <a:pt x="322199" y="64338"/>
                  </a:lnTo>
                  <a:lnTo>
                    <a:pt x="296621" y="97853"/>
                  </a:lnTo>
                  <a:lnTo>
                    <a:pt x="296087" y="105003"/>
                  </a:lnTo>
                  <a:lnTo>
                    <a:pt x="296087" y="113677"/>
                  </a:lnTo>
                  <a:lnTo>
                    <a:pt x="325094" y="145707"/>
                  </a:lnTo>
                  <a:lnTo>
                    <a:pt x="374053" y="154432"/>
                  </a:lnTo>
                  <a:lnTo>
                    <a:pt x="378396" y="155524"/>
                  </a:lnTo>
                  <a:lnTo>
                    <a:pt x="385000" y="158343"/>
                  </a:lnTo>
                  <a:lnTo>
                    <a:pt x="386651" y="160566"/>
                  </a:lnTo>
                  <a:lnTo>
                    <a:pt x="386651" y="166789"/>
                  </a:lnTo>
                  <a:lnTo>
                    <a:pt x="384911" y="169329"/>
                  </a:lnTo>
                  <a:lnTo>
                    <a:pt x="377926" y="173113"/>
                  </a:lnTo>
                  <a:lnTo>
                    <a:pt x="371652" y="174053"/>
                  </a:lnTo>
                  <a:lnTo>
                    <a:pt x="362597" y="174053"/>
                  </a:lnTo>
                  <a:lnTo>
                    <a:pt x="320776" y="165747"/>
                  </a:lnTo>
                  <a:lnTo>
                    <a:pt x="309105" y="159905"/>
                  </a:lnTo>
                  <a:lnTo>
                    <a:pt x="292976" y="196697"/>
                  </a:lnTo>
                  <a:lnTo>
                    <a:pt x="332155" y="210007"/>
                  </a:lnTo>
                  <a:lnTo>
                    <a:pt x="360895" y="212547"/>
                  </a:lnTo>
                  <a:lnTo>
                    <a:pt x="372833" y="212128"/>
                  </a:lnTo>
                  <a:lnTo>
                    <a:pt x="410540" y="202082"/>
                  </a:lnTo>
                  <a:lnTo>
                    <a:pt x="436194" y="169075"/>
                  </a:lnTo>
                  <a:lnTo>
                    <a:pt x="436740" y="162166"/>
                  </a:lnTo>
                  <a:lnTo>
                    <a:pt x="436740" y="153479"/>
                  </a:lnTo>
                  <a:close/>
                </a:path>
                <a:path w="695960" h="212725">
                  <a:moveTo>
                    <a:pt x="616648" y="132003"/>
                  </a:moveTo>
                  <a:lnTo>
                    <a:pt x="605701" y="90271"/>
                  </a:lnTo>
                  <a:lnTo>
                    <a:pt x="575983" y="63246"/>
                  </a:lnTo>
                  <a:lnTo>
                    <a:pt x="534657" y="54051"/>
                  </a:lnTo>
                  <a:lnTo>
                    <a:pt x="522922" y="54686"/>
                  </a:lnTo>
                  <a:lnTo>
                    <a:pt x="482257" y="69621"/>
                  </a:lnTo>
                  <a:lnTo>
                    <a:pt x="456450" y="101422"/>
                  </a:lnTo>
                  <a:lnTo>
                    <a:pt x="450316" y="133019"/>
                  </a:lnTo>
                  <a:lnTo>
                    <a:pt x="450989" y="143903"/>
                  </a:lnTo>
                  <a:lnTo>
                    <a:pt x="450989" y="144094"/>
                  </a:lnTo>
                  <a:lnTo>
                    <a:pt x="453034" y="154355"/>
                  </a:lnTo>
                  <a:lnTo>
                    <a:pt x="453034" y="154508"/>
                  </a:lnTo>
                  <a:lnTo>
                    <a:pt x="456603" y="164617"/>
                  </a:lnTo>
                  <a:lnTo>
                    <a:pt x="483349" y="196570"/>
                  </a:lnTo>
                  <a:lnTo>
                    <a:pt x="503237" y="206641"/>
                  </a:lnTo>
                  <a:lnTo>
                    <a:pt x="503453" y="206743"/>
                  </a:lnTo>
                  <a:lnTo>
                    <a:pt x="514883" y="209969"/>
                  </a:lnTo>
                  <a:lnTo>
                    <a:pt x="526923" y="211874"/>
                  </a:lnTo>
                  <a:lnTo>
                    <a:pt x="528535" y="211975"/>
                  </a:lnTo>
                  <a:lnTo>
                    <a:pt x="540321" y="212547"/>
                  </a:lnTo>
                  <a:lnTo>
                    <a:pt x="545731" y="212356"/>
                  </a:lnTo>
                  <a:lnTo>
                    <a:pt x="546976" y="212305"/>
                  </a:lnTo>
                  <a:lnTo>
                    <a:pt x="549567" y="212204"/>
                  </a:lnTo>
                  <a:lnTo>
                    <a:pt x="550976" y="212153"/>
                  </a:lnTo>
                  <a:lnTo>
                    <a:pt x="560374" y="211023"/>
                  </a:lnTo>
                  <a:lnTo>
                    <a:pt x="560908" y="210959"/>
                  </a:lnTo>
                  <a:lnTo>
                    <a:pt x="599694" y="193497"/>
                  </a:lnTo>
                  <a:lnTo>
                    <a:pt x="599859" y="193370"/>
                  </a:lnTo>
                  <a:lnTo>
                    <a:pt x="605701" y="187642"/>
                  </a:lnTo>
                  <a:lnTo>
                    <a:pt x="577405" y="158203"/>
                  </a:lnTo>
                  <a:lnTo>
                    <a:pt x="572122" y="162737"/>
                  </a:lnTo>
                  <a:lnTo>
                    <a:pt x="567118" y="165874"/>
                  </a:lnTo>
                  <a:lnTo>
                    <a:pt x="566915" y="166001"/>
                  </a:lnTo>
                  <a:lnTo>
                    <a:pt x="566788" y="166077"/>
                  </a:lnTo>
                  <a:lnTo>
                    <a:pt x="556602" y="170192"/>
                  </a:lnTo>
                  <a:lnTo>
                    <a:pt x="556310" y="170307"/>
                  </a:lnTo>
                  <a:lnTo>
                    <a:pt x="556031" y="170421"/>
                  </a:lnTo>
                  <a:lnTo>
                    <a:pt x="549567" y="171500"/>
                  </a:lnTo>
                  <a:lnTo>
                    <a:pt x="533908" y="171500"/>
                  </a:lnTo>
                  <a:lnTo>
                    <a:pt x="503999" y="146888"/>
                  </a:lnTo>
                  <a:lnTo>
                    <a:pt x="566915" y="146888"/>
                  </a:lnTo>
                  <a:lnTo>
                    <a:pt x="566915" y="126847"/>
                  </a:lnTo>
                  <a:lnTo>
                    <a:pt x="566915" y="126517"/>
                  </a:lnTo>
                  <a:lnTo>
                    <a:pt x="566915" y="118579"/>
                  </a:lnTo>
                  <a:lnTo>
                    <a:pt x="503237" y="118579"/>
                  </a:lnTo>
                  <a:lnTo>
                    <a:pt x="528535" y="92252"/>
                  </a:lnTo>
                  <a:lnTo>
                    <a:pt x="541362" y="92252"/>
                  </a:lnTo>
                  <a:lnTo>
                    <a:pt x="566915" y="118579"/>
                  </a:lnTo>
                  <a:lnTo>
                    <a:pt x="567118" y="119519"/>
                  </a:lnTo>
                  <a:lnTo>
                    <a:pt x="567118" y="126441"/>
                  </a:lnTo>
                  <a:lnTo>
                    <a:pt x="567118" y="146888"/>
                  </a:lnTo>
                  <a:lnTo>
                    <a:pt x="587311" y="146888"/>
                  </a:lnTo>
                  <a:lnTo>
                    <a:pt x="615886" y="146888"/>
                  </a:lnTo>
                  <a:lnTo>
                    <a:pt x="616038" y="145122"/>
                  </a:lnTo>
                  <a:lnTo>
                    <a:pt x="616648" y="137629"/>
                  </a:lnTo>
                  <a:lnTo>
                    <a:pt x="616648" y="132003"/>
                  </a:lnTo>
                  <a:close/>
                </a:path>
                <a:path w="695960" h="212725">
                  <a:moveTo>
                    <a:pt x="695426" y="0"/>
                  </a:moveTo>
                  <a:lnTo>
                    <a:pt x="641654" y="0"/>
                  </a:lnTo>
                  <a:lnTo>
                    <a:pt x="641934" y="209994"/>
                  </a:lnTo>
                  <a:lnTo>
                    <a:pt x="695426" y="209994"/>
                  </a:lnTo>
                  <a:lnTo>
                    <a:pt x="695426" y="0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05862" y="1262633"/>
              <a:ext cx="828128" cy="264831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3356114" y="1307337"/>
              <a:ext cx="53975" cy="153670"/>
            </a:xfrm>
            <a:custGeom>
              <a:avLst/>
              <a:gdLst/>
              <a:ahLst/>
              <a:cxnLst/>
              <a:rect l="l" t="t" r="r" b="b"/>
              <a:pathLst>
                <a:path w="53975" h="153669">
                  <a:moveTo>
                    <a:pt x="53771" y="153403"/>
                  </a:moveTo>
                  <a:lnTo>
                    <a:pt x="53771" y="292"/>
                  </a:lnTo>
                  <a:lnTo>
                    <a:pt x="0" y="0"/>
                  </a:lnTo>
                  <a:lnTo>
                    <a:pt x="558" y="153403"/>
                  </a:lnTo>
                  <a:lnTo>
                    <a:pt x="53771" y="153403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529596" y="1262633"/>
              <a:ext cx="349250" cy="200455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912819" y="1250734"/>
              <a:ext cx="332536" cy="212355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4279328" y="1250746"/>
              <a:ext cx="349885" cy="210185"/>
            </a:xfrm>
            <a:custGeom>
              <a:avLst/>
              <a:gdLst/>
              <a:ahLst/>
              <a:cxnLst/>
              <a:rect l="l" t="t" r="r" b="b"/>
              <a:pathLst>
                <a:path w="349885" h="210184">
                  <a:moveTo>
                    <a:pt x="261797" y="122262"/>
                  </a:moveTo>
                  <a:lnTo>
                    <a:pt x="253733" y="83489"/>
                  </a:lnTo>
                  <a:lnTo>
                    <a:pt x="224409" y="58115"/>
                  </a:lnTo>
                  <a:lnTo>
                    <a:pt x="199809" y="54051"/>
                  </a:lnTo>
                  <a:lnTo>
                    <a:pt x="189369" y="54724"/>
                  </a:lnTo>
                  <a:lnTo>
                    <a:pt x="153987" y="70485"/>
                  </a:lnTo>
                  <a:lnTo>
                    <a:pt x="146558" y="78282"/>
                  </a:lnTo>
                  <a:lnTo>
                    <a:pt x="140652" y="70713"/>
                  </a:lnTo>
                  <a:lnTo>
                    <a:pt x="97078" y="54051"/>
                  </a:lnTo>
                  <a:lnTo>
                    <a:pt x="88226" y="54584"/>
                  </a:lnTo>
                  <a:lnTo>
                    <a:pt x="51231" y="72644"/>
                  </a:lnTo>
                  <a:lnTo>
                    <a:pt x="51231" y="56591"/>
                  </a:lnTo>
                  <a:lnTo>
                    <a:pt x="0" y="56591"/>
                  </a:lnTo>
                  <a:lnTo>
                    <a:pt x="0" y="209994"/>
                  </a:lnTo>
                  <a:lnTo>
                    <a:pt x="41046" y="209994"/>
                  </a:lnTo>
                  <a:lnTo>
                    <a:pt x="51231" y="209994"/>
                  </a:lnTo>
                  <a:lnTo>
                    <a:pt x="53771" y="209994"/>
                  </a:lnTo>
                  <a:lnTo>
                    <a:pt x="53771" y="125933"/>
                  </a:lnTo>
                  <a:lnTo>
                    <a:pt x="54952" y="119481"/>
                  </a:lnTo>
                  <a:lnTo>
                    <a:pt x="59677" y="109474"/>
                  </a:lnTo>
                  <a:lnTo>
                    <a:pt x="62877" y="105752"/>
                  </a:lnTo>
                  <a:lnTo>
                    <a:pt x="70993" y="100850"/>
                  </a:lnTo>
                  <a:lnTo>
                    <a:pt x="75653" y="99618"/>
                  </a:lnTo>
                  <a:lnTo>
                    <a:pt x="88226" y="99618"/>
                  </a:lnTo>
                  <a:lnTo>
                    <a:pt x="94018" y="102120"/>
                  </a:lnTo>
                  <a:lnTo>
                    <a:pt x="102120" y="112115"/>
                  </a:lnTo>
                  <a:lnTo>
                    <a:pt x="104152" y="120091"/>
                  </a:lnTo>
                  <a:lnTo>
                    <a:pt x="104152" y="209994"/>
                  </a:lnTo>
                  <a:lnTo>
                    <a:pt x="136982" y="209994"/>
                  </a:lnTo>
                  <a:lnTo>
                    <a:pt x="154533" y="209994"/>
                  </a:lnTo>
                  <a:lnTo>
                    <a:pt x="157924" y="209994"/>
                  </a:lnTo>
                  <a:lnTo>
                    <a:pt x="157924" y="125933"/>
                  </a:lnTo>
                  <a:lnTo>
                    <a:pt x="191985" y="99618"/>
                  </a:lnTo>
                  <a:lnTo>
                    <a:pt x="197650" y="102120"/>
                  </a:lnTo>
                  <a:lnTo>
                    <a:pt x="205943" y="112115"/>
                  </a:lnTo>
                  <a:lnTo>
                    <a:pt x="208026" y="120091"/>
                  </a:lnTo>
                  <a:lnTo>
                    <a:pt x="208026" y="209994"/>
                  </a:lnTo>
                  <a:lnTo>
                    <a:pt x="261797" y="209994"/>
                  </a:lnTo>
                  <a:lnTo>
                    <a:pt x="261797" y="122262"/>
                  </a:lnTo>
                  <a:close/>
                </a:path>
                <a:path w="349885" h="210184">
                  <a:moveTo>
                    <a:pt x="349529" y="0"/>
                  </a:moveTo>
                  <a:lnTo>
                    <a:pt x="295757" y="0"/>
                  </a:lnTo>
                  <a:lnTo>
                    <a:pt x="296037" y="209994"/>
                  </a:lnTo>
                  <a:lnTo>
                    <a:pt x="349529" y="209994"/>
                  </a:lnTo>
                  <a:lnTo>
                    <a:pt x="349529" y="0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54892" y="1304798"/>
              <a:ext cx="152539" cy="158291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841405" y="1304797"/>
              <a:ext cx="102742" cy="155943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4966258" y="1307337"/>
              <a:ext cx="53975" cy="153670"/>
            </a:xfrm>
            <a:custGeom>
              <a:avLst/>
              <a:gdLst/>
              <a:ahLst/>
              <a:cxnLst/>
              <a:rect l="l" t="t" r="r" b="b"/>
              <a:pathLst>
                <a:path w="53975" h="153669">
                  <a:moveTo>
                    <a:pt x="53771" y="153403"/>
                  </a:moveTo>
                  <a:lnTo>
                    <a:pt x="53771" y="292"/>
                  </a:lnTo>
                  <a:lnTo>
                    <a:pt x="0" y="0"/>
                  </a:lnTo>
                  <a:lnTo>
                    <a:pt x="558" y="153403"/>
                  </a:lnTo>
                  <a:lnTo>
                    <a:pt x="53771" y="153403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128717" y="1260209"/>
              <a:ext cx="196697" cy="204460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434952" y="1262633"/>
              <a:ext cx="350951" cy="200455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819876" y="1304797"/>
              <a:ext cx="163309" cy="155943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6016866" y="1250746"/>
              <a:ext cx="269240" cy="212725"/>
            </a:xfrm>
            <a:custGeom>
              <a:avLst/>
              <a:gdLst/>
              <a:ahLst/>
              <a:cxnLst/>
              <a:rect l="l" t="t" r="r" b="b"/>
              <a:pathLst>
                <a:path w="269239" h="212725">
                  <a:moveTo>
                    <a:pt x="53771" y="56883"/>
                  </a:moveTo>
                  <a:lnTo>
                    <a:pt x="0" y="56591"/>
                  </a:lnTo>
                  <a:lnTo>
                    <a:pt x="558" y="209994"/>
                  </a:lnTo>
                  <a:lnTo>
                    <a:pt x="53771" y="209994"/>
                  </a:lnTo>
                  <a:lnTo>
                    <a:pt x="53771" y="56883"/>
                  </a:lnTo>
                  <a:close/>
                </a:path>
                <a:path w="269239" h="212725">
                  <a:moveTo>
                    <a:pt x="194424" y="203771"/>
                  </a:moveTo>
                  <a:lnTo>
                    <a:pt x="181127" y="166128"/>
                  </a:lnTo>
                  <a:lnTo>
                    <a:pt x="176593" y="169329"/>
                  </a:lnTo>
                  <a:lnTo>
                    <a:pt x="171119" y="170942"/>
                  </a:lnTo>
                  <a:lnTo>
                    <a:pt x="159994" y="170942"/>
                  </a:lnTo>
                  <a:lnTo>
                    <a:pt x="156133" y="169392"/>
                  </a:lnTo>
                  <a:lnTo>
                    <a:pt x="150088" y="163156"/>
                  </a:lnTo>
                  <a:lnTo>
                    <a:pt x="148577" y="158864"/>
                  </a:lnTo>
                  <a:lnTo>
                    <a:pt x="148577" y="96507"/>
                  </a:lnTo>
                  <a:lnTo>
                    <a:pt x="183667" y="96507"/>
                  </a:lnTo>
                  <a:lnTo>
                    <a:pt x="183667" y="56603"/>
                  </a:lnTo>
                  <a:lnTo>
                    <a:pt x="148577" y="56603"/>
                  </a:lnTo>
                  <a:lnTo>
                    <a:pt x="148577" y="22352"/>
                  </a:lnTo>
                  <a:lnTo>
                    <a:pt x="94805" y="22352"/>
                  </a:lnTo>
                  <a:lnTo>
                    <a:pt x="94805" y="56603"/>
                  </a:lnTo>
                  <a:lnTo>
                    <a:pt x="72440" y="56603"/>
                  </a:lnTo>
                  <a:lnTo>
                    <a:pt x="72440" y="96507"/>
                  </a:lnTo>
                  <a:lnTo>
                    <a:pt x="94805" y="96507"/>
                  </a:lnTo>
                  <a:lnTo>
                    <a:pt x="94805" y="153962"/>
                  </a:lnTo>
                  <a:lnTo>
                    <a:pt x="95821" y="167754"/>
                  </a:lnTo>
                  <a:lnTo>
                    <a:pt x="120230" y="204355"/>
                  </a:lnTo>
                  <a:lnTo>
                    <a:pt x="164249" y="212547"/>
                  </a:lnTo>
                  <a:lnTo>
                    <a:pt x="171119" y="211836"/>
                  </a:lnTo>
                  <a:lnTo>
                    <a:pt x="184340" y="209003"/>
                  </a:lnTo>
                  <a:lnTo>
                    <a:pt x="189903" y="206781"/>
                  </a:lnTo>
                  <a:lnTo>
                    <a:pt x="194424" y="203771"/>
                  </a:lnTo>
                  <a:close/>
                </a:path>
                <a:path w="269239" h="212725">
                  <a:moveTo>
                    <a:pt x="268859" y="0"/>
                  </a:moveTo>
                  <a:lnTo>
                    <a:pt x="215087" y="0"/>
                  </a:lnTo>
                  <a:lnTo>
                    <a:pt x="215366" y="209994"/>
                  </a:lnTo>
                  <a:lnTo>
                    <a:pt x="268859" y="209994"/>
                  </a:lnTo>
                  <a:lnTo>
                    <a:pt x="268859" y="0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311772" y="1304798"/>
              <a:ext cx="152539" cy="158291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498272" y="1304797"/>
              <a:ext cx="102742" cy="155943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85037" y="1392936"/>
              <a:ext cx="2270760" cy="1692401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61409" y="1535601"/>
              <a:ext cx="1914550" cy="1340180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763773" y="1392936"/>
              <a:ext cx="2456688" cy="1692401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942443" y="1535601"/>
              <a:ext cx="2097684" cy="1340180"/>
            </a:xfrm>
            <a:prstGeom prst="rect">
              <a:avLst/>
            </a:prstGeom>
          </p:spPr>
        </p:pic>
        <p:pic>
          <p:nvPicPr>
            <p:cNvPr id="48" name="object 48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028437" y="1392936"/>
              <a:ext cx="2270760" cy="1692401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206612" y="1535601"/>
              <a:ext cx="1914550" cy="1340180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110222" y="1392936"/>
              <a:ext cx="2279904" cy="1692401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295997" y="1543989"/>
              <a:ext cx="1906219" cy="1323543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61409" y="1535601"/>
              <a:ext cx="8349132" cy="4678172"/>
            </a:xfrm>
            <a:prstGeom prst="rect">
              <a:avLst/>
            </a:prstGeom>
          </p:spPr>
        </p:pic>
      </p:grpSp>
      <p:sp>
        <p:nvSpPr>
          <p:cNvPr id="53" name="object 53" descr=""/>
          <p:cNvSpPr/>
          <p:nvPr/>
        </p:nvSpPr>
        <p:spPr>
          <a:xfrm>
            <a:off x="861402" y="6380327"/>
            <a:ext cx="8349615" cy="8890"/>
          </a:xfrm>
          <a:custGeom>
            <a:avLst/>
            <a:gdLst/>
            <a:ahLst/>
            <a:cxnLst/>
            <a:rect l="l" t="t" r="r" b="b"/>
            <a:pathLst>
              <a:path w="8349615" h="8889">
                <a:moveTo>
                  <a:pt x="8349119" y="8329"/>
                </a:moveTo>
                <a:lnTo>
                  <a:pt x="8349119" y="0"/>
                </a:lnTo>
                <a:lnTo>
                  <a:pt x="0" y="0"/>
                </a:lnTo>
                <a:lnTo>
                  <a:pt x="0" y="8329"/>
                </a:lnTo>
                <a:lnTo>
                  <a:pt x="8349119" y="8329"/>
                </a:lnTo>
                <a:close/>
              </a:path>
            </a:pathLst>
          </a:custGeom>
          <a:solidFill>
            <a:srgbClr val="E1E7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4" name="object 54" descr=""/>
          <p:cNvGrpSpPr/>
          <p:nvPr/>
        </p:nvGrpSpPr>
        <p:grpSpPr>
          <a:xfrm>
            <a:off x="867194" y="6541186"/>
            <a:ext cx="1363980" cy="93980"/>
            <a:chOff x="867194" y="6541186"/>
            <a:chExt cx="1363980" cy="93980"/>
          </a:xfrm>
        </p:grpSpPr>
        <p:pic>
          <p:nvPicPr>
            <p:cNvPr id="55" name="object 55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67194" y="6542379"/>
              <a:ext cx="873442" cy="92405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752218" y="6541186"/>
              <a:ext cx="478574" cy="93599"/>
            </a:xfrm>
            <a:prstGeom prst="rect">
              <a:avLst/>
            </a:prstGeom>
          </p:spPr>
        </p:pic>
      </p:grpSp>
      <p:pic>
        <p:nvPicPr>
          <p:cNvPr id="57" name="object 57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8667292" y="6538696"/>
            <a:ext cx="535686" cy="94894"/>
          </a:xfrm>
          <a:prstGeom prst="rect">
            <a:avLst/>
          </a:prstGeom>
        </p:spPr>
      </p:pic>
      <p:sp>
        <p:nvSpPr>
          <p:cNvPr id="58" name="object 58" descr=""/>
          <p:cNvSpPr txBox="1"/>
          <p:nvPr/>
        </p:nvSpPr>
        <p:spPr>
          <a:xfrm>
            <a:off x="292100" y="162656"/>
            <a:ext cx="807720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 spc="-225">
                <a:latin typeface="Times New Roman"/>
                <a:cs typeface="Times New Roman"/>
              </a:rPr>
              <a:t>1</a:t>
            </a:r>
            <a:r>
              <a:rPr dirty="0" sz="850" spc="30">
                <a:latin typeface="Times New Roman"/>
                <a:cs typeface="Times New Roman"/>
              </a:rPr>
              <a:t> </a:t>
            </a:r>
            <a:r>
              <a:rPr dirty="0" sz="850" spc="-285">
                <a:latin typeface="Times New Roman"/>
                <a:cs typeface="Times New Roman"/>
              </a:rPr>
              <a:t>2m</a:t>
            </a:r>
            <a:r>
              <a:rPr dirty="0" sz="850" spc="-70">
                <a:latin typeface="Times New Roman"/>
                <a:cs typeface="Times New Roman"/>
              </a:rPr>
              <a:t> </a:t>
            </a:r>
            <a:r>
              <a:rPr dirty="0" sz="850" spc="-190">
                <a:latin typeface="Times New Roman"/>
                <a:cs typeface="Times New Roman"/>
              </a:rPr>
              <a:t>06m</a:t>
            </a:r>
            <a:r>
              <a:rPr dirty="0" sz="850" spc="-6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2026</a:t>
            </a:r>
            <a:r>
              <a:rPr dirty="0" sz="850" spc="90">
                <a:latin typeface="Times New Roman"/>
                <a:cs typeface="Times New Roman"/>
              </a:rPr>
              <a:t> </a:t>
            </a:r>
            <a:r>
              <a:rPr dirty="0" sz="850" spc="-95">
                <a:latin typeface="Times New Roman"/>
                <a:cs typeface="Times New Roman"/>
              </a:rPr>
              <a:t>06e</a:t>
            </a:r>
            <a:r>
              <a:rPr dirty="0" sz="850" spc="-70">
                <a:latin typeface="Times New Roman"/>
                <a:cs typeface="Times New Roman"/>
              </a:rPr>
              <a:t> </a:t>
            </a:r>
            <a:r>
              <a:rPr dirty="0" sz="850" spc="-35">
                <a:latin typeface="Times New Roman"/>
                <a:cs typeface="Times New Roman"/>
              </a:rPr>
              <a:t>46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292092" y="7461154"/>
            <a:ext cx="2821940" cy="1358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9"/>
              </a:lnSpc>
            </a:pPr>
            <a:r>
              <a:rPr dirty="0" sz="850" spc="-75">
                <a:latin typeface="Times New Roman"/>
                <a:cs typeface="Times New Roman"/>
              </a:rPr>
              <a:t>f</a:t>
            </a:r>
            <a:r>
              <a:rPr dirty="0" sz="850" spc="-15">
                <a:latin typeface="Times New Roman"/>
                <a:cs typeface="Times New Roman"/>
              </a:rPr>
              <a:t> </a:t>
            </a:r>
            <a:r>
              <a:rPr dirty="0" sz="850" spc="-600">
                <a:latin typeface="Times New Roman"/>
                <a:cs typeface="Times New Roman"/>
              </a:rPr>
              <a:t>m</a:t>
            </a:r>
            <a:r>
              <a:rPr dirty="0" sz="850" spc="-95">
                <a:latin typeface="Times New Roman"/>
                <a:cs typeface="Times New Roman"/>
              </a:rPr>
              <a:t> </a:t>
            </a:r>
            <a:r>
              <a:rPr dirty="0" sz="850" spc="-120">
                <a:latin typeface="Times New Roman"/>
                <a:cs typeface="Times New Roman"/>
              </a:rPr>
              <a:t>ee</a:t>
            </a:r>
            <a:r>
              <a:rPr dirty="0" sz="850" spc="-50">
                <a:latin typeface="Times New Roman"/>
                <a:cs typeface="Times New Roman"/>
              </a:rPr>
              <a:t> ///#e</a:t>
            </a:r>
            <a:r>
              <a:rPr dirty="0" sz="850" spc="-55">
                <a:latin typeface="Times New Roman"/>
                <a:cs typeface="Times New Roman"/>
              </a:rPr>
              <a:t> /L</a:t>
            </a:r>
            <a:r>
              <a:rPr dirty="0" sz="850" spc="-7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sers/ASL</a:t>
            </a:r>
            <a:r>
              <a:rPr dirty="0" sz="850" spc="-7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S/Desktop/projects/Gor</a:t>
            </a:r>
            <a:r>
              <a:rPr dirty="0" sz="850" spc="90">
                <a:latin typeface="Times New Roman"/>
                <a:cs typeface="Times New Roman"/>
              </a:rPr>
              <a:t> </a:t>
            </a:r>
            <a:r>
              <a:rPr dirty="0" sz="850" spc="-20">
                <a:latin typeface="Times New Roman"/>
                <a:cs typeface="Times New Roman"/>
              </a:rPr>
              <a:t>su</a:t>
            </a:r>
            <a:r>
              <a:rPr dirty="0" sz="850" spc="-90">
                <a:latin typeface="Times New Roman"/>
                <a:cs typeface="Times New Roman"/>
              </a:rPr>
              <a:t> </a:t>
            </a:r>
            <a:r>
              <a:rPr dirty="0" sz="850" spc="-95">
                <a:latin typeface="Times New Roman"/>
                <a:cs typeface="Times New Roman"/>
              </a:rPr>
              <a:t>n</a:t>
            </a:r>
            <a:r>
              <a:rPr dirty="0" sz="850" spc="-85">
                <a:latin typeface="Times New Roman"/>
                <a:cs typeface="Times New Roman"/>
              </a:rPr>
              <a:t> </a:t>
            </a:r>
            <a:r>
              <a:rPr dirty="0" sz="850" spc="-95">
                <a:latin typeface="Times New Roman"/>
                <a:cs typeface="Times New Roman"/>
              </a:rPr>
              <a:t>u</a:t>
            </a:r>
            <a:r>
              <a:rPr dirty="0" sz="850" spc="-90">
                <a:latin typeface="Times New Roman"/>
                <a:cs typeface="Times New Roman"/>
              </a:rPr>
              <a:t> </a:t>
            </a:r>
            <a:r>
              <a:rPr dirty="0" sz="850" spc="-20">
                <a:latin typeface="Times New Roman"/>
                <a:cs typeface="Times New Roman"/>
              </a:rPr>
              <a:t>m/su</a:t>
            </a:r>
            <a:r>
              <a:rPr dirty="0" sz="850" spc="-85">
                <a:latin typeface="Times New Roman"/>
                <a:cs typeface="Times New Roman"/>
              </a:rPr>
              <a:t> </a:t>
            </a:r>
            <a:r>
              <a:rPr dirty="0" sz="850" spc="-95">
                <a:latin typeface="Times New Roman"/>
                <a:cs typeface="Times New Roman"/>
              </a:rPr>
              <a:t>n</a:t>
            </a:r>
            <a:r>
              <a:rPr dirty="0" sz="850" spc="-90">
                <a:latin typeface="Times New Roman"/>
                <a:cs typeface="Times New Roman"/>
              </a:rPr>
              <a:t> </a:t>
            </a:r>
            <a:r>
              <a:rPr dirty="0" sz="850" spc="-95">
                <a:latin typeface="Times New Roman"/>
                <a:cs typeface="Times New Roman"/>
              </a:rPr>
              <a:t>u</a:t>
            </a:r>
            <a:r>
              <a:rPr dirty="0" sz="850" spc="-90">
                <a:latin typeface="Times New Roman"/>
                <a:cs typeface="Times New Roman"/>
              </a:rPr>
              <a:t> </a:t>
            </a:r>
            <a:r>
              <a:rPr dirty="0" sz="850" spc="-114">
                <a:latin typeface="Times New Roman"/>
                <a:cs typeface="Times New Roman"/>
              </a:rPr>
              <a:t>m</a:t>
            </a:r>
            <a:r>
              <a:rPr dirty="0" sz="850" spc="-90">
                <a:latin typeface="Times New Roman"/>
                <a:cs typeface="Times New Roman"/>
              </a:rPr>
              <a:t> </a:t>
            </a:r>
            <a:r>
              <a:rPr dirty="0" sz="850" spc="-585">
                <a:latin typeface="Times New Roman"/>
                <a:cs typeface="Times New Roman"/>
              </a:rPr>
              <a:t>m</a:t>
            </a:r>
            <a:r>
              <a:rPr dirty="0" sz="850" spc="-55">
                <a:latin typeface="Times New Roman"/>
                <a:cs typeface="Times New Roman"/>
              </a:rPr>
              <a:t> </a:t>
            </a:r>
            <a:r>
              <a:rPr dirty="0" sz="850" spc="95">
                <a:latin typeface="Times New Roman"/>
                <a:cs typeface="Times New Roman"/>
              </a:rPr>
              <a:t>t</a:t>
            </a:r>
            <a:r>
              <a:rPr dirty="0" sz="850" spc="-95">
                <a:latin typeface="Times New Roman"/>
                <a:cs typeface="Times New Roman"/>
              </a:rPr>
              <a:t> </a:t>
            </a:r>
            <a:r>
              <a:rPr dirty="0" sz="850" spc="-70">
                <a:latin typeface="Times New Roman"/>
                <a:cs typeface="Times New Roman"/>
              </a:rPr>
              <a:t>tm</a:t>
            </a:r>
            <a:r>
              <a:rPr dirty="0" sz="850" spc="-90">
                <a:latin typeface="Times New Roman"/>
                <a:cs typeface="Times New Roman"/>
              </a:rPr>
              <a:t> </a:t>
            </a:r>
            <a:r>
              <a:rPr dirty="0" sz="850" spc="-650">
                <a:latin typeface="Times New Roman"/>
                <a:cs typeface="Times New Roman"/>
              </a:rPr>
              <a:t>m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61" name="object 6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3980">
              <a:lnSpc>
                <a:spcPts val="969"/>
              </a:lnSpc>
            </a:pPr>
            <a:fld id="{81D60167-4931-47E6-BA6A-407CBD079E47}" type="slidenum">
              <a:rPr dirty="0" spc="-100">
                <a:latin typeface="Times New Roman"/>
                <a:cs typeface="Times New Roman"/>
              </a:rPr>
              <a:t>3</a:t>
            </a:fld>
            <a:r>
              <a:rPr dirty="0" spc="-100">
                <a:latin typeface="Times New Roman"/>
                <a:cs typeface="Times New Roman"/>
              </a:rPr>
              <a:t>/1</a:t>
            </a:r>
            <a:r>
              <a:rPr dirty="0" spc="30">
                <a:latin typeface="Times New Roman"/>
                <a:cs typeface="Times New Roman"/>
              </a:rPr>
              <a:t> </a:t>
            </a:r>
            <a:r>
              <a:rPr dirty="0" spc="-60"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59" name="object 59" descr=""/>
          <p:cNvSpPr txBox="1"/>
          <p:nvPr/>
        </p:nvSpPr>
        <p:spPr>
          <a:xfrm>
            <a:off x="4406755" y="162656"/>
            <a:ext cx="2402840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>
                <a:latin typeface="Times New Roman"/>
                <a:cs typeface="Times New Roman"/>
              </a:rPr>
              <a:t>Gor</a:t>
            </a:r>
            <a:r>
              <a:rPr dirty="0" sz="850" spc="6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Sargsyan</a:t>
            </a:r>
            <a:r>
              <a:rPr dirty="0" sz="850" spc="170">
                <a:latin typeface="Times New Roman"/>
                <a:cs typeface="Times New Roman"/>
              </a:rPr>
              <a:t>  </a:t>
            </a:r>
            <a:r>
              <a:rPr dirty="0" sz="850" spc="-300">
                <a:latin typeface="Times New Roman"/>
                <a:cs typeface="Times New Roman"/>
              </a:rPr>
              <a:t>Gm</a:t>
            </a:r>
            <a:r>
              <a:rPr dirty="0" sz="850" spc="-105">
                <a:latin typeface="Times New Roman"/>
                <a:cs typeface="Times New Roman"/>
              </a:rPr>
              <a:t> </a:t>
            </a:r>
            <a:r>
              <a:rPr dirty="0" sz="850" spc="-125">
                <a:latin typeface="Times New Roman"/>
                <a:cs typeface="Times New Roman"/>
              </a:rPr>
              <a:t>obam</a:t>
            </a:r>
            <a:r>
              <a:rPr dirty="0" sz="850" spc="8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A</a:t>
            </a:r>
            <a:r>
              <a:rPr dirty="0" sz="850" spc="240">
                <a:latin typeface="Times New Roman"/>
                <a:cs typeface="Times New Roman"/>
              </a:rPr>
              <a:t> </a:t>
            </a:r>
            <a:r>
              <a:rPr dirty="0" sz="850" spc="-195">
                <a:latin typeface="Times New Roman"/>
                <a:cs typeface="Times New Roman"/>
              </a:rPr>
              <a:t>&amp;</a:t>
            </a:r>
            <a:r>
              <a:rPr dirty="0" sz="850" spc="70">
                <a:latin typeface="Times New Roman"/>
                <a:cs typeface="Times New Roman"/>
              </a:rPr>
              <a:t> </a:t>
            </a:r>
            <a:r>
              <a:rPr dirty="0" sz="850" spc="-100">
                <a:latin typeface="Times New Roman"/>
                <a:cs typeface="Times New Roman"/>
              </a:rPr>
              <a:t>E</a:t>
            </a:r>
            <a:r>
              <a:rPr dirty="0" sz="850" spc="-105">
                <a:latin typeface="Times New Roman"/>
                <a:cs typeface="Times New Roman"/>
              </a:rPr>
              <a:t> </a:t>
            </a:r>
            <a:r>
              <a:rPr dirty="0" sz="850" spc="-40">
                <a:latin typeface="Times New Roman"/>
                <a:cs typeface="Times New Roman"/>
              </a:rPr>
              <a:t>kon</a:t>
            </a:r>
            <a:r>
              <a:rPr dirty="0" sz="850" spc="-10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om</a:t>
            </a:r>
            <a:r>
              <a:rPr dirty="0" sz="850" spc="19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Stratej</a:t>
            </a:r>
            <a:r>
              <a:rPr dirty="0" sz="850" spc="195">
                <a:latin typeface="Times New Roman"/>
                <a:cs typeface="Times New Roman"/>
              </a:rPr>
              <a:t> </a:t>
            </a:r>
            <a:r>
              <a:rPr dirty="0" sz="850" spc="-25">
                <a:latin typeface="Times New Roman"/>
                <a:cs typeface="Times New Roman"/>
              </a:rPr>
              <a:t>Su</a:t>
            </a:r>
            <a:r>
              <a:rPr dirty="0" sz="850" spc="-100">
                <a:latin typeface="Times New Roman"/>
                <a:cs typeface="Times New Roman"/>
              </a:rPr>
              <a:t> </a:t>
            </a:r>
            <a:r>
              <a:rPr dirty="0" sz="850" spc="-95">
                <a:latin typeface="Times New Roman"/>
                <a:cs typeface="Times New Roman"/>
              </a:rPr>
              <a:t>n</a:t>
            </a:r>
            <a:r>
              <a:rPr dirty="0" sz="850" spc="-100">
                <a:latin typeface="Times New Roman"/>
                <a:cs typeface="Times New Roman"/>
              </a:rPr>
              <a:t> </a:t>
            </a:r>
            <a:r>
              <a:rPr dirty="0" sz="850" spc="-95">
                <a:latin typeface="Times New Roman"/>
                <a:cs typeface="Times New Roman"/>
              </a:rPr>
              <a:t>u</a:t>
            </a:r>
            <a:r>
              <a:rPr dirty="0" sz="850" spc="-100">
                <a:latin typeface="Times New Roman"/>
                <a:cs typeface="Times New Roman"/>
              </a:rPr>
              <a:t> </a:t>
            </a:r>
            <a:r>
              <a:rPr dirty="0" sz="850" spc="-25">
                <a:latin typeface="Times New Roman"/>
                <a:cs typeface="Times New Roman"/>
              </a:rPr>
              <a:t>mu</a:t>
            </a:r>
            <a:endParaRPr sz="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60196" y="743203"/>
            <a:ext cx="135890" cy="93345"/>
          </a:xfrm>
          <a:custGeom>
            <a:avLst/>
            <a:gdLst/>
            <a:ahLst/>
            <a:cxnLst/>
            <a:rect l="l" t="t" r="r" b="b"/>
            <a:pathLst>
              <a:path w="135890" h="93344">
                <a:moveTo>
                  <a:pt x="104559" y="93230"/>
                </a:moveTo>
                <a:lnTo>
                  <a:pt x="66840" y="8890"/>
                </a:lnTo>
                <a:lnTo>
                  <a:pt x="66840" y="56870"/>
                </a:lnTo>
                <a:lnTo>
                  <a:pt x="37223" y="56870"/>
                </a:lnTo>
                <a:lnTo>
                  <a:pt x="47815" y="31419"/>
                </a:lnTo>
                <a:lnTo>
                  <a:pt x="52057" y="21196"/>
                </a:lnTo>
                <a:lnTo>
                  <a:pt x="56337" y="31496"/>
                </a:lnTo>
                <a:lnTo>
                  <a:pt x="66840" y="56870"/>
                </a:lnTo>
                <a:lnTo>
                  <a:pt x="66840" y="8890"/>
                </a:lnTo>
                <a:lnTo>
                  <a:pt x="62865" y="0"/>
                </a:lnTo>
                <a:lnTo>
                  <a:pt x="41554" y="0"/>
                </a:lnTo>
                <a:lnTo>
                  <a:pt x="0" y="93230"/>
                </a:lnTo>
                <a:lnTo>
                  <a:pt x="20777" y="93230"/>
                </a:lnTo>
                <a:lnTo>
                  <a:pt x="22110" y="93230"/>
                </a:lnTo>
                <a:lnTo>
                  <a:pt x="30416" y="73253"/>
                </a:lnTo>
                <a:lnTo>
                  <a:pt x="73634" y="73253"/>
                </a:lnTo>
                <a:lnTo>
                  <a:pt x="80314" y="89369"/>
                </a:lnTo>
                <a:lnTo>
                  <a:pt x="81915" y="93230"/>
                </a:lnTo>
                <a:lnTo>
                  <a:pt x="104559" y="93230"/>
                </a:lnTo>
                <a:close/>
              </a:path>
              <a:path w="135890" h="93344">
                <a:moveTo>
                  <a:pt x="135851" y="0"/>
                </a:moveTo>
                <a:lnTo>
                  <a:pt x="114274" y="0"/>
                </a:lnTo>
                <a:lnTo>
                  <a:pt x="114274" y="93243"/>
                </a:lnTo>
                <a:lnTo>
                  <a:pt x="135851" y="93243"/>
                </a:lnTo>
                <a:lnTo>
                  <a:pt x="135851" y="0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055852" y="716559"/>
            <a:ext cx="1205230" cy="121920"/>
            <a:chOff x="1055852" y="716559"/>
            <a:chExt cx="1205230" cy="121920"/>
          </a:xfrm>
        </p:grpSpPr>
        <p:sp>
          <p:nvSpPr>
            <p:cNvPr id="4" name="object 4" descr=""/>
            <p:cNvSpPr/>
            <p:nvPr/>
          </p:nvSpPr>
          <p:spPr>
            <a:xfrm>
              <a:off x="1055852" y="716559"/>
              <a:ext cx="544830" cy="121920"/>
            </a:xfrm>
            <a:custGeom>
              <a:avLst/>
              <a:gdLst/>
              <a:ahLst/>
              <a:cxnLst/>
              <a:rect l="l" t="t" r="r" b="b"/>
              <a:pathLst>
                <a:path w="544830" h="121919">
                  <a:moveTo>
                    <a:pt x="72199" y="119875"/>
                  </a:moveTo>
                  <a:lnTo>
                    <a:pt x="72059" y="102552"/>
                  </a:lnTo>
                  <a:lnTo>
                    <a:pt x="21183" y="102552"/>
                  </a:lnTo>
                  <a:lnTo>
                    <a:pt x="21183" y="80860"/>
                  </a:lnTo>
                  <a:lnTo>
                    <a:pt x="64731" y="80987"/>
                  </a:lnTo>
                  <a:lnTo>
                    <a:pt x="64731" y="64338"/>
                  </a:lnTo>
                  <a:lnTo>
                    <a:pt x="21183" y="64211"/>
                  </a:lnTo>
                  <a:lnTo>
                    <a:pt x="21183" y="43954"/>
                  </a:lnTo>
                  <a:lnTo>
                    <a:pt x="70459" y="43954"/>
                  </a:lnTo>
                  <a:lnTo>
                    <a:pt x="70192" y="26644"/>
                  </a:lnTo>
                  <a:lnTo>
                    <a:pt x="0" y="26644"/>
                  </a:lnTo>
                  <a:lnTo>
                    <a:pt x="139" y="119875"/>
                  </a:lnTo>
                  <a:lnTo>
                    <a:pt x="19710" y="119875"/>
                  </a:lnTo>
                  <a:lnTo>
                    <a:pt x="72199" y="119875"/>
                  </a:lnTo>
                  <a:close/>
                </a:path>
                <a:path w="544830" h="121919">
                  <a:moveTo>
                    <a:pt x="174879" y="26644"/>
                  </a:moveTo>
                  <a:lnTo>
                    <a:pt x="153555" y="26644"/>
                  </a:lnTo>
                  <a:lnTo>
                    <a:pt x="153555" y="83197"/>
                  </a:lnTo>
                  <a:lnTo>
                    <a:pt x="107213" y="26644"/>
                  </a:lnTo>
                  <a:lnTo>
                    <a:pt x="89369" y="26644"/>
                  </a:lnTo>
                  <a:lnTo>
                    <a:pt x="89369" y="119875"/>
                  </a:lnTo>
                  <a:lnTo>
                    <a:pt x="102019" y="119875"/>
                  </a:lnTo>
                  <a:lnTo>
                    <a:pt x="110680" y="119875"/>
                  </a:lnTo>
                  <a:lnTo>
                    <a:pt x="110680" y="63296"/>
                  </a:lnTo>
                  <a:lnTo>
                    <a:pt x="153555" y="115493"/>
                  </a:lnTo>
                  <a:lnTo>
                    <a:pt x="157162" y="119875"/>
                  </a:lnTo>
                  <a:lnTo>
                    <a:pt x="162217" y="119875"/>
                  </a:lnTo>
                  <a:lnTo>
                    <a:pt x="174879" y="119875"/>
                  </a:lnTo>
                  <a:lnTo>
                    <a:pt x="174879" y="26644"/>
                  </a:lnTo>
                  <a:close/>
                </a:path>
                <a:path w="544830" h="121919">
                  <a:moveTo>
                    <a:pt x="267169" y="87680"/>
                  </a:moveTo>
                  <a:lnTo>
                    <a:pt x="230339" y="64109"/>
                  </a:lnTo>
                  <a:lnTo>
                    <a:pt x="220421" y="61442"/>
                  </a:lnTo>
                  <a:lnTo>
                    <a:pt x="217843" y="60261"/>
                  </a:lnTo>
                  <a:lnTo>
                    <a:pt x="213944" y="57327"/>
                  </a:lnTo>
                  <a:lnTo>
                    <a:pt x="212966" y="55410"/>
                  </a:lnTo>
                  <a:lnTo>
                    <a:pt x="212966" y="50965"/>
                  </a:lnTo>
                  <a:lnTo>
                    <a:pt x="226504" y="42354"/>
                  </a:lnTo>
                  <a:lnTo>
                    <a:pt x="234848" y="42354"/>
                  </a:lnTo>
                  <a:lnTo>
                    <a:pt x="239102" y="42951"/>
                  </a:lnTo>
                  <a:lnTo>
                    <a:pt x="247815" y="45351"/>
                  </a:lnTo>
                  <a:lnTo>
                    <a:pt x="252158" y="47193"/>
                  </a:lnTo>
                  <a:lnTo>
                    <a:pt x="256514" y="49669"/>
                  </a:lnTo>
                  <a:lnTo>
                    <a:pt x="263169" y="33299"/>
                  </a:lnTo>
                  <a:lnTo>
                    <a:pt x="258826" y="30543"/>
                  </a:lnTo>
                  <a:lnTo>
                    <a:pt x="253809" y="28473"/>
                  </a:lnTo>
                  <a:lnTo>
                    <a:pt x="242443" y="25730"/>
                  </a:lnTo>
                  <a:lnTo>
                    <a:pt x="236664" y="25044"/>
                  </a:lnTo>
                  <a:lnTo>
                    <a:pt x="222021" y="25044"/>
                  </a:lnTo>
                  <a:lnTo>
                    <a:pt x="191516" y="48742"/>
                  </a:lnTo>
                  <a:lnTo>
                    <a:pt x="191516" y="59042"/>
                  </a:lnTo>
                  <a:lnTo>
                    <a:pt x="228346" y="82816"/>
                  </a:lnTo>
                  <a:lnTo>
                    <a:pt x="238264" y="85572"/>
                  </a:lnTo>
                  <a:lnTo>
                    <a:pt x="240842" y="86766"/>
                  </a:lnTo>
                  <a:lnTo>
                    <a:pt x="244741" y="89700"/>
                  </a:lnTo>
                  <a:lnTo>
                    <a:pt x="245719" y="91681"/>
                  </a:lnTo>
                  <a:lnTo>
                    <a:pt x="245719" y="96113"/>
                  </a:lnTo>
                  <a:lnTo>
                    <a:pt x="232003" y="104152"/>
                  </a:lnTo>
                  <a:lnTo>
                    <a:pt x="222148" y="104152"/>
                  </a:lnTo>
                  <a:lnTo>
                    <a:pt x="216623" y="103238"/>
                  </a:lnTo>
                  <a:lnTo>
                    <a:pt x="205701" y="99606"/>
                  </a:lnTo>
                  <a:lnTo>
                    <a:pt x="200977" y="97269"/>
                  </a:lnTo>
                  <a:lnTo>
                    <a:pt x="196977" y="94424"/>
                  </a:lnTo>
                  <a:lnTo>
                    <a:pt x="189649" y="110680"/>
                  </a:lnTo>
                  <a:lnTo>
                    <a:pt x="193827" y="113868"/>
                  </a:lnTo>
                  <a:lnTo>
                    <a:pt x="199326" y="116471"/>
                  </a:lnTo>
                  <a:lnTo>
                    <a:pt x="213004" y="120459"/>
                  </a:lnTo>
                  <a:lnTo>
                    <a:pt x="220154" y="121462"/>
                  </a:lnTo>
                  <a:lnTo>
                    <a:pt x="227609" y="121462"/>
                  </a:lnTo>
                  <a:lnTo>
                    <a:pt x="236499" y="121462"/>
                  </a:lnTo>
                  <a:lnTo>
                    <a:pt x="267169" y="97802"/>
                  </a:lnTo>
                  <a:lnTo>
                    <a:pt x="267169" y="87680"/>
                  </a:lnTo>
                  <a:close/>
                </a:path>
                <a:path w="544830" h="121919">
                  <a:moveTo>
                    <a:pt x="350875" y="26644"/>
                  </a:moveTo>
                  <a:lnTo>
                    <a:pt x="321665" y="26644"/>
                  </a:lnTo>
                  <a:lnTo>
                    <a:pt x="300075" y="26644"/>
                  </a:lnTo>
                  <a:lnTo>
                    <a:pt x="269595" y="26644"/>
                  </a:lnTo>
                  <a:lnTo>
                    <a:pt x="269595" y="44221"/>
                  </a:lnTo>
                  <a:lnTo>
                    <a:pt x="300075" y="44221"/>
                  </a:lnTo>
                  <a:lnTo>
                    <a:pt x="300075" y="119875"/>
                  </a:lnTo>
                  <a:lnTo>
                    <a:pt x="321665" y="119875"/>
                  </a:lnTo>
                  <a:lnTo>
                    <a:pt x="321665" y="44221"/>
                  </a:lnTo>
                  <a:lnTo>
                    <a:pt x="350875" y="44221"/>
                  </a:lnTo>
                  <a:lnTo>
                    <a:pt x="350875" y="26644"/>
                  </a:lnTo>
                  <a:close/>
                </a:path>
                <a:path w="544830" h="121919">
                  <a:moveTo>
                    <a:pt x="445516" y="119875"/>
                  </a:moveTo>
                  <a:lnTo>
                    <a:pt x="424688" y="89992"/>
                  </a:lnTo>
                  <a:lnTo>
                    <a:pt x="430911" y="87236"/>
                  </a:lnTo>
                  <a:lnTo>
                    <a:pt x="435571" y="83400"/>
                  </a:lnTo>
                  <a:lnTo>
                    <a:pt x="442137" y="73367"/>
                  </a:lnTo>
                  <a:lnTo>
                    <a:pt x="443776" y="67398"/>
                  </a:lnTo>
                  <a:lnTo>
                    <a:pt x="443776" y="60464"/>
                  </a:lnTo>
                  <a:lnTo>
                    <a:pt x="421944" y="29667"/>
                  </a:lnTo>
                  <a:lnTo>
                    <a:pt x="421944" y="55321"/>
                  </a:lnTo>
                  <a:lnTo>
                    <a:pt x="421944" y="65532"/>
                  </a:lnTo>
                  <a:lnTo>
                    <a:pt x="420293" y="69507"/>
                  </a:lnTo>
                  <a:lnTo>
                    <a:pt x="413727" y="75272"/>
                  </a:lnTo>
                  <a:lnTo>
                    <a:pt x="408749" y="76720"/>
                  </a:lnTo>
                  <a:lnTo>
                    <a:pt x="384517" y="76720"/>
                  </a:lnTo>
                  <a:lnTo>
                    <a:pt x="384517" y="44221"/>
                  </a:lnTo>
                  <a:lnTo>
                    <a:pt x="408749" y="44221"/>
                  </a:lnTo>
                  <a:lnTo>
                    <a:pt x="413727" y="45643"/>
                  </a:lnTo>
                  <a:lnTo>
                    <a:pt x="420293" y="51320"/>
                  </a:lnTo>
                  <a:lnTo>
                    <a:pt x="421944" y="55321"/>
                  </a:lnTo>
                  <a:lnTo>
                    <a:pt x="421944" y="29667"/>
                  </a:lnTo>
                  <a:lnTo>
                    <a:pt x="362940" y="26644"/>
                  </a:lnTo>
                  <a:lnTo>
                    <a:pt x="362940" y="119875"/>
                  </a:lnTo>
                  <a:lnTo>
                    <a:pt x="374929" y="119875"/>
                  </a:lnTo>
                  <a:lnTo>
                    <a:pt x="384517" y="119875"/>
                  </a:lnTo>
                  <a:lnTo>
                    <a:pt x="384517" y="93903"/>
                  </a:lnTo>
                  <a:lnTo>
                    <a:pt x="398894" y="93903"/>
                  </a:lnTo>
                  <a:lnTo>
                    <a:pt x="404304" y="93903"/>
                  </a:lnTo>
                  <a:lnTo>
                    <a:pt x="422211" y="119875"/>
                  </a:lnTo>
                  <a:lnTo>
                    <a:pt x="445516" y="119875"/>
                  </a:lnTo>
                  <a:close/>
                </a:path>
                <a:path w="544830" h="121919">
                  <a:moveTo>
                    <a:pt x="498119" y="6438"/>
                  </a:moveTo>
                  <a:lnTo>
                    <a:pt x="497230" y="4216"/>
                  </a:lnTo>
                  <a:lnTo>
                    <a:pt x="493687" y="838"/>
                  </a:lnTo>
                  <a:lnTo>
                    <a:pt x="491502" y="0"/>
                  </a:lnTo>
                  <a:lnTo>
                    <a:pt x="486346" y="0"/>
                  </a:lnTo>
                  <a:lnTo>
                    <a:pt x="484162" y="838"/>
                  </a:lnTo>
                  <a:lnTo>
                    <a:pt x="480517" y="4216"/>
                  </a:lnTo>
                  <a:lnTo>
                    <a:pt x="479602" y="6438"/>
                  </a:lnTo>
                  <a:lnTo>
                    <a:pt x="479602" y="11938"/>
                  </a:lnTo>
                  <a:lnTo>
                    <a:pt x="480517" y="14160"/>
                  </a:lnTo>
                  <a:lnTo>
                    <a:pt x="484162" y="17538"/>
                  </a:lnTo>
                  <a:lnTo>
                    <a:pt x="486346" y="18376"/>
                  </a:lnTo>
                  <a:lnTo>
                    <a:pt x="491502" y="18376"/>
                  </a:lnTo>
                  <a:lnTo>
                    <a:pt x="493687" y="17538"/>
                  </a:lnTo>
                  <a:lnTo>
                    <a:pt x="497230" y="14160"/>
                  </a:lnTo>
                  <a:lnTo>
                    <a:pt x="498119" y="11938"/>
                  </a:lnTo>
                  <a:lnTo>
                    <a:pt x="498119" y="6438"/>
                  </a:lnTo>
                  <a:close/>
                </a:path>
                <a:path w="544830" h="121919">
                  <a:moveTo>
                    <a:pt x="525157" y="6438"/>
                  </a:moveTo>
                  <a:lnTo>
                    <a:pt x="524243" y="4216"/>
                  </a:lnTo>
                  <a:lnTo>
                    <a:pt x="520598" y="838"/>
                  </a:lnTo>
                  <a:lnTo>
                    <a:pt x="518414" y="0"/>
                  </a:lnTo>
                  <a:lnTo>
                    <a:pt x="513257" y="0"/>
                  </a:lnTo>
                  <a:lnTo>
                    <a:pt x="511086" y="838"/>
                  </a:lnTo>
                  <a:lnTo>
                    <a:pt x="507530" y="4216"/>
                  </a:lnTo>
                  <a:lnTo>
                    <a:pt x="506641" y="6438"/>
                  </a:lnTo>
                  <a:lnTo>
                    <a:pt x="506641" y="11938"/>
                  </a:lnTo>
                  <a:lnTo>
                    <a:pt x="507530" y="14160"/>
                  </a:lnTo>
                  <a:lnTo>
                    <a:pt x="511086" y="17538"/>
                  </a:lnTo>
                  <a:lnTo>
                    <a:pt x="513257" y="18376"/>
                  </a:lnTo>
                  <a:lnTo>
                    <a:pt x="518414" y="18376"/>
                  </a:lnTo>
                  <a:lnTo>
                    <a:pt x="520598" y="17538"/>
                  </a:lnTo>
                  <a:lnTo>
                    <a:pt x="524243" y="14160"/>
                  </a:lnTo>
                  <a:lnTo>
                    <a:pt x="525157" y="11938"/>
                  </a:lnTo>
                  <a:lnTo>
                    <a:pt x="525157" y="6438"/>
                  </a:lnTo>
                  <a:close/>
                </a:path>
                <a:path w="544830" h="121919">
                  <a:moveTo>
                    <a:pt x="544474" y="26631"/>
                  </a:moveTo>
                  <a:lnTo>
                    <a:pt x="523151" y="26631"/>
                  </a:lnTo>
                  <a:lnTo>
                    <a:pt x="523151" y="86931"/>
                  </a:lnTo>
                  <a:lnTo>
                    <a:pt x="521335" y="93319"/>
                  </a:lnTo>
                  <a:lnTo>
                    <a:pt x="514057" y="101130"/>
                  </a:lnTo>
                  <a:lnTo>
                    <a:pt x="508952" y="103085"/>
                  </a:lnTo>
                  <a:lnTo>
                    <a:pt x="495808" y="103085"/>
                  </a:lnTo>
                  <a:lnTo>
                    <a:pt x="490702" y="101130"/>
                  </a:lnTo>
                  <a:lnTo>
                    <a:pt x="483425" y="93319"/>
                  </a:lnTo>
                  <a:lnTo>
                    <a:pt x="481609" y="86931"/>
                  </a:lnTo>
                  <a:lnTo>
                    <a:pt x="481609" y="26631"/>
                  </a:lnTo>
                  <a:lnTo>
                    <a:pt x="460032" y="26631"/>
                  </a:lnTo>
                  <a:lnTo>
                    <a:pt x="460032" y="78841"/>
                  </a:lnTo>
                  <a:lnTo>
                    <a:pt x="460717" y="88519"/>
                  </a:lnTo>
                  <a:lnTo>
                    <a:pt x="484555" y="118706"/>
                  </a:lnTo>
                  <a:lnTo>
                    <a:pt x="502246" y="121462"/>
                  </a:lnTo>
                  <a:lnTo>
                    <a:pt x="511619" y="120777"/>
                  </a:lnTo>
                  <a:lnTo>
                    <a:pt x="541667" y="97002"/>
                  </a:lnTo>
                  <a:lnTo>
                    <a:pt x="544474" y="78841"/>
                  </a:lnTo>
                  <a:lnTo>
                    <a:pt x="544474" y="26631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1624" y="743204"/>
              <a:ext cx="314731" cy="9323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8594" y="743204"/>
              <a:ext cx="302331" cy="93233"/>
            </a:xfrm>
            <a:prstGeom prst="rect">
              <a:avLst/>
            </a:prstGeom>
          </p:spPr>
        </p:pic>
      </p:grpSp>
      <p:sp>
        <p:nvSpPr>
          <p:cNvPr id="7" name="object 7" descr=""/>
          <p:cNvSpPr/>
          <p:nvPr/>
        </p:nvSpPr>
        <p:spPr>
          <a:xfrm>
            <a:off x="2320721" y="737603"/>
            <a:ext cx="19050" cy="125095"/>
          </a:xfrm>
          <a:custGeom>
            <a:avLst/>
            <a:gdLst/>
            <a:ahLst/>
            <a:cxnLst/>
            <a:rect l="l" t="t" r="r" b="b"/>
            <a:pathLst>
              <a:path w="19050" h="125094">
                <a:moveTo>
                  <a:pt x="19050" y="124665"/>
                </a:moveTo>
                <a:lnTo>
                  <a:pt x="19050" y="0"/>
                </a:lnTo>
                <a:lnTo>
                  <a:pt x="0" y="0"/>
                </a:lnTo>
                <a:lnTo>
                  <a:pt x="0" y="124665"/>
                </a:lnTo>
                <a:lnTo>
                  <a:pt x="19050" y="124665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387435" y="743203"/>
            <a:ext cx="135890" cy="93345"/>
          </a:xfrm>
          <a:custGeom>
            <a:avLst/>
            <a:gdLst/>
            <a:ahLst/>
            <a:cxnLst/>
            <a:rect l="l" t="t" r="r" b="b"/>
            <a:pathLst>
              <a:path w="135889" h="93344">
                <a:moveTo>
                  <a:pt x="104559" y="93230"/>
                </a:moveTo>
                <a:lnTo>
                  <a:pt x="66840" y="8890"/>
                </a:lnTo>
                <a:lnTo>
                  <a:pt x="66840" y="56870"/>
                </a:lnTo>
                <a:lnTo>
                  <a:pt x="37223" y="56870"/>
                </a:lnTo>
                <a:lnTo>
                  <a:pt x="47815" y="31419"/>
                </a:lnTo>
                <a:lnTo>
                  <a:pt x="52057" y="21196"/>
                </a:lnTo>
                <a:lnTo>
                  <a:pt x="56337" y="31508"/>
                </a:lnTo>
                <a:lnTo>
                  <a:pt x="66840" y="56870"/>
                </a:lnTo>
                <a:lnTo>
                  <a:pt x="66840" y="8890"/>
                </a:lnTo>
                <a:lnTo>
                  <a:pt x="62865" y="0"/>
                </a:lnTo>
                <a:lnTo>
                  <a:pt x="41554" y="0"/>
                </a:lnTo>
                <a:lnTo>
                  <a:pt x="0" y="93230"/>
                </a:lnTo>
                <a:lnTo>
                  <a:pt x="20777" y="93230"/>
                </a:lnTo>
                <a:lnTo>
                  <a:pt x="22110" y="93230"/>
                </a:lnTo>
                <a:lnTo>
                  <a:pt x="30416" y="73253"/>
                </a:lnTo>
                <a:lnTo>
                  <a:pt x="73621" y="73253"/>
                </a:lnTo>
                <a:lnTo>
                  <a:pt x="80314" y="89408"/>
                </a:lnTo>
                <a:lnTo>
                  <a:pt x="81902" y="93230"/>
                </a:lnTo>
                <a:lnTo>
                  <a:pt x="104559" y="93230"/>
                </a:lnTo>
                <a:close/>
              </a:path>
              <a:path w="135889" h="93344">
                <a:moveTo>
                  <a:pt x="135839" y="0"/>
                </a:moveTo>
                <a:lnTo>
                  <a:pt x="114274" y="0"/>
                </a:lnTo>
                <a:lnTo>
                  <a:pt x="114274" y="93243"/>
                </a:lnTo>
                <a:lnTo>
                  <a:pt x="135839" y="93243"/>
                </a:lnTo>
                <a:lnTo>
                  <a:pt x="135839" y="0"/>
                </a:lnTo>
                <a:close/>
              </a:path>
            </a:pathLst>
          </a:custGeom>
          <a:solidFill>
            <a:srgbClr val="0FB8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570823" y="741603"/>
            <a:ext cx="564515" cy="96520"/>
          </a:xfrm>
          <a:custGeom>
            <a:avLst/>
            <a:gdLst/>
            <a:ahLst/>
            <a:cxnLst/>
            <a:rect l="l" t="t" r="r" b="b"/>
            <a:pathLst>
              <a:path w="564514" h="96519">
                <a:moveTo>
                  <a:pt x="104559" y="94830"/>
                </a:moveTo>
                <a:lnTo>
                  <a:pt x="66840" y="10490"/>
                </a:lnTo>
                <a:lnTo>
                  <a:pt x="66840" y="58470"/>
                </a:lnTo>
                <a:lnTo>
                  <a:pt x="37223" y="58470"/>
                </a:lnTo>
                <a:lnTo>
                  <a:pt x="47815" y="33020"/>
                </a:lnTo>
                <a:lnTo>
                  <a:pt x="52057" y="22796"/>
                </a:lnTo>
                <a:lnTo>
                  <a:pt x="56337" y="33108"/>
                </a:lnTo>
                <a:lnTo>
                  <a:pt x="66840" y="58470"/>
                </a:lnTo>
                <a:lnTo>
                  <a:pt x="66840" y="10490"/>
                </a:lnTo>
                <a:lnTo>
                  <a:pt x="62865" y="1600"/>
                </a:lnTo>
                <a:lnTo>
                  <a:pt x="41554" y="1600"/>
                </a:lnTo>
                <a:lnTo>
                  <a:pt x="0" y="94830"/>
                </a:lnTo>
                <a:lnTo>
                  <a:pt x="20777" y="94830"/>
                </a:lnTo>
                <a:lnTo>
                  <a:pt x="22110" y="94830"/>
                </a:lnTo>
                <a:lnTo>
                  <a:pt x="30416" y="74853"/>
                </a:lnTo>
                <a:lnTo>
                  <a:pt x="73621" y="74853"/>
                </a:lnTo>
                <a:lnTo>
                  <a:pt x="80314" y="91008"/>
                </a:lnTo>
                <a:lnTo>
                  <a:pt x="81902" y="94830"/>
                </a:lnTo>
                <a:lnTo>
                  <a:pt x="104559" y="94830"/>
                </a:lnTo>
                <a:close/>
              </a:path>
              <a:path w="564514" h="96519">
                <a:moveTo>
                  <a:pt x="197383" y="16103"/>
                </a:moveTo>
                <a:lnTo>
                  <a:pt x="150583" y="63"/>
                </a:lnTo>
                <a:lnTo>
                  <a:pt x="144068" y="1168"/>
                </a:lnTo>
                <a:lnTo>
                  <a:pt x="108343" y="34759"/>
                </a:lnTo>
                <a:lnTo>
                  <a:pt x="107086" y="41198"/>
                </a:lnTo>
                <a:lnTo>
                  <a:pt x="107086" y="55219"/>
                </a:lnTo>
                <a:lnTo>
                  <a:pt x="128917" y="88950"/>
                </a:lnTo>
                <a:lnTo>
                  <a:pt x="150583" y="96418"/>
                </a:lnTo>
                <a:lnTo>
                  <a:pt x="164617" y="96418"/>
                </a:lnTo>
                <a:lnTo>
                  <a:pt x="171297" y="95402"/>
                </a:lnTo>
                <a:lnTo>
                  <a:pt x="175653" y="94081"/>
                </a:lnTo>
                <a:lnTo>
                  <a:pt x="175933" y="93992"/>
                </a:lnTo>
                <a:lnTo>
                  <a:pt x="184708" y="91313"/>
                </a:lnTo>
                <a:lnTo>
                  <a:pt x="190588" y="88392"/>
                </a:lnTo>
                <a:lnTo>
                  <a:pt x="195656" y="84569"/>
                </a:lnTo>
                <a:lnTo>
                  <a:pt x="195656" y="46748"/>
                </a:lnTo>
                <a:lnTo>
                  <a:pt x="175933" y="46748"/>
                </a:lnTo>
                <a:lnTo>
                  <a:pt x="175933" y="74434"/>
                </a:lnTo>
                <a:lnTo>
                  <a:pt x="175653" y="74599"/>
                </a:lnTo>
                <a:lnTo>
                  <a:pt x="167576" y="77355"/>
                </a:lnTo>
                <a:lnTo>
                  <a:pt x="164617" y="77851"/>
                </a:lnTo>
                <a:lnTo>
                  <a:pt x="164122" y="77927"/>
                </a:lnTo>
                <a:lnTo>
                  <a:pt x="154711" y="78041"/>
                </a:lnTo>
                <a:lnTo>
                  <a:pt x="150583" y="77304"/>
                </a:lnTo>
                <a:lnTo>
                  <a:pt x="128917" y="52552"/>
                </a:lnTo>
                <a:lnTo>
                  <a:pt x="128917" y="43776"/>
                </a:lnTo>
                <a:lnTo>
                  <a:pt x="154711" y="18415"/>
                </a:lnTo>
                <a:lnTo>
                  <a:pt x="164617" y="18478"/>
                </a:lnTo>
                <a:lnTo>
                  <a:pt x="168478" y="19240"/>
                </a:lnTo>
                <a:lnTo>
                  <a:pt x="176466" y="22707"/>
                </a:lnTo>
                <a:lnTo>
                  <a:pt x="180162" y="25349"/>
                </a:lnTo>
                <a:lnTo>
                  <a:pt x="183540" y="28892"/>
                </a:lnTo>
                <a:lnTo>
                  <a:pt x="197383" y="16103"/>
                </a:lnTo>
                <a:close/>
              </a:path>
              <a:path w="564514" h="96519">
                <a:moveTo>
                  <a:pt x="287820" y="94830"/>
                </a:moveTo>
                <a:lnTo>
                  <a:pt x="287680" y="77508"/>
                </a:lnTo>
                <a:lnTo>
                  <a:pt x="236804" y="77508"/>
                </a:lnTo>
                <a:lnTo>
                  <a:pt x="236804" y="55816"/>
                </a:lnTo>
                <a:lnTo>
                  <a:pt x="280352" y="55943"/>
                </a:lnTo>
                <a:lnTo>
                  <a:pt x="280352" y="39293"/>
                </a:lnTo>
                <a:lnTo>
                  <a:pt x="236804" y="39166"/>
                </a:lnTo>
                <a:lnTo>
                  <a:pt x="236804" y="18910"/>
                </a:lnTo>
                <a:lnTo>
                  <a:pt x="286080" y="18910"/>
                </a:lnTo>
                <a:lnTo>
                  <a:pt x="285813" y="1600"/>
                </a:lnTo>
                <a:lnTo>
                  <a:pt x="215633" y="1600"/>
                </a:lnTo>
                <a:lnTo>
                  <a:pt x="215633" y="94830"/>
                </a:lnTo>
                <a:lnTo>
                  <a:pt x="235343" y="94830"/>
                </a:lnTo>
                <a:lnTo>
                  <a:pt x="287820" y="94830"/>
                </a:lnTo>
                <a:close/>
              </a:path>
              <a:path w="564514" h="96519">
                <a:moveTo>
                  <a:pt x="390512" y="1600"/>
                </a:moveTo>
                <a:lnTo>
                  <a:pt x="369201" y="1600"/>
                </a:lnTo>
                <a:lnTo>
                  <a:pt x="369201" y="58153"/>
                </a:lnTo>
                <a:lnTo>
                  <a:pt x="322846" y="1600"/>
                </a:lnTo>
                <a:lnTo>
                  <a:pt x="305003" y="1600"/>
                </a:lnTo>
                <a:lnTo>
                  <a:pt x="305003" y="94830"/>
                </a:lnTo>
                <a:lnTo>
                  <a:pt x="317652" y="94830"/>
                </a:lnTo>
                <a:lnTo>
                  <a:pt x="326313" y="94830"/>
                </a:lnTo>
                <a:lnTo>
                  <a:pt x="326313" y="38252"/>
                </a:lnTo>
                <a:lnTo>
                  <a:pt x="369201" y="90462"/>
                </a:lnTo>
                <a:lnTo>
                  <a:pt x="372795" y="94830"/>
                </a:lnTo>
                <a:lnTo>
                  <a:pt x="377863" y="94830"/>
                </a:lnTo>
                <a:lnTo>
                  <a:pt x="390512" y="94830"/>
                </a:lnTo>
                <a:lnTo>
                  <a:pt x="390512" y="1600"/>
                </a:lnTo>
                <a:close/>
              </a:path>
              <a:path w="564514" h="96519">
                <a:moveTo>
                  <a:pt x="482866" y="1600"/>
                </a:moveTo>
                <a:lnTo>
                  <a:pt x="453656" y="1600"/>
                </a:lnTo>
                <a:lnTo>
                  <a:pt x="432066" y="1600"/>
                </a:lnTo>
                <a:lnTo>
                  <a:pt x="401586" y="1600"/>
                </a:lnTo>
                <a:lnTo>
                  <a:pt x="401586" y="19177"/>
                </a:lnTo>
                <a:lnTo>
                  <a:pt x="432066" y="19177"/>
                </a:lnTo>
                <a:lnTo>
                  <a:pt x="432066" y="94830"/>
                </a:lnTo>
                <a:lnTo>
                  <a:pt x="453656" y="94830"/>
                </a:lnTo>
                <a:lnTo>
                  <a:pt x="453656" y="19177"/>
                </a:lnTo>
                <a:lnTo>
                  <a:pt x="482866" y="19177"/>
                </a:lnTo>
                <a:lnTo>
                  <a:pt x="482866" y="1600"/>
                </a:lnTo>
                <a:close/>
              </a:path>
              <a:path w="564514" h="96519">
                <a:moveTo>
                  <a:pt x="564476" y="62636"/>
                </a:moveTo>
                <a:lnTo>
                  <a:pt x="527646" y="39065"/>
                </a:lnTo>
                <a:lnTo>
                  <a:pt x="517728" y="36398"/>
                </a:lnTo>
                <a:lnTo>
                  <a:pt x="515150" y="35217"/>
                </a:lnTo>
                <a:lnTo>
                  <a:pt x="511251" y="32283"/>
                </a:lnTo>
                <a:lnTo>
                  <a:pt x="510273" y="30365"/>
                </a:lnTo>
                <a:lnTo>
                  <a:pt x="510273" y="25920"/>
                </a:lnTo>
                <a:lnTo>
                  <a:pt x="523811" y="17310"/>
                </a:lnTo>
                <a:lnTo>
                  <a:pt x="532155" y="17310"/>
                </a:lnTo>
                <a:lnTo>
                  <a:pt x="536409" y="17907"/>
                </a:lnTo>
                <a:lnTo>
                  <a:pt x="545122" y="20307"/>
                </a:lnTo>
                <a:lnTo>
                  <a:pt x="549465" y="22148"/>
                </a:lnTo>
                <a:lnTo>
                  <a:pt x="553821" y="24625"/>
                </a:lnTo>
                <a:lnTo>
                  <a:pt x="560476" y="8255"/>
                </a:lnTo>
                <a:lnTo>
                  <a:pt x="556133" y="5499"/>
                </a:lnTo>
                <a:lnTo>
                  <a:pt x="551116" y="3429"/>
                </a:lnTo>
                <a:lnTo>
                  <a:pt x="539750" y="685"/>
                </a:lnTo>
                <a:lnTo>
                  <a:pt x="533971" y="0"/>
                </a:lnTo>
                <a:lnTo>
                  <a:pt x="519328" y="0"/>
                </a:lnTo>
                <a:lnTo>
                  <a:pt x="488823" y="23698"/>
                </a:lnTo>
                <a:lnTo>
                  <a:pt x="488823" y="33997"/>
                </a:lnTo>
                <a:lnTo>
                  <a:pt x="525653" y="57772"/>
                </a:lnTo>
                <a:lnTo>
                  <a:pt x="535571" y="60528"/>
                </a:lnTo>
                <a:lnTo>
                  <a:pt x="538149" y="61722"/>
                </a:lnTo>
                <a:lnTo>
                  <a:pt x="542048" y="64655"/>
                </a:lnTo>
                <a:lnTo>
                  <a:pt x="543026" y="66636"/>
                </a:lnTo>
                <a:lnTo>
                  <a:pt x="543026" y="71069"/>
                </a:lnTo>
                <a:lnTo>
                  <a:pt x="529310" y="79108"/>
                </a:lnTo>
                <a:lnTo>
                  <a:pt x="519455" y="79108"/>
                </a:lnTo>
                <a:lnTo>
                  <a:pt x="513930" y="78193"/>
                </a:lnTo>
                <a:lnTo>
                  <a:pt x="503008" y="74561"/>
                </a:lnTo>
                <a:lnTo>
                  <a:pt x="498271" y="72224"/>
                </a:lnTo>
                <a:lnTo>
                  <a:pt x="494284" y="69380"/>
                </a:lnTo>
                <a:lnTo>
                  <a:pt x="486956" y="85636"/>
                </a:lnTo>
                <a:lnTo>
                  <a:pt x="491134" y="88823"/>
                </a:lnTo>
                <a:lnTo>
                  <a:pt x="496633" y="91427"/>
                </a:lnTo>
                <a:lnTo>
                  <a:pt x="510311" y="95415"/>
                </a:lnTo>
                <a:lnTo>
                  <a:pt x="517461" y="96418"/>
                </a:lnTo>
                <a:lnTo>
                  <a:pt x="524916" y="96418"/>
                </a:lnTo>
                <a:lnTo>
                  <a:pt x="533793" y="96418"/>
                </a:lnTo>
                <a:lnTo>
                  <a:pt x="564476" y="72758"/>
                </a:lnTo>
                <a:lnTo>
                  <a:pt x="564476" y="62636"/>
                </a:lnTo>
                <a:close/>
              </a:path>
            </a:pathLst>
          </a:custGeom>
          <a:solidFill>
            <a:srgbClr val="0FB88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7595647" y="694874"/>
            <a:ext cx="266700" cy="183515"/>
            <a:chOff x="7595647" y="694874"/>
            <a:chExt cx="266700" cy="183515"/>
          </a:xfrm>
        </p:grpSpPr>
        <p:sp>
          <p:nvSpPr>
            <p:cNvPr id="11" name="object 11" descr=""/>
            <p:cNvSpPr/>
            <p:nvPr/>
          </p:nvSpPr>
          <p:spPr>
            <a:xfrm>
              <a:off x="7599832" y="699084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258064" y="149529"/>
                  </a:moveTo>
                  <a:lnTo>
                    <a:pt x="258064" y="25260"/>
                  </a:lnTo>
                  <a:lnTo>
                    <a:pt x="257302" y="21551"/>
                  </a:lnTo>
                  <a:lnTo>
                    <a:pt x="232765" y="0"/>
                  </a:lnTo>
                  <a:lnTo>
                    <a:pt x="25272" y="0"/>
                  </a:lnTo>
                  <a:lnTo>
                    <a:pt x="0" y="25260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73" y="174802"/>
                  </a:lnTo>
                  <a:lnTo>
                    <a:pt x="232765" y="174802"/>
                  </a:lnTo>
                  <a:lnTo>
                    <a:pt x="257302" y="153238"/>
                  </a:lnTo>
                  <a:lnTo>
                    <a:pt x="258064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599807" y="699033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47"/>
                  </a:lnTo>
                  <a:lnTo>
                    <a:pt x="21551" y="749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8917" y="0"/>
                  </a:lnTo>
                  <a:lnTo>
                    <a:pt x="232778" y="0"/>
                  </a:lnTo>
                  <a:lnTo>
                    <a:pt x="236499" y="749"/>
                  </a:lnTo>
                  <a:lnTo>
                    <a:pt x="240055" y="2247"/>
                  </a:lnTo>
                  <a:lnTo>
                    <a:pt x="243636" y="3657"/>
                  </a:lnTo>
                  <a:lnTo>
                    <a:pt x="258051" y="25298"/>
                  </a:lnTo>
                  <a:lnTo>
                    <a:pt x="258051" y="29133"/>
                  </a:lnTo>
                  <a:lnTo>
                    <a:pt x="258051" y="145669"/>
                  </a:lnTo>
                  <a:lnTo>
                    <a:pt x="258051" y="149504"/>
                  </a:lnTo>
                  <a:lnTo>
                    <a:pt x="257302" y="153238"/>
                  </a:lnTo>
                  <a:lnTo>
                    <a:pt x="255828" y="156819"/>
                  </a:lnTo>
                  <a:lnTo>
                    <a:pt x="254355" y="160401"/>
                  </a:lnTo>
                  <a:lnTo>
                    <a:pt x="252247" y="163563"/>
                  </a:lnTo>
                  <a:lnTo>
                    <a:pt x="249516" y="166230"/>
                  </a:lnTo>
                  <a:lnTo>
                    <a:pt x="246786" y="168973"/>
                  </a:lnTo>
                  <a:lnTo>
                    <a:pt x="243636" y="171145"/>
                  </a:lnTo>
                  <a:lnTo>
                    <a:pt x="240055" y="172554"/>
                  </a:lnTo>
                  <a:lnTo>
                    <a:pt x="236499" y="174053"/>
                  </a:lnTo>
                  <a:lnTo>
                    <a:pt x="232778" y="174802"/>
                  </a:lnTo>
                  <a:lnTo>
                    <a:pt x="228917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145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63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38"/>
                  </a:lnTo>
                  <a:lnTo>
                    <a:pt x="0" y="149504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75092" y="755408"/>
              <a:ext cx="112395" cy="64376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7928616" y="694874"/>
            <a:ext cx="274955" cy="183515"/>
            <a:chOff x="7928616" y="694874"/>
            <a:chExt cx="274955" cy="183515"/>
          </a:xfrm>
        </p:grpSpPr>
        <p:sp>
          <p:nvSpPr>
            <p:cNvPr id="15" name="object 15" descr=""/>
            <p:cNvSpPr/>
            <p:nvPr/>
          </p:nvSpPr>
          <p:spPr>
            <a:xfrm>
              <a:off x="7932800" y="699084"/>
              <a:ext cx="266700" cy="175260"/>
            </a:xfrm>
            <a:custGeom>
              <a:avLst/>
              <a:gdLst/>
              <a:ahLst/>
              <a:cxnLst/>
              <a:rect l="l" t="t" r="r" b="b"/>
              <a:pathLst>
                <a:path w="266700" h="175259">
                  <a:moveTo>
                    <a:pt x="266395" y="149529"/>
                  </a:moveTo>
                  <a:lnTo>
                    <a:pt x="266395" y="25260"/>
                  </a:lnTo>
                  <a:lnTo>
                    <a:pt x="265633" y="21551"/>
                  </a:lnTo>
                  <a:lnTo>
                    <a:pt x="241096" y="0"/>
                  </a:lnTo>
                  <a:lnTo>
                    <a:pt x="25298" y="0"/>
                  </a:lnTo>
                  <a:lnTo>
                    <a:pt x="0" y="25260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98" y="174802"/>
                  </a:lnTo>
                  <a:lnTo>
                    <a:pt x="241096" y="174802"/>
                  </a:lnTo>
                  <a:lnTo>
                    <a:pt x="265633" y="153238"/>
                  </a:lnTo>
                  <a:lnTo>
                    <a:pt x="266395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932775" y="699033"/>
              <a:ext cx="266700" cy="175260"/>
            </a:xfrm>
            <a:custGeom>
              <a:avLst/>
              <a:gdLst/>
              <a:ahLst/>
              <a:cxnLst/>
              <a:rect l="l" t="t" r="r" b="b"/>
              <a:pathLst>
                <a:path w="266700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47"/>
                  </a:lnTo>
                  <a:lnTo>
                    <a:pt x="21551" y="749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37236" y="0"/>
                  </a:lnTo>
                  <a:lnTo>
                    <a:pt x="241096" y="0"/>
                  </a:lnTo>
                  <a:lnTo>
                    <a:pt x="244817" y="749"/>
                  </a:lnTo>
                  <a:lnTo>
                    <a:pt x="248386" y="2247"/>
                  </a:lnTo>
                  <a:lnTo>
                    <a:pt x="251955" y="3657"/>
                  </a:lnTo>
                  <a:lnTo>
                    <a:pt x="264147" y="17970"/>
                  </a:lnTo>
                  <a:lnTo>
                    <a:pt x="265633" y="21551"/>
                  </a:lnTo>
                  <a:lnTo>
                    <a:pt x="266369" y="25298"/>
                  </a:lnTo>
                  <a:lnTo>
                    <a:pt x="266369" y="29133"/>
                  </a:lnTo>
                  <a:lnTo>
                    <a:pt x="266369" y="145669"/>
                  </a:lnTo>
                  <a:lnTo>
                    <a:pt x="266369" y="149504"/>
                  </a:lnTo>
                  <a:lnTo>
                    <a:pt x="265633" y="153238"/>
                  </a:lnTo>
                  <a:lnTo>
                    <a:pt x="264147" y="156819"/>
                  </a:lnTo>
                  <a:lnTo>
                    <a:pt x="262674" y="160401"/>
                  </a:lnTo>
                  <a:lnTo>
                    <a:pt x="260565" y="163563"/>
                  </a:lnTo>
                  <a:lnTo>
                    <a:pt x="257835" y="166230"/>
                  </a:lnTo>
                  <a:lnTo>
                    <a:pt x="255104" y="168973"/>
                  </a:lnTo>
                  <a:lnTo>
                    <a:pt x="251955" y="171145"/>
                  </a:lnTo>
                  <a:lnTo>
                    <a:pt x="248386" y="172554"/>
                  </a:lnTo>
                  <a:lnTo>
                    <a:pt x="244817" y="174053"/>
                  </a:lnTo>
                  <a:lnTo>
                    <a:pt x="241096" y="174802"/>
                  </a:lnTo>
                  <a:lnTo>
                    <a:pt x="237236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145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63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38"/>
                  </a:lnTo>
                  <a:lnTo>
                    <a:pt x="0" y="149504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12353" y="755408"/>
              <a:ext cx="108584" cy="64376"/>
            </a:xfrm>
            <a:prstGeom prst="rect">
              <a:avLst/>
            </a:prstGeom>
          </p:spPr>
        </p:pic>
      </p:grpSp>
      <p:grpSp>
        <p:nvGrpSpPr>
          <p:cNvPr id="18" name="object 18" descr=""/>
          <p:cNvGrpSpPr/>
          <p:nvPr/>
        </p:nvGrpSpPr>
        <p:grpSpPr>
          <a:xfrm>
            <a:off x="8269903" y="694874"/>
            <a:ext cx="258445" cy="183515"/>
            <a:chOff x="8269903" y="694874"/>
            <a:chExt cx="258445" cy="183515"/>
          </a:xfrm>
        </p:grpSpPr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74101" y="699084"/>
              <a:ext cx="249707" cy="174802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8274062" y="699033"/>
              <a:ext cx="250190" cy="175260"/>
            </a:xfrm>
            <a:custGeom>
              <a:avLst/>
              <a:gdLst/>
              <a:ahLst/>
              <a:cxnLst/>
              <a:rect l="l" t="t" r="r" b="b"/>
              <a:pathLst>
                <a:path w="250190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47"/>
                  </a:lnTo>
                  <a:lnTo>
                    <a:pt x="21551" y="749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0586" y="0"/>
                  </a:lnTo>
                  <a:lnTo>
                    <a:pt x="224447" y="0"/>
                  </a:lnTo>
                  <a:lnTo>
                    <a:pt x="228168" y="749"/>
                  </a:lnTo>
                  <a:lnTo>
                    <a:pt x="231736" y="2247"/>
                  </a:lnTo>
                  <a:lnTo>
                    <a:pt x="235305" y="3657"/>
                  </a:lnTo>
                  <a:lnTo>
                    <a:pt x="247497" y="17970"/>
                  </a:lnTo>
                  <a:lnTo>
                    <a:pt x="248983" y="21551"/>
                  </a:lnTo>
                  <a:lnTo>
                    <a:pt x="249720" y="25298"/>
                  </a:lnTo>
                  <a:lnTo>
                    <a:pt x="249720" y="29133"/>
                  </a:lnTo>
                  <a:lnTo>
                    <a:pt x="249720" y="145669"/>
                  </a:lnTo>
                  <a:lnTo>
                    <a:pt x="249720" y="149504"/>
                  </a:lnTo>
                  <a:lnTo>
                    <a:pt x="248983" y="153238"/>
                  </a:lnTo>
                  <a:lnTo>
                    <a:pt x="247497" y="156819"/>
                  </a:lnTo>
                  <a:lnTo>
                    <a:pt x="246024" y="160401"/>
                  </a:lnTo>
                  <a:lnTo>
                    <a:pt x="243916" y="163563"/>
                  </a:lnTo>
                  <a:lnTo>
                    <a:pt x="241198" y="166230"/>
                  </a:lnTo>
                  <a:lnTo>
                    <a:pt x="238455" y="168973"/>
                  </a:lnTo>
                  <a:lnTo>
                    <a:pt x="235305" y="171145"/>
                  </a:lnTo>
                  <a:lnTo>
                    <a:pt x="231736" y="172554"/>
                  </a:lnTo>
                  <a:lnTo>
                    <a:pt x="228168" y="174053"/>
                  </a:lnTo>
                  <a:lnTo>
                    <a:pt x="224447" y="174802"/>
                  </a:lnTo>
                  <a:lnTo>
                    <a:pt x="220586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145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63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38"/>
                  </a:lnTo>
                  <a:lnTo>
                    <a:pt x="0" y="149504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50529" y="754405"/>
              <a:ext cx="95783" cy="66294"/>
            </a:xfrm>
            <a:prstGeom prst="rect">
              <a:avLst/>
            </a:prstGeom>
          </p:spPr>
        </p:pic>
      </p:grpSp>
      <p:grpSp>
        <p:nvGrpSpPr>
          <p:cNvPr id="22" name="object 22" descr=""/>
          <p:cNvGrpSpPr/>
          <p:nvPr/>
        </p:nvGrpSpPr>
        <p:grpSpPr>
          <a:xfrm>
            <a:off x="8594553" y="694874"/>
            <a:ext cx="266700" cy="183515"/>
            <a:chOff x="8594553" y="694874"/>
            <a:chExt cx="266700" cy="183515"/>
          </a:xfrm>
        </p:grpSpPr>
        <p:sp>
          <p:nvSpPr>
            <p:cNvPr id="23" name="object 23" descr=""/>
            <p:cNvSpPr/>
            <p:nvPr/>
          </p:nvSpPr>
          <p:spPr>
            <a:xfrm>
              <a:off x="8598712" y="699084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258089" y="149529"/>
                  </a:moveTo>
                  <a:lnTo>
                    <a:pt x="258089" y="25260"/>
                  </a:lnTo>
                  <a:lnTo>
                    <a:pt x="257327" y="21551"/>
                  </a:lnTo>
                  <a:lnTo>
                    <a:pt x="232790" y="0"/>
                  </a:lnTo>
                  <a:lnTo>
                    <a:pt x="25298" y="0"/>
                  </a:lnTo>
                  <a:lnTo>
                    <a:pt x="0" y="25260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98" y="174802"/>
                  </a:lnTo>
                  <a:lnTo>
                    <a:pt x="232790" y="174802"/>
                  </a:lnTo>
                  <a:lnTo>
                    <a:pt x="257327" y="153238"/>
                  </a:lnTo>
                  <a:lnTo>
                    <a:pt x="258089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598712" y="699033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47"/>
                  </a:lnTo>
                  <a:lnTo>
                    <a:pt x="21551" y="749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8917" y="0"/>
                  </a:lnTo>
                  <a:lnTo>
                    <a:pt x="232740" y="0"/>
                  </a:lnTo>
                  <a:lnTo>
                    <a:pt x="236486" y="749"/>
                  </a:lnTo>
                  <a:lnTo>
                    <a:pt x="240068" y="2247"/>
                  </a:lnTo>
                  <a:lnTo>
                    <a:pt x="243649" y="3657"/>
                  </a:lnTo>
                  <a:lnTo>
                    <a:pt x="255803" y="17970"/>
                  </a:lnTo>
                  <a:lnTo>
                    <a:pt x="257302" y="21551"/>
                  </a:lnTo>
                  <a:lnTo>
                    <a:pt x="258051" y="25298"/>
                  </a:lnTo>
                  <a:lnTo>
                    <a:pt x="258051" y="29133"/>
                  </a:lnTo>
                  <a:lnTo>
                    <a:pt x="258051" y="145669"/>
                  </a:lnTo>
                  <a:lnTo>
                    <a:pt x="258051" y="149504"/>
                  </a:lnTo>
                  <a:lnTo>
                    <a:pt x="257302" y="153238"/>
                  </a:lnTo>
                  <a:lnTo>
                    <a:pt x="255803" y="156819"/>
                  </a:lnTo>
                  <a:lnTo>
                    <a:pt x="254381" y="160401"/>
                  </a:lnTo>
                  <a:lnTo>
                    <a:pt x="252222" y="163563"/>
                  </a:lnTo>
                  <a:lnTo>
                    <a:pt x="249478" y="166230"/>
                  </a:lnTo>
                  <a:lnTo>
                    <a:pt x="246811" y="168973"/>
                  </a:lnTo>
                  <a:lnTo>
                    <a:pt x="243649" y="171145"/>
                  </a:lnTo>
                  <a:lnTo>
                    <a:pt x="240068" y="172554"/>
                  </a:lnTo>
                  <a:lnTo>
                    <a:pt x="236486" y="174053"/>
                  </a:lnTo>
                  <a:lnTo>
                    <a:pt x="232740" y="174802"/>
                  </a:lnTo>
                  <a:lnTo>
                    <a:pt x="228917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145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63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38"/>
                  </a:lnTo>
                  <a:lnTo>
                    <a:pt x="0" y="149504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2550" y="755408"/>
              <a:ext cx="108585" cy="65290"/>
            </a:xfrm>
            <a:prstGeom prst="rect">
              <a:avLst/>
            </a:prstGeom>
          </p:spPr>
        </p:pic>
      </p:grpSp>
      <p:grpSp>
        <p:nvGrpSpPr>
          <p:cNvPr id="26" name="object 26" descr=""/>
          <p:cNvGrpSpPr/>
          <p:nvPr/>
        </p:nvGrpSpPr>
        <p:grpSpPr>
          <a:xfrm>
            <a:off x="8927522" y="694874"/>
            <a:ext cx="283210" cy="183515"/>
            <a:chOff x="8927522" y="694874"/>
            <a:chExt cx="283210" cy="183515"/>
          </a:xfrm>
        </p:grpSpPr>
        <p:sp>
          <p:nvSpPr>
            <p:cNvPr id="27" name="object 27" descr=""/>
            <p:cNvSpPr/>
            <p:nvPr/>
          </p:nvSpPr>
          <p:spPr>
            <a:xfrm>
              <a:off x="8931707" y="699084"/>
              <a:ext cx="274955" cy="175260"/>
            </a:xfrm>
            <a:custGeom>
              <a:avLst/>
              <a:gdLst/>
              <a:ahLst/>
              <a:cxnLst/>
              <a:rect l="l" t="t" r="r" b="b"/>
              <a:pathLst>
                <a:path w="274954" h="175259">
                  <a:moveTo>
                    <a:pt x="274701" y="149529"/>
                  </a:moveTo>
                  <a:lnTo>
                    <a:pt x="274701" y="25260"/>
                  </a:lnTo>
                  <a:lnTo>
                    <a:pt x="273939" y="21551"/>
                  </a:lnTo>
                  <a:lnTo>
                    <a:pt x="249402" y="0"/>
                  </a:lnTo>
                  <a:lnTo>
                    <a:pt x="25222" y="0"/>
                  </a:lnTo>
                  <a:lnTo>
                    <a:pt x="0" y="25260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22" y="174802"/>
                  </a:lnTo>
                  <a:lnTo>
                    <a:pt x="249402" y="174802"/>
                  </a:lnTo>
                  <a:lnTo>
                    <a:pt x="273939" y="153238"/>
                  </a:lnTo>
                  <a:lnTo>
                    <a:pt x="274701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8931681" y="699033"/>
              <a:ext cx="274955" cy="175260"/>
            </a:xfrm>
            <a:custGeom>
              <a:avLst/>
              <a:gdLst/>
              <a:ahLst/>
              <a:cxnLst/>
              <a:rect l="l" t="t" r="r" b="b"/>
              <a:pathLst>
                <a:path w="274954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49" y="21551"/>
                  </a:lnTo>
                  <a:lnTo>
                    <a:pt x="2247" y="17970"/>
                  </a:lnTo>
                  <a:lnTo>
                    <a:pt x="3657" y="14401"/>
                  </a:lnTo>
                  <a:lnTo>
                    <a:pt x="17983" y="2247"/>
                  </a:lnTo>
                  <a:lnTo>
                    <a:pt x="21564" y="749"/>
                  </a:lnTo>
                  <a:lnTo>
                    <a:pt x="25298" y="0"/>
                  </a:lnTo>
                  <a:lnTo>
                    <a:pt x="29133" y="0"/>
                  </a:lnTo>
                  <a:lnTo>
                    <a:pt x="245567" y="0"/>
                  </a:lnTo>
                  <a:lnTo>
                    <a:pt x="249389" y="0"/>
                  </a:lnTo>
                  <a:lnTo>
                    <a:pt x="253136" y="749"/>
                  </a:lnTo>
                  <a:lnTo>
                    <a:pt x="256717" y="2247"/>
                  </a:lnTo>
                  <a:lnTo>
                    <a:pt x="260299" y="3657"/>
                  </a:lnTo>
                  <a:lnTo>
                    <a:pt x="272453" y="17970"/>
                  </a:lnTo>
                  <a:lnTo>
                    <a:pt x="273951" y="21551"/>
                  </a:lnTo>
                  <a:lnTo>
                    <a:pt x="274701" y="25298"/>
                  </a:lnTo>
                  <a:lnTo>
                    <a:pt x="274701" y="29133"/>
                  </a:lnTo>
                  <a:lnTo>
                    <a:pt x="274701" y="145669"/>
                  </a:lnTo>
                  <a:lnTo>
                    <a:pt x="274701" y="149504"/>
                  </a:lnTo>
                  <a:lnTo>
                    <a:pt x="273951" y="153238"/>
                  </a:lnTo>
                  <a:lnTo>
                    <a:pt x="272453" y="156819"/>
                  </a:lnTo>
                  <a:lnTo>
                    <a:pt x="271030" y="160401"/>
                  </a:lnTo>
                  <a:lnTo>
                    <a:pt x="268871" y="163563"/>
                  </a:lnTo>
                  <a:lnTo>
                    <a:pt x="266128" y="166230"/>
                  </a:lnTo>
                  <a:lnTo>
                    <a:pt x="263461" y="168973"/>
                  </a:lnTo>
                  <a:lnTo>
                    <a:pt x="260299" y="171145"/>
                  </a:lnTo>
                  <a:lnTo>
                    <a:pt x="256717" y="172554"/>
                  </a:lnTo>
                  <a:lnTo>
                    <a:pt x="253136" y="174053"/>
                  </a:lnTo>
                  <a:lnTo>
                    <a:pt x="249389" y="174802"/>
                  </a:lnTo>
                  <a:lnTo>
                    <a:pt x="245567" y="174802"/>
                  </a:lnTo>
                  <a:lnTo>
                    <a:pt x="29133" y="174802"/>
                  </a:lnTo>
                  <a:lnTo>
                    <a:pt x="25298" y="174802"/>
                  </a:lnTo>
                  <a:lnTo>
                    <a:pt x="21564" y="174053"/>
                  </a:lnTo>
                  <a:lnTo>
                    <a:pt x="17983" y="172554"/>
                  </a:lnTo>
                  <a:lnTo>
                    <a:pt x="14401" y="171145"/>
                  </a:lnTo>
                  <a:lnTo>
                    <a:pt x="11239" y="168973"/>
                  </a:lnTo>
                  <a:lnTo>
                    <a:pt x="8572" y="166230"/>
                  </a:lnTo>
                  <a:lnTo>
                    <a:pt x="5829" y="163563"/>
                  </a:lnTo>
                  <a:lnTo>
                    <a:pt x="3657" y="160401"/>
                  </a:lnTo>
                  <a:lnTo>
                    <a:pt x="2247" y="156819"/>
                  </a:lnTo>
                  <a:lnTo>
                    <a:pt x="749" y="153238"/>
                  </a:lnTo>
                  <a:lnTo>
                    <a:pt x="0" y="149504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009964" y="755408"/>
              <a:ext cx="120015" cy="64376"/>
            </a:xfrm>
            <a:prstGeom prst="rect">
              <a:avLst/>
            </a:prstGeom>
          </p:spPr>
        </p:pic>
      </p:grpSp>
      <p:sp>
        <p:nvSpPr>
          <p:cNvPr id="30" name="object 30" descr=""/>
          <p:cNvSpPr txBox="1"/>
          <p:nvPr/>
        </p:nvSpPr>
        <p:spPr>
          <a:xfrm>
            <a:off x="848702" y="1140335"/>
            <a:ext cx="308610" cy="3949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>
                <a:solidFill>
                  <a:srgbClr val="0FB880"/>
                </a:solidFill>
                <a:latin typeface="Arial Narrow"/>
                <a:cs typeface="Arial Narrow"/>
              </a:rPr>
              <a:t> </a:t>
            </a:r>
            <a:endParaRPr sz="2400">
              <a:latin typeface="Arial Narrow"/>
              <a:cs typeface="Arial Narrow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1263624" y="1262621"/>
            <a:ext cx="909955" cy="255904"/>
            <a:chOff x="1263624" y="1262621"/>
            <a:chExt cx="909955" cy="255904"/>
          </a:xfrm>
        </p:grpSpPr>
        <p:pic>
          <p:nvPicPr>
            <p:cNvPr id="32" name="object 3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63624" y="1262621"/>
              <a:ext cx="344436" cy="200456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1642021" y="1304797"/>
              <a:ext cx="531495" cy="213995"/>
            </a:xfrm>
            <a:custGeom>
              <a:avLst/>
              <a:gdLst/>
              <a:ahLst/>
              <a:cxnLst/>
              <a:rect l="l" t="t" r="r" b="b"/>
              <a:pathLst>
                <a:path w="531494" h="213994">
                  <a:moveTo>
                    <a:pt x="171792" y="79248"/>
                  </a:moveTo>
                  <a:lnTo>
                    <a:pt x="161747" y="37223"/>
                  </a:lnTo>
                  <a:lnTo>
                    <a:pt x="134581" y="9766"/>
                  </a:lnTo>
                  <a:lnTo>
                    <a:pt x="117449" y="2768"/>
                  </a:lnTo>
                  <a:lnTo>
                    <a:pt x="117449" y="71513"/>
                  </a:lnTo>
                  <a:lnTo>
                    <a:pt x="117449" y="86982"/>
                  </a:lnTo>
                  <a:lnTo>
                    <a:pt x="91224" y="115760"/>
                  </a:lnTo>
                  <a:lnTo>
                    <a:pt x="79146" y="115760"/>
                  </a:lnTo>
                  <a:lnTo>
                    <a:pt x="53771" y="90817"/>
                  </a:lnTo>
                  <a:lnTo>
                    <a:pt x="53771" y="130200"/>
                  </a:lnTo>
                  <a:lnTo>
                    <a:pt x="51219" y="84340"/>
                  </a:lnTo>
                  <a:lnTo>
                    <a:pt x="52933" y="115062"/>
                  </a:lnTo>
                  <a:lnTo>
                    <a:pt x="53771" y="130200"/>
                  </a:lnTo>
                  <a:lnTo>
                    <a:pt x="53771" y="90817"/>
                  </a:lnTo>
                  <a:lnTo>
                    <a:pt x="52933" y="86982"/>
                  </a:lnTo>
                  <a:lnTo>
                    <a:pt x="52933" y="71513"/>
                  </a:lnTo>
                  <a:lnTo>
                    <a:pt x="79146" y="42735"/>
                  </a:lnTo>
                  <a:lnTo>
                    <a:pt x="91224" y="42735"/>
                  </a:lnTo>
                  <a:lnTo>
                    <a:pt x="96507" y="44132"/>
                  </a:lnTo>
                  <a:lnTo>
                    <a:pt x="96647" y="44157"/>
                  </a:lnTo>
                  <a:lnTo>
                    <a:pt x="106273" y="49809"/>
                  </a:lnTo>
                  <a:lnTo>
                    <a:pt x="110134" y="53962"/>
                  </a:lnTo>
                  <a:lnTo>
                    <a:pt x="115989" y="64909"/>
                  </a:lnTo>
                  <a:lnTo>
                    <a:pt x="117449" y="71513"/>
                  </a:lnTo>
                  <a:lnTo>
                    <a:pt x="117449" y="2768"/>
                  </a:lnTo>
                  <a:lnTo>
                    <a:pt x="116497" y="2451"/>
                  </a:lnTo>
                  <a:lnTo>
                    <a:pt x="106743" y="622"/>
                  </a:lnTo>
                  <a:lnTo>
                    <a:pt x="96647" y="12"/>
                  </a:lnTo>
                  <a:lnTo>
                    <a:pt x="96507" y="0"/>
                  </a:lnTo>
                  <a:lnTo>
                    <a:pt x="87096" y="508"/>
                  </a:lnTo>
                  <a:lnTo>
                    <a:pt x="86601" y="533"/>
                  </a:lnTo>
                  <a:lnTo>
                    <a:pt x="77584" y="2133"/>
                  </a:lnTo>
                  <a:lnTo>
                    <a:pt x="69418" y="4787"/>
                  </a:lnTo>
                  <a:lnTo>
                    <a:pt x="62128" y="8496"/>
                  </a:lnTo>
                  <a:lnTo>
                    <a:pt x="55689" y="13296"/>
                  </a:lnTo>
                  <a:lnTo>
                    <a:pt x="51231" y="18046"/>
                  </a:lnTo>
                  <a:lnTo>
                    <a:pt x="51231" y="2552"/>
                  </a:lnTo>
                  <a:lnTo>
                    <a:pt x="0" y="2552"/>
                  </a:lnTo>
                  <a:lnTo>
                    <a:pt x="0" y="210858"/>
                  </a:lnTo>
                  <a:lnTo>
                    <a:pt x="34810" y="210858"/>
                  </a:lnTo>
                  <a:lnTo>
                    <a:pt x="53771" y="210858"/>
                  </a:lnTo>
                  <a:lnTo>
                    <a:pt x="53771" y="142049"/>
                  </a:lnTo>
                  <a:lnTo>
                    <a:pt x="56591" y="145008"/>
                  </a:lnTo>
                  <a:lnTo>
                    <a:pt x="63119" y="149860"/>
                  </a:lnTo>
                  <a:lnTo>
                    <a:pt x="96507" y="158496"/>
                  </a:lnTo>
                  <a:lnTo>
                    <a:pt x="106273" y="157924"/>
                  </a:lnTo>
                  <a:lnTo>
                    <a:pt x="106743" y="157899"/>
                  </a:lnTo>
                  <a:lnTo>
                    <a:pt x="115989" y="156184"/>
                  </a:lnTo>
                  <a:lnTo>
                    <a:pt x="116497" y="156095"/>
                  </a:lnTo>
                  <a:lnTo>
                    <a:pt x="117449" y="155790"/>
                  </a:lnTo>
                  <a:lnTo>
                    <a:pt x="156273" y="129819"/>
                  </a:lnTo>
                  <a:lnTo>
                    <a:pt x="171157" y="91020"/>
                  </a:lnTo>
                  <a:lnTo>
                    <a:pt x="171792" y="79248"/>
                  </a:lnTo>
                  <a:close/>
                </a:path>
                <a:path w="531494" h="213994">
                  <a:moveTo>
                    <a:pt x="337210" y="70751"/>
                  </a:moveTo>
                  <a:lnTo>
                    <a:pt x="325666" y="26898"/>
                  </a:lnTo>
                  <a:lnTo>
                    <a:pt x="291960" y="4279"/>
                  </a:lnTo>
                  <a:lnTo>
                    <a:pt x="258813" y="0"/>
                  </a:lnTo>
                  <a:lnTo>
                    <a:pt x="252882" y="190"/>
                  </a:lnTo>
                  <a:lnTo>
                    <a:pt x="213652" y="7251"/>
                  </a:lnTo>
                  <a:lnTo>
                    <a:pt x="191312" y="17741"/>
                  </a:lnTo>
                  <a:lnTo>
                    <a:pt x="191173" y="17818"/>
                  </a:lnTo>
                  <a:lnTo>
                    <a:pt x="209296" y="54343"/>
                  </a:lnTo>
                  <a:lnTo>
                    <a:pt x="214566" y="50190"/>
                  </a:lnTo>
                  <a:lnTo>
                    <a:pt x="220992" y="46926"/>
                  </a:lnTo>
                  <a:lnTo>
                    <a:pt x="236080" y="42214"/>
                  </a:lnTo>
                  <a:lnTo>
                    <a:pt x="243535" y="41033"/>
                  </a:lnTo>
                  <a:lnTo>
                    <a:pt x="252882" y="41148"/>
                  </a:lnTo>
                  <a:lnTo>
                    <a:pt x="283438" y="59143"/>
                  </a:lnTo>
                  <a:lnTo>
                    <a:pt x="283438" y="65366"/>
                  </a:lnTo>
                  <a:lnTo>
                    <a:pt x="289102" y="65366"/>
                  </a:lnTo>
                  <a:lnTo>
                    <a:pt x="283438" y="65392"/>
                  </a:lnTo>
                  <a:lnTo>
                    <a:pt x="283438" y="93408"/>
                  </a:lnTo>
                  <a:lnTo>
                    <a:pt x="283438" y="106692"/>
                  </a:lnTo>
                  <a:lnTo>
                    <a:pt x="281178" y="112725"/>
                  </a:lnTo>
                  <a:lnTo>
                    <a:pt x="277647" y="117208"/>
                  </a:lnTo>
                  <a:lnTo>
                    <a:pt x="268020" y="123063"/>
                  </a:lnTo>
                  <a:lnTo>
                    <a:pt x="262686" y="124523"/>
                  </a:lnTo>
                  <a:lnTo>
                    <a:pt x="250609" y="124523"/>
                  </a:lnTo>
                  <a:lnTo>
                    <a:pt x="245706" y="123113"/>
                  </a:lnTo>
                  <a:lnTo>
                    <a:pt x="240665" y="119151"/>
                  </a:lnTo>
                  <a:lnTo>
                    <a:pt x="238493" y="117373"/>
                  </a:lnTo>
                  <a:lnTo>
                    <a:pt x="236740" y="113677"/>
                  </a:lnTo>
                  <a:lnTo>
                    <a:pt x="236740" y="104241"/>
                  </a:lnTo>
                  <a:lnTo>
                    <a:pt x="238493" y="100469"/>
                  </a:lnTo>
                  <a:lnTo>
                    <a:pt x="245465" y="94805"/>
                  </a:lnTo>
                  <a:lnTo>
                    <a:pt x="250609" y="93624"/>
                  </a:lnTo>
                  <a:lnTo>
                    <a:pt x="250901" y="93548"/>
                  </a:lnTo>
                  <a:lnTo>
                    <a:pt x="251383" y="93433"/>
                  </a:lnTo>
                  <a:lnTo>
                    <a:pt x="283438" y="93408"/>
                  </a:lnTo>
                  <a:lnTo>
                    <a:pt x="283438" y="65392"/>
                  </a:lnTo>
                  <a:lnTo>
                    <a:pt x="249758" y="65468"/>
                  </a:lnTo>
                  <a:lnTo>
                    <a:pt x="245706" y="65595"/>
                  </a:lnTo>
                  <a:lnTo>
                    <a:pt x="241833" y="65709"/>
                  </a:lnTo>
                  <a:lnTo>
                    <a:pt x="201041" y="77622"/>
                  </a:lnTo>
                  <a:lnTo>
                    <a:pt x="184658" y="111226"/>
                  </a:lnTo>
                  <a:lnTo>
                    <a:pt x="184658" y="120091"/>
                  </a:lnTo>
                  <a:lnTo>
                    <a:pt x="210705" y="152260"/>
                  </a:lnTo>
                  <a:lnTo>
                    <a:pt x="245706" y="158280"/>
                  </a:lnTo>
                  <a:lnTo>
                    <a:pt x="249758" y="158076"/>
                  </a:lnTo>
                  <a:lnTo>
                    <a:pt x="284530" y="140411"/>
                  </a:lnTo>
                  <a:lnTo>
                    <a:pt x="287121" y="135826"/>
                  </a:lnTo>
                  <a:lnTo>
                    <a:pt x="287121" y="155943"/>
                  </a:lnTo>
                  <a:lnTo>
                    <a:pt x="290804" y="155943"/>
                  </a:lnTo>
                  <a:lnTo>
                    <a:pt x="337210" y="155943"/>
                  </a:lnTo>
                  <a:lnTo>
                    <a:pt x="337210" y="70751"/>
                  </a:lnTo>
                  <a:close/>
                </a:path>
                <a:path w="531494" h="213994">
                  <a:moveTo>
                    <a:pt x="531469" y="2552"/>
                  </a:moveTo>
                  <a:lnTo>
                    <a:pt x="480250" y="2552"/>
                  </a:lnTo>
                  <a:lnTo>
                    <a:pt x="442341" y="96278"/>
                  </a:lnTo>
                  <a:lnTo>
                    <a:pt x="404685" y="2552"/>
                  </a:lnTo>
                  <a:lnTo>
                    <a:pt x="349491" y="2552"/>
                  </a:lnTo>
                  <a:lnTo>
                    <a:pt x="415290" y="158127"/>
                  </a:lnTo>
                  <a:lnTo>
                    <a:pt x="414401" y="160197"/>
                  </a:lnTo>
                  <a:lnTo>
                    <a:pt x="411480" y="164350"/>
                  </a:lnTo>
                  <a:lnTo>
                    <a:pt x="408076" y="166979"/>
                  </a:lnTo>
                  <a:lnTo>
                    <a:pt x="404685" y="169633"/>
                  </a:lnTo>
                  <a:lnTo>
                    <a:pt x="400062" y="170942"/>
                  </a:lnTo>
                  <a:lnTo>
                    <a:pt x="390067" y="170942"/>
                  </a:lnTo>
                  <a:lnTo>
                    <a:pt x="385864" y="170141"/>
                  </a:lnTo>
                  <a:lnTo>
                    <a:pt x="377367" y="166941"/>
                  </a:lnTo>
                  <a:lnTo>
                    <a:pt x="373646" y="164719"/>
                  </a:lnTo>
                  <a:lnTo>
                    <a:pt x="370446" y="161899"/>
                  </a:lnTo>
                  <a:lnTo>
                    <a:pt x="351751" y="199542"/>
                  </a:lnTo>
                  <a:lnTo>
                    <a:pt x="356857" y="203682"/>
                  </a:lnTo>
                  <a:lnTo>
                    <a:pt x="363512" y="207035"/>
                  </a:lnTo>
                  <a:lnTo>
                    <a:pt x="379920" y="212128"/>
                  </a:lnTo>
                  <a:lnTo>
                    <a:pt x="388086" y="213398"/>
                  </a:lnTo>
                  <a:lnTo>
                    <a:pt x="396189" y="213398"/>
                  </a:lnTo>
                  <a:lnTo>
                    <a:pt x="403656" y="213118"/>
                  </a:lnTo>
                  <a:lnTo>
                    <a:pt x="410794" y="212267"/>
                  </a:lnTo>
                  <a:lnTo>
                    <a:pt x="416852" y="211010"/>
                  </a:lnTo>
                  <a:lnTo>
                    <a:pt x="417131" y="210959"/>
                  </a:lnTo>
                  <a:lnTo>
                    <a:pt x="452005" y="187045"/>
                  </a:lnTo>
                  <a:lnTo>
                    <a:pt x="465251" y="162179"/>
                  </a:lnTo>
                  <a:lnTo>
                    <a:pt x="531469" y="2552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 descr=""/>
          <p:cNvGrpSpPr/>
          <p:nvPr/>
        </p:nvGrpSpPr>
        <p:grpSpPr>
          <a:xfrm>
            <a:off x="2262365" y="1250734"/>
            <a:ext cx="713105" cy="212725"/>
            <a:chOff x="2262365" y="1250734"/>
            <a:chExt cx="713105" cy="212725"/>
          </a:xfrm>
        </p:grpSpPr>
        <p:pic>
          <p:nvPicPr>
            <p:cNvPr id="35" name="object 3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62365" y="1262621"/>
              <a:ext cx="355269" cy="200672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42628" y="1250734"/>
              <a:ext cx="332536" cy="212343"/>
            </a:xfrm>
            <a:prstGeom prst="rect">
              <a:avLst/>
            </a:prstGeom>
          </p:spPr>
        </p:pic>
      </p:grpSp>
      <p:grpSp>
        <p:nvGrpSpPr>
          <p:cNvPr id="37" name="object 37" descr=""/>
          <p:cNvGrpSpPr/>
          <p:nvPr/>
        </p:nvGrpSpPr>
        <p:grpSpPr>
          <a:xfrm>
            <a:off x="3070275" y="1233195"/>
            <a:ext cx="1154430" cy="285115"/>
            <a:chOff x="3070275" y="1233195"/>
            <a:chExt cx="1154430" cy="285115"/>
          </a:xfrm>
        </p:grpSpPr>
        <p:pic>
          <p:nvPicPr>
            <p:cNvPr id="38" name="object 3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70275" y="1262621"/>
              <a:ext cx="230378" cy="198120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3270084" y="1233195"/>
              <a:ext cx="106045" cy="285115"/>
            </a:xfrm>
            <a:custGeom>
              <a:avLst/>
              <a:gdLst/>
              <a:ahLst/>
              <a:cxnLst/>
              <a:rect l="l" t="t" r="r" b="b"/>
              <a:pathLst>
                <a:path w="106045" h="285115">
                  <a:moveTo>
                    <a:pt x="99910" y="223596"/>
                  </a:moveTo>
                  <a:lnTo>
                    <a:pt x="99910" y="74155"/>
                  </a:lnTo>
                  <a:lnTo>
                    <a:pt x="46139" y="74155"/>
                  </a:lnTo>
                  <a:lnTo>
                    <a:pt x="46139" y="230289"/>
                  </a:lnTo>
                  <a:lnTo>
                    <a:pt x="44678" y="235381"/>
                  </a:lnTo>
                  <a:lnTo>
                    <a:pt x="38823" y="241795"/>
                  </a:lnTo>
                  <a:lnTo>
                    <a:pt x="35013" y="243408"/>
                  </a:lnTo>
                  <a:lnTo>
                    <a:pt x="24053" y="243408"/>
                  </a:lnTo>
                  <a:lnTo>
                    <a:pt x="18491" y="241884"/>
                  </a:lnTo>
                  <a:lnTo>
                    <a:pt x="13589" y="238874"/>
                  </a:lnTo>
                  <a:lnTo>
                    <a:pt x="0" y="277075"/>
                  </a:lnTo>
                  <a:lnTo>
                    <a:pt x="4724" y="279527"/>
                  </a:lnTo>
                  <a:lnTo>
                    <a:pt x="10337" y="281470"/>
                  </a:lnTo>
                  <a:lnTo>
                    <a:pt x="23355" y="284302"/>
                  </a:lnTo>
                  <a:lnTo>
                    <a:pt x="30187" y="285000"/>
                  </a:lnTo>
                  <a:lnTo>
                    <a:pt x="38823" y="284892"/>
                  </a:lnTo>
                  <a:lnTo>
                    <a:pt x="83489" y="268300"/>
                  </a:lnTo>
                  <a:lnTo>
                    <a:pt x="98884" y="236892"/>
                  </a:lnTo>
                  <a:lnTo>
                    <a:pt x="99910" y="223596"/>
                  </a:lnTo>
                  <a:close/>
                </a:path>
                <a:path w="106045" h="285115">
                  <a:moveTo>
                    <a:pt x="105854" y="36233"/>
                  </a:moveTo>
                  <a:lnTo>
                    <a:pt x="105854" y="19621"/>
                  </a:lnTo>
                  <a:lnTo>
                    <a:pt x="102831" y="12979"/>
                  </a:lnTo>
                  <a:lnTo>
                    <a:pt x="90766" y="2590"/>
                  </a:lnTo>
                  <a:lnTo>
                    <a:pt x="83019" y="58"/>
                  </a:lnTo>
                  <a:lnTo>
                    <a:pt x="63207" y="0"/>
                  </a:lnTo>
                  <a:lnTo>
                    <a:pt x="55283" y="2730"/>
                  </a:lnTo>
                  <a:lnTo>
                    <a:pt x="43218" y="13677"/>
                  </a:lnTo>
                  <a:lnTo>
                    <a:pt x="40195" y="20472"/>
                  </a:lnTo>
                  <a:lnTo>
                    <a:pt x="40195" y="36703"/>
                  </a:lnTo>
                  <a:lnTo>
                    <a:pt x="43218" y="43497"/>
                  </a:lnTo>
                  <a:lnTo>
                    <a:pt x="55283" y="54432"/>
                  </a:lnTo>
                  <a:lnTo>
                    <a:pt x="63207" y="57175"/>
                  </a:lnTo>
                  <a:lnTo>
                    <a:pt x="83019" y="57175"/>
                  </a:lnTo>
                  <a:lnTo>
                    <a:pt x="90766" y="54473"/>
                  </a:lnTo>
                  <a:lnTo>
                    <a:pt x="90995" y="54394"/>
                  </a:lnTo>
                  <a:lnTo>
                    <a:pt x="102831" y="43303"/>
                  </a:lnTo>
                  <a:lnTo>
                    <a:pt x="105854" y="36233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95738" y="1304785"/>
              <a:ext cx="152552" cy="158291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582263" y="1304785"/>
              <a:ext cx="163309" cy="155955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3779253" y="1250734"/>
              <a:ext cx="53975" cy="210185"/>
            </a:xfrm>
            <a:custGeom>
              <a:avLst/>
              <a:gdLst/>
              <a:ahLst/>
              <a:cxnLst/>
              <a:rect l="l" t="t" r="r" b="b"/>
              <a:pathLst>
                <a:path w="53975" h="210184">
                  <a:moveTo>
                    <a:pt x="53771" y="210007"/>
                  </a:moveTo>
                  <a:lnTo>
                    <a:pt x="53771" y="0"/>
                  </a:lnTo>
                  <a:lnTo>
                    <a:pt x="0" y="0"/>
                  </a:lnTo>
                  <a:lnTo>
                    <a:pt x="279" y="210007"/>
                  </a:lnTo>
                  <a:lnTo>
                    <a:pt x="53771" y="210007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859060" y="1304785"/>
              <a:ext cx="152539" cy="158292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045559" y="1304785"/>
              <a:ext cx="102742" cy="155955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4170425" y="1307337"/>
              <a:ext cx="53975" cy="153670"/>
            </a:xfrm>
            <a:custGeom>
              <a:avLst/>
              <a:gdLst/>
              <a:ahLst/>
              <a:cxnLst/>
              <a:rect l="l" t="t" r="r" b="b"/>
              <a:pathLst>
                <a:path w="53975" h="153669">
                  <a:moveTo>
                    <a:pt x="53771" y="153403"/>
                  </a:moveTo>
                  <a:lnTo>
                    <a:pt x="53771" y="292"/>
                  </a:lnTo>
                  <a:lnTo>
                    <a:pt x="0" y="0"/>
                  </a:lnTo>
                  <a:lnTo>
                    <a:pt x="558" y="153403"/>
                  </a:lnTo>
                  <a:lnTo>
                    <a:pt x="53771" y="153403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/>
          <p:nvPr/>
        </p:nvSpPr>
        <p:spPr>
          <a:xfrm>
            <a:off x="4341076" y="1250733"/>
            <a:ext cx="386080" cy="265430"/>
          </a:xfrm>
          <a:custGeom>
            <a:avLst/>
            <a:gdLst/>
            <a:ahLst/>
            <a:cxnLst/>
            <a:rect l="l" t="t" r="r" b="b"/>
            <a:pathLst>
              <a:path w="386079" h="265430">
                <a:moveTo>
                  <a:pt x="88023" y="0"/>
                </a:moveTo>
                <a:lnTo>
                  <a:pt x="36512" y="0"/>
                </a:lnTo>
                <a:lnTo>
                  <a:pt x="28232" y="13284"/>
                </a:lnTo>
                <a:lnTo>
                  <a:pt x="9486" y="59575"/>
                </a:lnTo>
                <a:lnTo>
                  <a:pt x="584" y="113372"/>
                </a:lnTo>
                <a:lnTo>
                  <a:pt x="0" y="132461"/>
                </a:lnTo>
                <a:lnTo>
                  <a:pt x="584" y="151561"/>
                </a:lnTo>
                <a:lnTo>
                  <a:pt x="9486" y="205333"/>
                </a:lnTo>
                <a:lnTo>
                  <a:pt x="28232" y="251637"/>
                </a:lnTo>
                <a:lnTo>
                  <a:pt x="36512" y="264909"/>
                </a:lnTo>
                <a:lnTo>
                  <a:pt x="88023" y="264909"/>
                </a:lnTo>
                <a:lnTo>
                  <a:pt x="79438" y="248539"/>
                </a:lnTo>
                <a:lnTo>
                  <a:pt x="72097" y="232232"/>
                </a:lnTo>
                <a:lnTo>
                  <a:pt x="57416" y="183515"/>
                </a:lnTo>
                <a:lnTo>
                  <a:pt x="52641" y="132461"/>
                </a:lnTo>
                <a:lnTo>
                  <a:pt x="53162" y="115087"/>
                </a:lnTo>
                <a:lnTo>
                  <a:pt x="61137" y="65100"/>
                </a:lnTo>
                <a:lnTo>
                  <a:pt x="79438" y="16395"/>
                </a:lnTo>
                <a:lnTo>
                  <a:pt x="88023" y="0"/>
                </a:lnTo>
                <a:close/>
              </a:path>
              <a:path w="386079" h="265430">
                <a:moveTo>
                  <a:pt x="313880" y="210007"/>
                </a:moveTo>
                <a:lnTo>
                  <a:pt x="226136" y="11887"/>
                </a:lnTo>
                <a:lnTo>
                  <a:pt x="223545" y="11887"/>
                </a:lnTo>
                <a:lnTo>
                  <a:pt x="223545" y="130200"/>
                </a:lnTo>
                <a:lnTo>
                  <a:pt x="172694" y="130200"/>
                </a:lnTo>
                <a:lnTo>
                  <a:pt x="187083" y="94373"/>
                </a:lnTo>
                <a:lnTo>
                  <a:pt x="198120" y="66865"/>
                </a:lnTo>
                <a:lnTo>
                  <a:pt x="209169" y="94386"/>
                </a:lnTo>
                <a:lnTo>
                  <a:pt x="223545" y="130200"/>
                </a:lnTo>
                <a:lnTo>
                  <a:pt x="223545" y="11887"/>
                </a:lnTo>
                <a:lnTo>
                  <a:pt x="170954" y="11887"/>
                </a:lnTo>
                <a:lnTo>
                  <a:pt x="83502" y="210007"/>
                </a:lnTo>
                <a:lnTo>
                  <a:pt x="131330" y="210007"/>
                </a:lnTo>
                <a:lnTo>
                  <a:pt x="140665" y="210007"/>
                </a:lnTo>
                <a:lnTo>
                  <a:pt x="156108" y="171513"/>
                </a:lnTo>
                <a:lnTo>
                  <a:pt x="240118" y="171513"/>
                </a:lnTo>
                <a:lnTo>
                  <a:pt x="255574" y="210007"/>
                </a:lnTo>
                <a:lnTo>
                  <a:pt x="256997" y="210007"/>
                </a:lnTo>
                <a:lnTo>
                  <a:pt x="313880" y="210007"/>
                </a:lnTo>
                <a:close/>
              </a:path>
              <a:path w="386079" h="265430">
                <a:moveTo>
                  <a:pt x="385762" y="11887"/>
                </a:moveTo>
                <a:lnTo>
                  <a:pt x="329730" y="11887"/>
                </a:lnTo>
                <a:lnTo>
                  <a:pt x="330009" y="210007"/>
                </a:lnTo>
                <a:lnTo>
                  <a:pt x="385762" y="210007"/>
                </a:lnTo>
                <a:lnTo>
                  <a:pt x="385762" y="11887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7" name="object 47" descr=""/>
          <p:cNvGrpSpPr/>
          <p:nvPr/>
        </p:nvGrpSpPr>
        <p:grpSpPr>
          <a:xfrm>
            <a:off x="4825339" y="1250734"/>
            <a:ext cx="1172210" cy="267970"/>
            <a:chOff x="4825339" y="1250734"/>
            <a:chExt cx="1172210" cy="267970"/>
          </a:xfrm>
        </p:grpSpPr>
        <p:pic>
          <p:nvPicPr>
            <p:cNvPr id="48" name="object 4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825339" y="1262621"/>
              <a:ext cx="407263" cy="255574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257507" y="1304798"/>
              <a:ext cx="166331" cy="158496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448833" y="1273098"/>
              <a:ext cx="455091" cy="190195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5909309" y="1250734"/>
              <a:ext cx="88265" cy="265430"/>
            </a:xfrm>
            <a:custGeom>
              <a:avLst/>
              <a:gdLst/>
              <a:ahLst/>
              <a:cxnLst/>
              <a:rect l="l" t="t" r="r" b="b"/>
              <a:pathLst>
                <a:path w="88264" h="265430">
                  <a:moveTo>
                    <a:pt x="88023" y="132461"/>
                  </a:moveTo>
                  <a:lnTo>
                    <a:pt x="82762" y="76918"/>
                  </a:lnTo>
                  <a:lnTo>
                    <a:pt x="67217" y="27630"/>
                  </a:lnTo>
                  <a:lnTo>
                    <a:pt x="51511" y="0"/>
                  </a:lnTo>
                  <a:lnTo>
                    <a:pt x="0" y="0"/>
                  </a:lnTo>
                  <a:lnTo>
                    <a:pt x="8691" y="16383"/>
                  </a:lnTo>
                  <a:lnTo>
                    <a:pt x="16094" y="32692"/>
                  </a:lnTo>
                  <a:lnTo>
                    <a:pt x="30676" y="81409"/>
                  </a:lnTo>
                  <a:lnTo>
                    <a:pt x="35369" y="132461"/>
                  </a:lnTo>
                  <a:lnTo>
                    <a:pt x="34848" y="149829"/>
                  </a:lnTo>
                  <a:lnTo>
                    <a:pt x="27025" y="199821"/>
                  </a:lnTo>
                  <a:lnTo>
                    <a:pt x="8691" y="248531"/>
                  </a:lnTo>
                  <a:lnTo>
                    <a:pt x="0" y="264909"/>
                  </a:lnTo>
                  <a:lnTo>
                    <a:pt x="51511" y="264909"/>
                  </a:lnTo>
                  <a:lnTo>
                    <a:pt x="73478" y="221850"/>
                  </a:lnTo>
                  <a:lnTo>
                    <a:pt x="85683" y="170064"/>
                  </a:lnTo>
                  <a:lnTo>
                    <a:pt x="87438" y="151553"/>
                  </a:lnTo>
                  <a:lnTo>
                    <a:pt x="88023" y="132461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2" name="object 52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093548" y="1304797"/>
            <a:ext cx="348322" cy="158496"/>
          </a:xfrm>
          <a:prstGeom prst="rect">
            <a:avLst/>
          </a:prstGeom>
        </p:spPr>
      </p:pic>
      <p:grpSp>
        <p:nvGrpSpPr>
          <p:cNvPr id="53" name="object 53" descr=""/>
          <p:cNvGrpSpPr/>
          <p:nvPr/>
        </p:nvGrpSpPr>
        <p:grpSpPr>
          <a:xfrm>
            <a:off x="6541579" y="1233754"/>
            <a:ext cx="1211580" cy="294005"/>
            <a:chOff x="6541579" y="1233754"/>
            <a:chExt cx="1211580" cy="294005"/>
          </a:xfrm>
        </p:grpSpPr>
        <p:pic>
          <p:nvPicPr>
            <p:cNvPr id="54" name="object 5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541579" y="1233754"/>
              <a:ext cx="740422" cy="293758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7302665" y="1250734"/>
              <a:ext cx="53975" cy="210185"/>
            </a:xfrm>
            <a:custGeom>
              <a:avLst/>
              <a:gdLst/>
              <a:ahLst/>
              <a:cxnLst/>
              <a:rect l="l" t="t" r="r" b="b"/>
              <a:pathLst>
                <a:path w="53975" h="210184">
                  <a:moveTo>
                    <a:pt x="53771" y="210007"/>
                  </a:moveTo>
                  <a:lnTo>
                    <a:pt x="53771" y="0"/>
                  </a:lnTo>
                  <a:lnTo>
                    <a:pt x="0" y="0"/>
                  </a:lnTo>
                  <a:lnTo>
                    <a:pt x="279" y="210007"/>
                  </a:lnTo>
                  <a:lnTo>
                    <a:pt x="53771" y="210007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381621" y="1304798"/>
              <a:ext cx="166331" cy="158496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572959" y="1304785"/>
              <a:ext cx="102743" cy="155955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7696657" y="1233754"/>
              <a:ext cx="56515" cy="227329"/>
            </a:xfrm>
            <a:custGeom>
              <a:avLst/>
              <a:gdLst/>
              <a:ahLst/>
              <a:cxnLst/>
              <a:rect l="l" t="t" r="r" b="b"/>
              <a:pathLst>
                <a:path w="56515" h="227330">
                  <a:moveTo>
                    <a:pt x="54940" y="226987"/>
                  </a:moveTo>
                  <a:lnTo>
                    <a:pt x="54940" y="73875"/>
                  </a:lnTo>
                  <a:lnTo>
                    <a:pt x="1676" y="73586"/>
                  </a:lnTo>
                  <a:lnTo>
                    <a:pt x="1142" y="73583"/>
                  </a:lnTo>
                  <a:lnTo>
                    <a:pt x="1676" y="226987"/>
                  </a:lnTo>
                  <a:lnTo>
                    <a:pt x="54940" y="226987"/>
                  </a:lnTo>
                  <a:close/>
                </a:path>
                <a:path w="56515" h="227330">
                  <a:moveTo>
                    <a:pt x="56083" y="36042"/>
                  </a:moveTo>
                  <a:lnTo>
                    <a:pt x="56083" y="19811"/>
                  </a:lnTo>
                  <a:lnTo>
                    <a:pt x="53416" y="13207"/>
                  </a:lnTo>
                  <a:lnTo>
                    <a:pt x="48158" y="7924"/>
                  </a:lnTo>
                  <a:lnTo>
                    <a:pt x="42824" y="2641"/>
                  </a:lnTo>
                  <a:lnTo>
                    <a:pt x="36118" y="0"/>
                  </a:lnTo>
                  <a:lnTo>
                    <a:pt x="19888" y="0"/>
                  </a:lnTo>
                  <a:lnTo>
                    <a:pt x="13258" y="2641"/>
                  </a:lnTo>
                  <a:lnTo>
                    <a:pt x="7924" y="7924"/>
                  </a:lnTo>
                  <a:lnTo>
                    <a:pt x="2666" y="13207"/>
                  </a:lnTo>
                  <a:lnTo>
                    <a:pt x="0" y="19811"/>
                  </a:lnTo>
                  <a:lnTo>
                    <a:pt x="0" y="36042"/>
                  </a:lnTo>
                  <a:lnTo>
                    <a:pt x="2666" y="42786"/>
                  </a:lnTo>
                  <a:lnTo>
                    <a:pt x="7924" y="47967"/>
                  </a:lnTo>
                  <a:lnTo>
                    <a:pt x="13258" y="53162"/>
                  </a:lnTo>
                  <a:lnTo>
                    <a:pt x="19888" y="55752"/>
                  </a:lnTo>
                  <a:lnTo>
                    <a:pt x="28041" y="55752"/>
                  </a:lnTo>
                  <a:lnTo>
                    <a:pt x="56083" y="36042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9" name="object 59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61409" y="1785334"/>
            <a:ext cx="2647073" cy="4345203"/>
          </a:xfrm>
          <a:prstGeom prst="rect">
            <a:avLst/>
          </a:prstGeom>
        </p:spPr>
      </p:pic>
      <p:sp>
        <p:nvSpPr>
          <p:cNvPr id="60" name="object 60" descr=""/>
          <p:cNvSpPr txBox="1"/>
          <p:nvPr/>
        </p:nvSpPr>
        <p:spPr>
          <a:xfrm>
            <a:off x="1065126" y="1967717"/>
            <a:ext cx="213360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>
                <a:solidFill>
                  <a:srgbClr val="0EA5E9"/>
                </a:solidFill>
                <a:latin typeface="Arial Narrow"/>
                <a:cs typeface="Arial Narrow"/>
              </a:rPr>
              <a:t> </a:t>
            </a:r>
            <a:endParaRPr sz="1250">
              <a:latin typeface="Arial Narrow"/>
              <a:cs typeface="Arial Narrow"/>
            </a:endParaRPr>
          </a:p>
        </p:txBody>
      </p:sp>
      <p:pic>
        <p:nvPicPr>
          <p:cNvPr id="61" name="object 61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3716585" y="1785334"/>
            <a:ext cx="2638755" cy="4345203"/>
          </a:xfrm>
          <a:prstGeom prst="rect">
            <a:avLst/>
          </a:prstGeom>
        </p:spPr>
      </p:pic>
      <p:sp>
        <p:nvSpPr>
          <p:cNvPr id="62" name="object 62" descr=""/>
          <p:cNvSpPr txBox="1"/>
          <p:nvPr/>
        </p:nvSpPr>
        <p:spPr>
          <a:xfrm>
            <a:off x="3916164" y="2059287"/>
            <a:ext cx="21272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>
                <a:solidFill>
                  <a:srgbClr val="0EA5E9"/>
                </a:solidFill>
                <a:latin typeface="Arial Narrow"/>
                <a:cs typeface="Arial Narrow"/>
              </a:rPr>
              <a:t> </a:t>
            </a:r>
            <a:endParaRPr sz="1250">
              <a:latin typeface="Arial Narrow"/>
              <a:cs typeface="Arial Narrow"/>
            </a:endParaRPr>
          </a:p>
        </p:txBody>
      </p:sp>
      <p:pic>
        <p:nvPicPr>
          <p:cNvPr id="63" name="object 63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6563455" y="1785334"/>
            <a:ext cx="2647073" cy="4345203"/>
          </a:xfrm>
          <a:prstGeom prst="rect">
            <a:avLst/>
          </a:prstGeom>
        </p:spPr>
      </p:pic>
      <p:sp>
        <p:nvSpPr>
          <p:cNvPr id="64" name="object 64" descr=""/>
          <p:cNvSpPr txBox="1"/>
          <p:nvPr/>
        </p:nvSpPr>
        <p:spPr>
          <a:xfrm>
            <a:off x="6767194" y="2059287"/>
            <a:ext cx="200660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>
                <a:solidFill>
                  <a:srgbClr val="0EA5E9"/>
                </a:solidFill>
                <a:latin typeface="Arial Narrow"/>
                <a:cs typeface="Arial Narrow"/>
              </a:rPr>
              <a:t> </a:t>
            </a:r>
            <a:endParaRPr sz="1250">
              <a:latin typeface="Arial Narrow"/>
              <a:cs typeface="Arial Narrow"/>
            </a:endParaRPr>
          </a:p>
        </p:txBody>
      </p:sp>
      <p:graphicFrame>
        <p:nvGraphicFramePr>
          <p:cNvPr id="65" name="object 65" descr=""/>
          <p:cNvGraphicFramePr>
            <a:graphicFrameLocks noGrp="1"/>
          </p:cNvGraphicFramePr>
          <p:nvPr/>
        </p:nvGraphicFramePr>
        <p:xfrm>
          <a:off x="1046076" y="3130148"/>
          <a:ext cx="5941695" cy="699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7490"/>
                <a:gridCol w="2851150"/>
                <a:gridCol w="1507489"/>
              </a:tblGrid>
              <a:tr h="150495">
                <a:tc>
                  <a:txBody>
                    <a:bodyPr/>
                    <a:lstStyle/>
                    <a:p>
                      <a:pPr marL="31750">
                        <a:lnSpc>
                          <a:spcPts val="930"/>
                        </a:lnSpc>
                      </a:pPr>
                      <a:r>
                        <a:rPr dirty="0" sz="900" spc="2385">
                          <a:solidFill>
                            <a:srgbClr val="0FB880"/>
                          </a:solidFill>
                          <a:latin typeface="Arial Narrow"/>
                          <a:cs typeface="Arial Narrow"/>
                        </a:rPr>
                        <a:t>�</a:t>
                      </a:r>
                      <a:endParaRPr sz="900">
                        <a:latin typeface="Arial Narrow"/>
                        <a:cs typeface="Arial Narrow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993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900" spc="2385">
                          <a:solidFill>
                            <a:srgbClr val="0FB880"/>
                          </a:solidFill>
                          <a:latin typeface="Arial Narrow"/>
                          <a:cs typeface="Arial Narrow"/>
                        </a:rPr>
                        <a:t>�</a:t>
                      </a:r>
                      <a:endParaRPr sz="900">
                        <a:latin typeface="Arial Narrow"/>
                        <a:cs typeface="Arial Narrow"/>
                      </a:endParaRPr>
                    </a:p>
                  </a:txBody>
                  <a:tcPr marL="0" marR="0" marB="0" marT="298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00" spc="2385">
                          <a:solidFill>
                            <a:srgbClr val="0FB880"/>
                          </a:solidFill>
                          <a:latin typeface="Arial Narrow"/>
                          <a:cs typeface="Arial Narrow"/>
                        </a:rPr>
                        <a:t>�</a:t>
                      </a:r>
                      <a:endParaRPr sz="900">
                        <a:latin typeface="Arial Narrow"/>
                        <a:cs typeface="Arial Narrow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00" spc="2385">
                          <a:solidFill>
                            <a:srgbClr val="0FB880"/>
                          </a:solidFill>
                          <a:latin typeface="Arial Narrow"/>
                          <a:cs typeface="Arial Narrow"/>
                        </a:rPr>
                        <a:t>�</a:t>
                      </a:r>
                      <a:endParaRPr sz="900">
                        <a:latin typeface="Arial Narrow"/>
                        <a:cs typeface="Arial Narrow"/>
                      </a:endParaRPr>
                    </a:p>
                  </a:txBody>
                  <a:tcPr marL="0" marR="0" marB="0" marT="13335"/>
                </a:tc>
              </a:tr>
              <a:tr h="1993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900" spc="2385">
                          <a:solidFill>
                            <a:srgbClr val="0FB880"/>
                          </a:solidFill>
                          <a:latin typeface="Arial Narrow"/>
                          <a:cs typeface="Arial Narrow"/>
                        </a:rPr>
                        <a:t>�</a:t>
                      </a:r>
                      <a:endParaRPr sz="900">
                        <a:latin typeface="Arial Narrow"/>
                        <a:cs typeface="Arial Narrow"/>
                      </a:endParaRPr>
                    </a:p>
                  </a:txBody>
                  <a:tcPr marL="0" marR="0" marB="0" marT="298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00" spc="2385">
                          <a:solidFill>
                            <a:srgbClr val="0FB880"/>
                          </a:solidFill>
                          <a:latin typeface="Arial Narrow"/>
                          <a:cs typeface="Arial Narrow"/>
                        </a:rPr>
                        <a:t>�</a:t>
                      </a:r>
                      <a:endParaRPr sz="900">
                        <a:latin typeface="Arial Narrow"/>
                        <a:cs typeface="Arial Narrow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900" spc="2385">
                          <a:solidFill>
                            <a:srgbClr val="0FB880"/>
                          </a:solidFill>
                          <a:latin typeface="Arial Narrow"/>
                          <a:cs typeface="Arial Narrow"/>
                        </a:rPr>
                        <a:t>�</a:t>
                      </a:r>
                      <a:endParaRPr sz="900">
                        <a:latin typeface="Arial Narrow"/>
                        <a:cs typeface="Arial Narrow"/>
                      </a:endParaRPr>
                    </a:p>
                  </a:txBody>
                  <a:tcPr marL="0" marR="0" marB="0" marT="13335"/>
                </a:tc>
              </a:tr>
              <a:tr h="1504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80"/>
                        </a:lnSpc>
                        <a:spcBef>
                          <a:spcPts val="105"/>
                        </a:spcBef>
                      </a:pPr>
                      <a:r>
                        <a:rPr dirty="0" sz="900" spc="2385">
                          <a:solidFill>
                            <a:srgbClr val="0FB880"/>
                          </a:solidFill>
                          <a:latin typeface="Arial Narrow"/>
                          <a:cs typeface="Arial Narrow"/>
                        </a:rPr>
                        <a:t>�</a:t>
                      </a:r>
                      <a:endParaRPr sz="900">
                        <a:latin typeface="Arial Narrow"/>
                        <a:cs typeface="Arial Narrow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980"/>
                        </a:lnSpc>
                        <a:spcBef>
                          <a:spcPts val="105"/>
                        </a:spcBef>
                      </a:pPr>
                      <a:r>
                        <a:rPr dirty="0" sz="900" spc="2385">
                          <a:solidFill>
                            <a:srgbClr val="0FB880"/>
                          </a:solidFill>
                          <a:latin typeface="Arial Narrow"/>
                          <a:cs typeface="Arial Narrow"/>
                        </a:rPr>
                        <a:t>�</a:t>
                      </a:r>
                      <a:endParaRPr sz="900">
                        <a:latin typeface="Arial Narrow"/>
                        <a:cs typeface="Arial Narrow"/>
                      </a:endParaRPr>
                    </a:p>
                  </a:txBody>
                  <a:tcPr marL="0" marR="0" marB="0" marT="13335"/>
                </a:tc>
              </a:tr>
            </a:tbl>
          </a:graphicData>
        </a:graphic>
      </p:graphicFrame>
      <p:sp>
        <p:nvSpPr>
          <p:cNvPr id="66" name="object 66" descr=""/>
          <p:cNvSpPr/>
          <p:nvPr/>
        </p:nvSpPr>
        <p:spPr>
          <a:xfrm>
            <a:off x="861402" y="6380327"/>
            <a:ext cx="8349615" cy="8890"/>
          </a:xfrm>
          <a:custGeom>
            <a:avLst/>
            <a:gdLst/>
            <a:ahLst/>
            <a:cxnLst/>
            <a:rect l="l" t="t" r="r" b="b"/>
            <a:pathLst>
              <a:path w="8349615" h="8889">
                <a:moveTo>
                  <a:pt x="8349119" y="8329"/>
                </a:moveTo>
                <a:lnTo>
                  <a:pt x="8349119" y="0"/>
                </a:lnTo>
                <a:lnTo>
                  <a:pt x="0" y="0"/>
                </a:lnTo>
                <a:lnTo>
                  <a:pt x="0" y="8329"/>
                </a:lnTo>
                <a:lnTo>
                  <a:pt x="8349119" y="8329"/>
                </a:lnTo>
                <a:close/>
              </a:path>
            </a:pathLst>
          </a:custGeom>
          <a:solidFill>
            <a:srgbClr val="E1E7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7" name="object 67" descr=""/>
          <p:cNvGrpSpPr/>
          <p:nvPr/>
        </p:nvGrpSpPr>
        <p:grpSpPr>
          <a:xfrm>
            <a:off x="864590" y="6542087"/>
            <a:ext cx="1880870" cy="92710"/>
            <a:chOff x="864590" y="6542087"/>
            <a:chExt cx="1880870" cy="92710"/>
          </a:xfrm>
        </p:grpSpPr>
        <p:pic>
          <p:nvPicPr>
            <p:cNvPr id="68" name="object 68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64590" y="6543090"/>
              <a:ext cx="636155" cy="91189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1533804" y="6557670"/>
              <a:ext cx="88265" cy="45085"/>
            </a:xfrm>
            <a:custGeom>
              <a:avLst/>
              <a:gdLst/>
              <a:ahLst/>
              <a:cxnLst/>
              <a:rect l="l" t="t" r="r" b="b"/>
              <a:pathLst>
                <a:path w="88265" h="45084">
                  <a:moveTo>
                    <a:pt x="32867" y="34569"/>
                  </a:moveTo>
                  <a:lnTo>
                    <a:pt x="32766" y="26085"/>
                  </a:lnTo>
                  <a:lnTo>
                    <a:pt x="0" y="26085"/>
                  </a:lnTo>
                  <a:lnTo>
                    <a:pt x="0" y="34569"/>
                  </a:lnTo>
                  <a:lnTo>
                    <a:pt x="32867" y="34569"/>
                  </a:lnTo>
                  <a:close/>
                </a:path>
                <a:path w="88265" h="45084">
                  <a:moveTo>
                    <a:pt x="87706" y="18986"/>
                  </a:moveTo>
                  <a:lnTo>
                    <a:pt x="45351" y="0"/>
                  </a:lnTo>
                  <a:lnTo>
                    <a:pt x="45351" y="9093"/>
                  </a:lnTo>
                  <a:lnTo>
                    <a:pt x="76415" y="22288"/>
                  </a:lnTo>
                  <a:lnTo>
                    <a:pt x="45351" y="35471"/>
                  </a:lnTo>
                  <a:lnTo>
                    <a:pt x="45351" y="44462"/>
                  </a:lnTo>
                  <a:lnTo>
                    <a:pt x="87706" y="25476"/>
                  </a:lnTo>
                  <a:lnTo>
                    <a:pt x="87706" y="18986"/>
                  </a:lnTo>
                  <a:close/>
                </a:path>
              </a:pathLst>
            </a:custGeom>
            <a:solidFill>
              <a:srgbClr val="93A3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656384" y="6544081"/>
              <a:ext cx="248361" cy="70332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930133" y="6544081"/>
              <a:ext cx="149682" cy="70332"/>
            </a:xfrm>
            <a:prstGeom prst="rect">
              <a:avLst/>
            </a:prstGeom>
          </p:spPr>
        </p:pic>
        <p:pic>
          <p:nvPicPr>
            <p:cNvPr id="72" name="object 72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108669" y="6542087"/>
              <a:ext cx="636206" cy="92180"/>
            </a:xfrm>
            <a:prstGeom prst="rect">
              <a:avLst/>
            </a:prstGeom>
          </p:spPr>
        </p:pic>
      </p:grpSp>
      <p:grpSp>
        <p:nvGrpSpPr>
          <p:cNvPr id="73" name="object 73" descr=""/>
          <p:cNvGrpSpPr/>
          <p:nvPr/>
        </p:nvGrpSpPr>
        <p:grpSpPr>
          <a:xfrm>
            <a:off x="8661806" y="6538696"/>
            <a:ext cx="541655" cy="95250"/>
            <a:chOff x="8661806" y="6538696"/>
            <a:chExt cx="541655" cy="95250"/>
          </a:xfrm>
        </p:grpSpPr>
        <p:pic>
          <p:nvPicPr>
            <p:cNvPr id="74" name="object 74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661806" y="6541185"/>
              <a:ext cx="227075" cy="92405"/>
            </a:xfrm>
            <a:prstGeom prst="rect">
              <a:avLst/>
            </a:prstGeom>
          </p:spPr>
        </p:pic>
        <p:pic>
          <p:nvPicPr>
            <p:cNvPr id="75" name="object 75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913647" y="6542087"/>
              <a:ext cx="120167" cy="72258"/>
            </a:xfrm>
            <a:prstGeom prst="rect">
              <a:avLst/>
            </a:prstGeom>
          </p:spPr>
        </p:pic>
        <p:sp>
          <p:nvSpPr>
            <p:cNvPr id="76" name="object 76" descr=""/>
            <p:cNvSpPr/>
            <p:nvPr/>
          </p:nvSpPr>
          <p:spPr>
            <a:xfrm>
              <a:off x="9056369" y="6538696"/>
              <a:ext cx="38100" cy="80010"/>
            </a:xfrm>
            <a:custGeom>
              <a:avLst/>
              <a:gdLst/>
              <a:ahLst/>
              <a:cxnLst/>
              <a:rect l="l" t="t" r="r" b="b"/>
              <a:pathLst>
                <a:path w="38100" h="80009">
                  <a:moveTo>
                    <a:pt x="38099" y="0"/>
                  </a:moveTo>
                  <a:lnTo>
                    <a:pt x="26288" y="0"/>
                  </a:lnTo>
                  <a:lnTo>
                    <a:pt x="0" y="79413"/>
                  </a:lnTo>
                  <a:lnTo>
                    <a:pt x="11811" y="79413"/>
                  </a:lnTo>
                  <a:lnTo>
                    <a:pt x="38099" y="0"/>
                  </a:lnTo>
                  <a:close/>
                </a:path>
              </a:pathLst>
            </a:custGeom>
            <a:solidFill>
              <a:srgbClr val="0EA5E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116796" y="6542087"/>
              <a:ext cx="86105" cy="71323"/>
            </a:xfrm>
            <a:prstGeom prst="rect">
              <a:avLst/>
            </a:prstGeom>
          </p:spPr>
        </p:pic>
      </p:grpSp>
      <p:sp>
        <p:nvSpPr>
          <p:cNvPr id="78" name="object 78" descr=""/>
          <p:cNvSpPr txBox="1"/>
          <p:nvPr/>
        </p:nvSpPr>
        <p:spPr>
          <a:xfrm>
            <a:off x="292100" y="162656"/>
            <a:ext cx="807720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 spc="-185">
                <a:latin typeface="Arial Narrow"/>
                <a:cs typeface="Arial Narrow"/>
              </a:rPr>
              <a:t>1</a:t>
            </a:r>
            <a:r>
              <a:rPr dirty="0" sz="850" spc="95">
                <a:latin typeface="Arial Narrow"/>
                <a:cs typeface="Arial Narrow"/>
              </a:rPr>
              <a:t> </a:t>
            </a:r>
            <a:r>
              <a:rPr dirty="0" sz="850" spc="-229">
                <a:latin typeface="Arial Narrow"/>
                <a:cs typeface="Arial Narrow"/>
              </a:rPr>
              <a:t>2m</a:t>
            </a:r>
            <a:r>
              <a:rPr dirty="0" sz="850" spc="-20">
                <a:latin typeface="Arial Narrow"/>
                <a:cs typeface="Arial Narrow"/>
              </a:rPr>
              <a:t> </a:t>
            </a:r>
            <a:r>
              <a:rPr dirty="0" sz="850" spc="-135">
                <a:latin typeface="Arial Narrow"/>
                <a:cs typeface="Arial Narrow"/>
              </a:rPr>
              <a:t>06m</a:t>
            </a:r>
            <a:r>
              <a:rPr dirty="0" sz="850" spc="-25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2026</a:t>
            </a:r>
            <a:r>
              <a:rPr dirty="0" sz="850" spc="165">
                <a:latin typeface="Arial Narrow"/>
                <a:cs typeface="Arial Narrow"/>
              </a:rPr>
              <a:t> </a:t>
            </a:r>
            <a:r>
              <a:rPr dirty="0" sz="850" spc="-75">
                <a:latin typeface="Arial Narrow"/>
                <a:cs typeface="Arial Narrow"/>
              </a:rPr>
              <a:t>06e</a:t>
            </a:r>
            <a:r>
              <a:rPr dirty="0" sz="850" spc="-20">
                <a:latin typeface="Arial Narrow"/>
                <a:cs typeface="Arial Narrow"/>
              </a:rPr>
              <a:t> </a:t>
            </a:r>
            <a:r>
              <a:rPr dirty="0" sz="850" spc="-35">
                <a:latin typeface="Arial Narrow"/>
                <a:cs typeface="Arial Narrow"/>
              </a:rPr>
              <a:t>46</a:t>
            </a:r>
            <a:endParaRPr sz="850">
              <a:latin typeface="Arial Narrow"/>
              <a:cs typeface="Arial Narrow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292092" y="7460708"/>
            <a:ext cx="2821940" cy="1365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z="850" spc="-35">
                <a:latin typeface="Arial Narrow"/>
                <a:cs typeface="Arial Narrow"/>
              </a:rPr>
              <a:t>fi</a:t>
            </a:r>
            <a:r>
              <a:rPr dirty="0" sz="850" spc="-90">
                <a:latin typeface="Arial Narrow"/>
                <a:cs typeface="Arial Narrow"/>
              </a:rPr>
              <a:t> </a:t>
            </a:r>
            <a:r>
              <a:rPr dirty="0" sz="850" spc="-509">
                <a:latin typeface="Arial Narrow"/>
                <a:cs typeface="Arial Narrow"/>
              </a:rPr>
              <a:t>m</a:t>
            </a:r>
            <a:r>
              <a:rPr dirty="0" sz="850" spc="-90">
                <a:latin typeface="Arial Narrow"/>
                <a:cs typeface="Arial Narrow"/>
              </a:rPr>
              <a:t> </a:t>
            </a:r>
            <a:r>
              <a:rPr dirty="0" sz="850" spc="-130">
                <a:latin typeface="Arial Narrow"/>
                <a:cs typeface="Arial Narrow"/>
              </a:rPr>
              <a:t>ee</a:t>
            </a:r>
            <a:r>
              <a:rPr dirty="0" sz="850" spc="-55">
                <a:latin typeface="Arial Narrow"/>
                <a:cs typeface="Arial Narrow"/>
              </a:rPr>
              <a:t> </a:t>
            </a:r>
            <a:r>
              <a:rPr dirty="0" sz="850" spc="40">
                <a:latin typeface="Arial Narrow"/>
                <a:cs typeface="Arial Narrow"/>
              </a:rPr>
              <a:t>///'e</a:t>
            </a:r>
            <a:r>
              <a:rPr dirty="0" sz="850" spc="-55">
                <a:latin typeface="Arial Narrow"/>
                <a:cs typeface="Arial Narrow"/>
              </a:rPr>
              <a:t> </a:t>
            </a:r>
            <a:r>
              <a:rPr dirty="0" sz="850" spc="-20">
                <a:latin typeface="Arial Narrow"/>
                <a:cs typeface="Arial Narrow"/>
              </a:rPr>
              <a:t>/U</a:t>
            </a:r>
            <a:r>
              <a:rPr dirty="0" sz="850" spc="-70">
                <a:latin typeface="Arial Narrow"/>
                <a:cs typeface="Arial Narrow"/>
              </a:rPr>
              <a:t> </a:t>
            </a:r>
            <a:r>
              <a:rPr dirty="0" sz="850" spc="35">
                <a:latin typeface="Arial Narrow"/>
                <a:cs typeface="Arial Narrow"/>
              </a:rPr>
              <a:t>sers/ASU</a:t>
            </a:r>
            <a:r>
              <a:rPr dirty="0" sz="850" spc="-70">
                <a:latin typeface="Arial Narrow"/>
                <a:cs typeface="Arial Narrow"/>
              </a:rPr>
              <a:t> </a:t>
            </a:r>
            <a:r>
              <a:rPr dirty="0" sz="850" spc="40">
                <a:latin typeface="Arial Narrow"/>
                <a:cs typeface="Arial Narrow"/>
              </a:rPr>
              <a:t>S/Desktop/projects/Gor</a:t>
            </a:r>
            <a:r>
              <a:rPr dirty="0" sz="850" spc="65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su</a:t>
            </a:r>
            <a:r>
              <a:rPr dirty="0" sz="850" spc="-90">
                <a:latin typeface="Arial Narrow"/>
                <a:cs typeface="Arial Narrow"/>
              </a:rPr>
              <a:t> </a:t>
            </a:r>
            <a:r>
              <a:rPr dirty="0" sz="850" spc="-55">
                <a:latin typeface="Arial Narrow"/>
                <a:cs typeface="Arial Narrow"/>
              </a:rPr>
              <a:t>n</a:t>
            </a:r>
            <a:r>
              <a:rPr dirty="0" sz="850" spc="-90">
                <a:latin typeface="Arial Narrow"/>
                <a:cs typeface="Arial Narrow"/>
              </a:rPr>
              <a:t> </a:t>
            </a:r>
            <a:r>
              <a:rPr dirty="0" sz="850" spc="-55">
                <a:latin typeface="Arial Narrow"/>
                <a:cs typeface="Arial Narrow"/>
              </a:rPr>
              <a:t>u</a:t>
            </a:r>
            <a:r>
              <a:rPr dirty="0" sz="850" spc="-90">
                <a:latin typeface="Arial Narrow"/>
                <a:cs typeface="Arial Narrow"/>
              </a:rPr>
              <a:t> </a:t>
            </a:r>
            <a:r>
              <a:rPr dirty="0" sz="850" spc="55">
                <a:latin typeface="Arial Narrow"/>
                <a:cs typeface="Arial Narrow"/>
              </a:rPr>
              <a:t>rr</a:t>
            </a:r>
            <a:r>
              <a:rPr dirty="0" sz="850" spc="-90">
                <a:latin typeface="Arial Narrow"/>
                <a:cs typeface="Arial Narrow"/>
              </a:rPr>
              <a:t> </a:t>
            </a:r>
            <a:r>
              <a:rPr dirty="0" sz="850" spc="5">
                <a:latin typeface="Arial Narrow"/>
                <a:cs typeface="Arial Narrow"/>
              </a:rPr>
              <a:t>/su</a:t>
            </a:r>
            <a:r>
              <a:rPr dirty="0" sz="850" spc="-90">
                <a:latin typeface="Arial Narrow"/>
                <a:cs typeface="Arial Narrow"/>
              </a:rPr>
              <a:t> </a:t>
            </a:r>
            <a:r>
              <a:rPr dirty="0" sz="850" spc="-55">
                <a:latin typeface="Arial Narrow"/>
                <a:cs typeface="Arial Narrow"/>
              </a:rPr>
              <a:t>n</a:t>
            </a:r>
            <a:r>
              <a:rPr dirty="0" sz="850" spc="-90">
                <a:latin typeface="Arial Narrow"/>
                <a:cs typeface="Arial Narrow"/>
              </a:rPr>
              <a:t> </a:t>
            </a:r>
            <a:r>
              <a:rPr dirty="0" sz="850" spc="-55">
                <a:latin typeface="Arial Narrow"/>
                <a:cs typeface="Arial Narrow"/>
              </a:rPr>
              <a:t>u</a:t>
            </a:r>
            <a:r>
              <a:rPr dirty="0" sz="850" spc="-90">
                <a:latin typeface="Arial Narrow"/>
                <a:cs typeface="Arial Narrow"/>
              </a:rPr>
              <a:t> </a:t>
            </a:r>
            <a:r>
              <a:rPr dirty="0" sz="850" spc="55">
                <a:latin typeface="Arial Narrow"/>
                <a:cs typeface="Arial Narrow"/>
              </a:rPr>
              <a:t>rr</a:t>
            </a:r>
            <a:r>
              <a:rPr dirty="0" sz="850" spc="-90">
                <a:latin typeface="Arial Narrow"/>
                <a:cs typeface="Arial Narrow"/>
              </a:rPr>
              <a:t> </a:t>
            </a:r>
            <a:r>
              <a:rPr dirty="0" sz="850" spc="-505">
                <a:latin typeface="Arial Narrow"/>
                <a:cs typeface="Arial Narrow"/>
              </a:rPr>
              <a:t>m</a:t>
            </a:r>
            <a:r>
              <a:rPr dirty="0" sz="850" spc="-55">
                <a:latin typeface="Arial Narrow"/>
                <a:cs typeface="Arial Narrow"/>
              </a:rPr>
              <a:t> h</a:t>
            </a:r>
            <a:r>
              <a:rPr dirty="0" sz="850" spc="-90">
                <a:latin typeface="Arial Narrow"/>
                <a:cs typeface="Arial Narrow"/>
              </a:rPr>
              <a:t> </a:t>
            </a:r>
            <a:r>
              <a:rPr dirty="0" sz="850" spc="40">
                <a:latin typeface="Arial Narrow"/>
                <a:cs typeface="Arial Narrow"/>
              </a:rPr>
              <a:t>trr</a:t>
            </a:r>
            <a:r>
              <a:rPr dirty="0" sz="850" spc="-90">
                <a:latin typeface="Arial Narrow"/>
                <a:cs typeface="Arial Narrow"/>
              </a:rPr>
              <a:t> </a:t>
            </a:r>
            <a:r>
              <a:rPr dirty="0" sz="850" spc="-575">
                <a:latin typeface="Arial Narrow"/>
                <a:cs typeface="Arial Narrow"/>
              </a:rPr>
              <a:t>m</a:t>
            </a:r>
            <a:endParaRPr sz="850">
              <a:latin typeface="Arial Narrow"/>
              <a:cs typeface="Arial Narrow"/>
            </a:endParaRPr>
          </a:p>
        </p:txBody>
      </p:sp>
      <p:sp>
        <p:nvSpPr>
          <p:cNvPr id="81" name="object 8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93980">
              <a:lnSpc>
                <a:spcPts val="975"/>
              </a:lnSpc>
            </a:pPr>
            <a:fld id="{81D60167-4931-47E6-BA6A-407CBD079E47}" type="slidenum">
              <a:rPr dirty="0" spc="-30"/>
              <a:t>4</a:t>
            </a:fld>
            <a:r>
              <a:rPr dirty="0" spc="-30"/>
              <a:t>/1</a:t>
            </a:r>
            <a:r>
              <a:rPr dirty="0" spc="-20"/>
              <a:t> </a:t>
            </a:r>
            <a:r>
              <a:rPr dirty="0" spc="-50"/>
              <a:t>2</a:t>
            </a:r>
          </a:p>
        </p:txBody>
      </p:sp>
      <p:sp>
        <p:nvSpPr>
          <p:cNvPr id="79" name="object 79" descr=""/>
          <p:cNvSpPr txBox="1"/>
          <p:nvPr/>
        </p:nvSpPr>
        <p:spPr>
          <a:xfrm>
            <a:off x="4406755" y="162656"/>
            <a:ext cx="2402840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>
                <a:latin typeface="Arial Narrow"/>
                <a:cs typeface="Arial Narrow"/>
              </a:rPr>
              <a:t>Gor</a:t>
            </a:r>
            <a:r>
              <a:rPr dirty="0" sz="850" spc="110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Sargsyan</a:t>
            </a:r>
            <a:r>
              <a:rPr dirty="0" sz="850" spc="260">
                <a:latin typeface="Arial Narrow"/>
                <a:cs typeface="Arial Narrow"/>
              </a:rPr>
              <a:t>  </a:t>
            </a:r>
            <a:r>
              <a:rPr dirty="0" sz="850" spc="-225">
                <a:latin typeface="Arial Narrow"/>
                <a:cs typeface="Arial Narrow"/>
              </a:rPr>
              <a:t>Gm</a:t>
            </a:r>
            <a:r>
              <a:rPr dirty="0" sz="850" spc="-70">
                <a:latin typeface="Arial Narrow"/>
                <a:cs typeface="Arial Narrow"/>
              </a:rPr>
              <a:t> </a:t>
            </a:r>
            <a:r>
              <a:rPr dirty="0" sz="850" spc="-75">
                <a:latin typeface="Arial Narrow"/>
                <a:cs typeface="Arial Narrow"/>
              </a:rPr>
              <a:t>obam</a:t>
            </a:r>
            <a:r>
              <a:rPr dirty="0" sz="850" spc="145">
                <a:latin typeface="Arial Narrow"/>
                <a:cs typeface="Arial Narrow"/>
              </a:rPr>
              <a:t> </a:t>
            </a:r>
            <a:r>
              <a:rPr dirty="0" sz="850" spc="60">
                <a:latin typeface="Arial Narrow"/>
                <a:cs typeface="Arial Narrow"/>
              </a:rPr>
              <a:t>A</a:t>
            </a:r>
            <a:r>
              <a:rPr dirty="0" sz="850" spc="335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&amp;</a:t>
            </a:r>
            <a:r>
              <a:rPr dirty="0" sz="850" spc="135">
                <a:latin typeface="Arial Narrow"/>
                <a:cs typeface="Arial Narrow"/>
              </a:rPr>
              <a:t> </a:t>
            </a:r>
            <a:r>
              <a:rPr dirty="0" sz="850" spc="-50">
                <a:latin typeface="Arial Narrow"/>
                <a:cs typeface="Arial Narrow"/>
              </a:rPr>
              <a:t>E</a:t>
            </a:r>
            <a:r>
              <a:rPr dirty="0" sz="850" spc="-70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kon</a:t>
            </a:r>
            <a:r>
              <a:rPr dirty="0" sz="850" spc="-70">
                <a:latin typeface="Arial Narrow"/>
                <a:cs typeface="Arial Narrow"/>
              </a:rPr>
              <a:t> </a:t>
            </a:r>
            <a:r>
              <a:rPr dirty="0" sz="850" spc="55">
                <a:latin typeface="Arial Narrow"/>
                <a:cs typeface="Arial Narrow"/>
              </a:rPr>
              <a:t>orr</a:t>
            </a:r>
            <a:r>
              <a:rPr dirty="0" sz="850" spc="-70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i</a:t>
            </a:r>
            <a:r>
              <a:rPr dirty="0" sz="850" spc="200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Strateji</a:t>
            </a:r>
            <a:r>
              <a:rPr dirty="0" sz="850" spc="200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Su</a:t>
            </a:r>
            <a:r>
              <a:rPr dirty="0" sz="850" spc="-70">
                <a:latin typeface="Arial Narrow"/>
                <a:cs typeface="Arial Narrow"/>
              </a:rPr>
              <a:t> </a:t>
            </a:r>
            <a:r>
              <a:rPr dirty="0" sz="850" spc="-60">
                <a:latin typeface="Arial Narrow"/>
                <a:cs typeface="Arial Narrow"/>
              </a:rPr>
              <a:t>n</a:t>
            </a:r>
            <a:r>
              <a:rPr dirty="0" sz="850" spc="-70">
                <a:latin typeface="Arial Narrow"/>
                <a:cs typeface="Arial Narrow"/>
              </a:rPr>
              <a:t> </a:t>
            </a:r>
            <a:r>
              <a:rPr dirty="0" sz="850" spc="-60">
                <a:latin typeface="Arial Narrow"/>
                <a:cs typeface="Arial Narrow"/>
              </a:rPr>
              <a:t>u</a:t>
            </a:r>
            <a:r>
              <a:rPr dirty="0" sz="850" spc="-70">
                <a:latin typeface="Arial Narrow"/>
                <a:cs typeface="Arial Narrow"/>
              </a:rPr>
              <a:t> </a:t>
            </a:r>
            <a:r>
              <a:rPr dirty="0" sz="850" spc="-25">
                <a:latin typeface="Arial Narrow"/>
                <a:cs typeface="Arial Narrow"/>
              </a:rPr>
              <a:t>rru</a:t>
            </a:r>
            <a:endParaRPr sz="85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60196" y="743203"/>
            <a:ext cx="135890" cy="93345"/>
          </a:xfrm>
          <a:custGeom>
            <a:avLst/>
            <a:gdLst/>
            <a:ahLst/>
            <a:cxnLst/>
            <a:rect l="l" t="t" r="r" b="b"/>
            <a:pathLst>
              <a:path w="135890" h="93344">
                <a:moveTo>
                  <a:pt x="104559" y="93230"/>
                </a:moveTo>
                <a:lnTo>
                  <a:pt x="66840" y="8890"/>
                </a:lnTo>
                <a:lnTo>
                  <a:pt x="66840" y="56870"/>
                </a:lnTo>
                <a:lnTo>
                  <a:pt x="37223" y="56870"/>
                </a:lnTo>
                <a:lnTo>
                  <a:pt x="47815" y="31419"/>
                </a:lnTo>
                <a:lnTo>
                  <a:pt x="52057" y="21196"/>
                </a:lnTo>
                <a:lnTo>
                  <a:pt x="56337" y="31496"/>
                </a:lnTo>
                <a:lnTo>
                  <a:pt x="66840" y="56870"/>
                </a:lnTo>
                <a:lnTo>
                  <a:pt x="66840" y="8890"/>
                </a:lnTo>
                <a:lnTo>
                  <a:pt x="62865" y="0"/>
                </a:lnTo>
                <a:lnTo>
                  <a:pt x="41554" y="0"/>
                </a:lnTo>
                <a:lnTo>
                  <a:pt x="0" y="93230"/>
                </a:lnTo>
                <a:lnTo>
                  <a:pt x="20777" y="93230"/>
                </a:lnTo>
                <a:lnTo>
                  <a:pt x="22110" y="93230"/>
                </a:lnTo>
                <a:lnTo>
                  <a:pt x="30416" y="73253"/>
                </a:lnTo>
                <a:lnTo>
                  <a:pt x="73634" y="73253"/>
                </a:lnTo>
                <a:lnTo>
                  <a:pt x="80314" y="89369"/>
                </a:lnTo>
                <a:lnTo>
                  <a:pt x="81915" y="93230"/>
                </a:lnTo>
                <a:lnTo>
                  <a:pt x="104559" y="93230"/>
                </a:lnTo>
                <a:close/>
              </a:path>
              <a:path w="135890" h="93344">
                <a:moveTo>
                  <a:pt x="135851" y="0"/>
                </a:moveTo>
                <a:lnTo>
                  <a:pt x="114274" y="0"/>
                </a:lnTo>
                <a:lnTo>
                  <a:pt x="114274" y="93243"/>
                </a:lnTo>
                <a:lnTo>
                  <a:pt x="135851" y="93243"/>
                </a:lnTo>
                <a:lnTo>
                  <a:pt x="135851" y="0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055852" y="716559"/>
            <a:ext cx="1205230" cy="121920"/>
            <a:chOff x="1055852" y="716559"/>
            <a:chExt cx="1205230" cy="121920"/>
          </a:xfrm>
        </p:grpSpPr>
        <p:sp>
          <p:nvSpPr>
            <p:cNvPr id="4" name="object 4" descr=""/>
            <p:cNvSpPr/>
            <p:nvPr/>
          </p:nvSpPr>
          <p:spPr>
            <a:xfrm>
              <a:off x="1055852" y="716559"/>
              <a:ext cx="544830" cy="121920"/>
            </a:xfrm>
            <a:custGeom>
              <a:avLst/>
              <a:gdLst/>
              <a:ahLst/>
              <a:cxnLst/>
              <a:rect l="l" t="t" r="r" b="b"/>
              <a:pathLst>
                <a:path w="544830" h="121919">
                  <a:moveTo>
                    <a:pt x="72199" y="119875"/>
                  </a:moveTo>
                  <a:lnTo>
                    <a:pt x="72059" y="102552"/>
                  </a:lnTo>
                  <a:lnTo>
                    <a:pt x="21183" y="102552"/>
                  </a:lnTo>
                  <a:lnTo>
                    <a:pt x="21183" y="80860"/>
                  </a:lnTo>
                  <a:lnTo>
                    <a:pt x="64731" y="80987"/>
                  </a:lnTo>
                  <a:lnTo>
                    <a:pt x="64731" y="64338"/>
                  </a:lnTo>
                  <a:lnTo>
                    <a:pt x="21183" y="64211"/>
                  </a:lnTo>
                  <a:lnTo>
                    <a:pt x="21183" y="43954"/>
                  </a:lnTo>
                  <a:lnTo>
                    <a:pt x="70459" y="43954"/>
                  </a:lnTo>
                  <a:lnTo>
                    <a:pt x="70192" y="26644"/>
                  </a:lnTo>
                  <a:lnTo>
                    <a:pt x="0" y="26644"/>
                  </a:lnTo>
                  <a:lnTo>
                    <a:pt x="139" y="119875"/>
                  </a:lnTo>
                  <a:lnTo>
                    <a:pt x="19710" y="119875"/>
                  </a:lnTo>
                  <a:lnTo>
                    <a:pt x="72199" y="119875"/>
                  </a:lnTo>
                  <a:close/>
                </a:path>
                <a:path w="544830" h="121919">
                  <a:moveTo>
                    <a:pt x="174879" y="26644"/>
                  </a:moveTo>
                  <a:lnTo>
                    <a:pt x="153555" y="26644"/>
                  </a:lnTo>
                  <a:lnTo>
                    <a:pt x="153555" y="83197"/>
                  </a:lnTo>
                  <a:lnTo>
                    <a:pt x="107213" y="26644"/>
                  </a:lnTo>
                  <a:lnTo>
                    <a:pt x="89369" y="26644"/>
                  </a:lnTo>
                  <a:lnTo>
                    <a:pt x="89369" y="119875"/>
                  </a:lnTo>
                  <a:lnTo>
                    <a:pt x="102019" y="119875"/>
                  </a:lnTo>
                  <a:lnTo>
                    <a:pt x="110680" y="119875"/>
                  </a:lnTo>
                  <a:lnTo>
                    <a:pt x="110680" y="63296"/>
                  </a:lnTo>
                  <a:lnTo>
                    <a:pt x="153555" y="115493"/>
                  </a:lnTo>
                  <a:lnTo>
                    <a:pt x="157162" y="119875"/>
                  </a:lnTo>
                  <a:lnTo>
                    <a:pt x="162217" y="119875"/>
                  </a:lnTo>
                  <a:lnTo>
                    <a:pt x="174879" y="119875"/>
                  </a:lnTo>
                  <a:lnTo>
                    <a:pt x="174879" y="26644"/>
                  </a:lnTo>
                  <a:close/>
                </a:path>
                <a:path w="544830" h="121919">
                  <a:moveTo>
                    <a:pt x="267169" y="87680"/>
                  </a:moveTo>
                  <a:lnTo>
                    <a:pt x="230339" y="64109"/>
                  </a:lnTo>
                  <a:lnTo>
                    <a:pt x="220421" y="61442"/>
                  </a:lnTo>
                  <a:lnTo>
                    <a:pt x="217843" y="60261"/>
                  </a:lnTo>
                  <a:lnTo>
                    <a:pt x="213944" y="57327"/>
                  </a:lnTo>
                  <a:lnTo>
                    <a:pt x="212966" y="55410"/>
                  </a:lnTo>
                  <a:lnTo>
                    <a:pt x="212966" y="50965"/>
                  </a:lnTo>
                  <a:lnTo>
                    <a:pt x="226504" y="42354"/>
                  </a:lnTo>
                  <a:lnTo>
                    <a:pt x="234848" y="42354"/>
                  </a:lnTo>
                  <a:lnTo>
                    <a:pt x="239102" y="42951"/>
                  </a:lnTo>
                  <a:lnTo>
                    <a:pt x="247815" y="45351"/>
                  </a:lnTo>
                  <a:lnTo>
                    <a:pt x="252158" y="47193"/>
                  </a:lnTo>
                  <a:lnTo>
                    <a:pt x="256514" y="49669"/>
                  </a:lnTo>
                  <a:lnTo>
                    <a:pt x="263169" y="33299"/>
                  </a:lnTo>
                  <a:lnTo>
                    <a:pt x="258826" y="30543"/>
                  </a:lnTo>
                  <a:lnTo>
                    <a:pt x="253809" y="28473"/>
                  </a:lnTo>
                  <a:lnTo>
                    <a:pt x="242443" y="25730"/>
                  </a:lnTo>
                  <a:lnTo>
                    <a:pt x="236664" y="25044"/>
                  </a:lnTo>
                  <a:lnTo>
                    <a:pt x="222021" y="25044"/>
                  </a:lnTo>
                  <a:lnTo>
                    <a:pt x="191516" y="48742"/>
                  </a:lnTo>
                  <a:lnTo>
                    <a:pt x="191516" y="59042"/>
                  </a:lnTo>
                  <a:lnTo>
                    <a:pt x="228346" y="82816"/>
                  </a:lnTo>
                  <a:lnTo>
                    <a:pt x="238264" y="85572"/>
                  </a:lnTo>
                  <a:lnTo>
                    <a:pt x="240842" y="86766"/>
                  </a:lnTo>
                  <a:lnTo>
                    <a:pt x="244741" y="89700"/>
                  </a:lnTo>
                  <a:lnTo>
                    <a:pt x="245719" y="91681"/>
                  </a:lnTo>
                  <a:lnTo>
                    <a:pt x="245719" y="96113"/>
                  </a:lnTo>
                  <a:lnTo>
                    <a:pt x="232003" y="104152"/>
                  </a:lnTo>
                  <a:lnTo>
                    <a:pt x="222148" y="104152"/>
                  </a:lnTo>
                  <a:lnTo>
                    <a:pt x="216623" y="103238"/>
                  </a:lnTo>
                  <a:lnTo>
                    <a:pt x="205701" y="99606"/>
                  </a:lnTo>
                  <a:lnTo>
                    <a:pt x="200977" y="97269"/>
                  </a:lnTo>
                  <a:lnTo>
                    <a:pt x="196977" y="94424"/>
                  </a:lnTo>
                  <a:lnTo>
                    <a:pt x="189649" y="110680"/>
                  </a:lnTo>
                  <a:lnTo>
                    <a:pt x="193827" y="113868"/>
                  </a:lnTo>
                  <a:lnTo>
                    <a:pt x="199326" y="116471"/>
                  </a:lnTo>
                  <a:lnTo>
                    <a:pt x="213004" y="120459"/>
                  </a:lnTo>
                  <a:lnTo>
                    <a:pt x="220154" y="121462"/>
                  </a:lnTo>
                  <a:lnTo>
                    <a:pt x="227609" y="121462"/>
                  </a:lnTo>
                  <a:lnTo>
                    <a:pt x="236499" y="121462"/>
                  </a:lnTo>
                  <a:lnTo>
                    <a:pt x="267169" y="97802"/>
                  </a:lnTo>
                  <a:lnTo>
                    <a:pt x="267169" y="87680"/>
                  </a:lnTo>
                  <a:close/>
                </a:path>
                <a:path w="544830" h="121919">
                  <a:moveTo>
                    <a:pt x="350875" y="26644"/>
                  </a:moveTo>
                  <a:lnTo>
                    <a:pt x="321665" y="26644"/>
                  </a:lnTo>
                  <a:lnTo>
                    <a:pt x="300075" y="26644"/>
                  </a:lnTo>
                  <a:lnTo>
                    <a:pt x="269595" y="26644"/>
                  </a:lnTo>
                  <a:lnTo>
                    <a:pt x="269595" y="44221"/>
                  </a:lnTo>
                  <a:lnTo>
                    <a:pt x="300075" y="44221"/>
                  </a:lnTo>
                  <a:lnTo>
                    <a:pt x="300075" y="119875"/>
                  </a:lnTo>
                  <a:lnTo>
                    <a:pt x="321665" y="119875"/>
                  </a:lnTo>
                  <a:lnTo>
                    <a:pt x="321665" y="44221"/>
                  </a:lnTo>
                  <a:lnTo>
                    <a:pt x="350875" y="44221"/>
                  </a:lnTo>
                  <a:lnTo>
                    <a:pt x="350875" y="26644"/>
                  </a:lnTo>
                  <a:close/>
                </a:path>
                <a:path w="544830" h="121919">
                  <a:moveTo>
                    <a:pt x="445516" y="119875"/>
                  </a:moveTo>
                  <a:lnTo>
                    <a:pt x="424688" y="89992"/>
                  </a:lnTo>
                  <a:lnTo>
                    <a:pt x="430911" y="87236"/>
                  </a:lnTo>
                  <a:lnTo>
                    <a:pt x="435571" y="83400"/>
                  </a:lnTo>
                  <a:lnTo>
                    <a:pt x="442137" y="73367"/>
                  </a:lnTo>
                  <a:lnTo>
                    <a:pt x="443776" y="67398"/>
                  </a:lnTo>
                  <a:lnTo>
                    <a:pt x="443776" y="60464"/>
                  </a:lnTo>
                  <a:lnTo>
                    <a:pt x="421944" y="29667"/>
                  </a:lnTo>
                  <a:lnTo>
                    <a:pt x="421944" y="55321"/>
                  </a:lnTo>
                  <a:lnTo>
                    <a:pt x="421944" y="65532"/>
                  </a:lnTo>
                  <a:lnTo>
                    <a:pt x="420293" y="69507"/>
                  </a:lnTo>
                  <a:lnTo>
                    <a:pt x="413727" y="75272"/>
                  </a:lnTo>
                  <a:lnTo>
                    <a:pt x="408749" y="76720"/>
                  </a:lnTo>
                  <a:lnTo>
                    <a:pt x="384517" y="76720"/>
                  </a:lnTo>
                  <a:lnTo>
                    <a:pt x="384517" y="44221"/>
                  </a:lnTo>
                  <a:lnTo>
                    <a:pt x="408749" y="44221"/>
                  </a:lnTo>
                  <a:lnTo>
                    <a:pt x="413727" y="45643"/>
                  </a:lnTo>
                  <a:lnTo>
                    <a:pt x="420293" y="51320"/>
                  </a:lnTo>
                  <a:lnTo>
                    <a:pt x="421944" y="55321"/>
                  </a:lnTo>
                  <a:lnTo>
                    <a:pt x="421944" y="29667"/>
                  </a:lnTo>
                  <a:lnTo>
                    <a:pt x="362940" y="26644"/>
                  </a:lnTo>
                  <a:lnTo>
                    <a:pt x="362940" y="119875"/>
                  </a:lnTo>
                  <a:lnTo>
                    <a:pt x="374929" y="119875"/>
                  </a:lnTo>
                  <a:lnTo>
                    <a:pt x="384517" y="119875"/>
                  </a:lnTo>
                  <a:lnTo>
                    <a:pt x="384517" y="93903"/>
                  </a:lnTo>
                  <a:lnTo>
                    <a:pt x="398894" y="93903"/>
                  </a:lnTo>
                  <a:lnTo>
                    <a:pt x="404304" y="93903"/>
                  </a:lnTo>
                  <a:lnTo>
                    <a:pt x="422211" y="119875"/>
                  </a:lnTo>
                  <a:lnTo>
                    <a:pt x="445516" y="119875"/>
                  </a:lnTo>
                  <a:close/>
                </a:path>
                <a:path w="544830" h="121919">
                  <a:moveTo>
                    <a:pt x="498119" y="6438"/>
                  </a:moveTo>
                  <a:lnTo>
                    <a:pt x="497230" y="4216"/>
                  </a:lnTo>
                  <a:lnTo>
                    <a:pt x="493687" y="838"/>
                  </a:lnTo>
                  <a:lnTo>
                    <a:pt x="491502" y="0"/>
                  </a:lnTo>
                  <a:lnTo>
                    <a:pt x="486346" y="0"/>
                  </a:lnTo>
                  <a:lnTo>
                    <a:pt x="484162" y="838"/>
                  </a:lnTo>
                  <a:lnTo>
                    <a:pt x="480517" y="4216"/>
                  </a:lnTo>
                  <a:lnTo>
                    <a:pt x="479602" y="6438"/>
                  </a:lnTo>
                  <a:lnTo>
                    <a:pt x="479602" y="11938"/>
                  </a:lnTo>
                  <a:lnTo>
                    <a:pt x="480517" y="14160"/>
                  </a:lnTo>
                  <a:lnTo>
                    <a:pt x="484162" y="17538"/>
                  </a:lnTo>
                  <a:lnTo>
                    <a:pt x="486346" y="18376"/>
                  </a:lnTo>
                  <a:lnTo>
                    <a:pt x="491502" y="18376"/>
                  </a:lnTo>
                  <a:lnTo>
                    <a:pt x="493687" y="17538"/>
                  </a:lnTo>
                  <a:lnTo>
                    <a:pt x="497230" y="14160"/>
                  </a:lnTo>
                  <a:lnTo>
                    <a:pt x="498119" y="11938"/>
                  </a:lnTo>
                  <a:lnTo>
                    <a:pt x="498119" y="6438"/>
                  </a:lnTo>
                  <a:close/>
                </a:path>
                <a:path w="544830" h="121919">
                  <a:moveTo>
                    <a:pt x="525157" y="6438"/>
                  </a:moveTo>
                  <a:lnTo>
                    <a:pt x="524243" y="4216"/>
                  </a:lnTo>
                  <a:lnTo>
                    <a:pt x="520598" y="838"/>
                  </a:lnTo>
                  <a:lnTo>
                    <a:pt x="518414" y="0"/>
                  </a:lnTo>
                  <a:lnTo>
                    <a:pt x="513257" y="0"/>
                  </a:lnTo>
                  <a:lnTo>
                    <a:pt x="511086" y="838"/>
                  </a:lnTo>
                  <a:lnTo>
                    <a:pt x="507530" y="4216"/>
                  </a:lnTo>
                  <a:lnTo>
                    <a:pt x="506641" y="6438"/>
                  </a:lnTo>
                  <a:lnTo>
                    <a:pt x="506641" y="11938"/>
                  </a:lnTo>
                  <a:lnTo>
                    <a:pt x="507530" y="14160"/>
                  </a:lnTo>
                  <a:lnTo>
                    <a:pt x="511086" y="17538"/>
                  </a:lnTo>
                  <a:lnTo>
                    <a:pt x="513257" y="18376"/>
                  </a:lnTo>
                  <a:lnTo>
                    <a:pt x="518414" y="18376"/>
                  </a:lnTo>
                  <a:lnTo>
                    <a:pt x="520598" y="17538"/>
                  </a:lnTo>
                  <a:lnTo>
                    <a:pt x="524243" y="14160"/>
                  </a:lnTo>
                  <a:lnTo>
                    <a:pt x="525157" y="11938"/>
                  </a:lnTo>
                  <a:lnTo>
                    <a:pt x="525157" y="6438"/>
                  </a:lnTo>
                  <a:close/>
                </a:path>
                <a:path w="544830" h="121919">
                  <a:moveTo>
                    <a:pt x="544474" y="26631"/>
                  </a:moveTo>
                  <a:lnTo>
                    <a:pt x="523151" y="26631"/>
                  </a:lnTo>
                  <a:lnTo>
                    <a:pt x="523151" y="86931"/>
                  </a:lnTo>
                  <a:lnTo>
                    <a:pt x="521335" y="93319"/>
                  </a:lnTo>
                  <a:lnTo>
                    <a:pt x="514057" y="101130"/>
                  </a:lnTo>
                  <a:lnTo>
                    <a:pt x="508952" y="103085"/>
                  </a:lnTo>
                  <a:lnTo>
                    <a:pt x="495808" y="103085"/>
                  </a:lnTo>
                  <a:lnTo>
                    <a:pt x="490702" y="101130"/>
                  </a:lnTo>
                  <a:lnTo>
                    <a:pt x="483425" y="93319"/>
                  </a:lnTo>
                  <a:lnTo>
                    <a:pt x="481609" y="86931"/>
                  </a:lnTo>
                  <a:lnTo>
                    <a:pt x="481609" y="26631"/>
                  </a:lnTo>
                  <a:lnTo>
                    <a:pt x="460032" y="26631"/>
                  </a:lnTo>
                  <a:lnTo>
                    <a:pt x="460032" y="78841"/>
                  </a:lnTo>
                  <a:lnTo>
                    <a:pt x="460717" y="88519"/>
                  </a:lnTo>
                  <a:lnTo>
                    <a:pt x="484555" y="118706"/>
                  </a:lnTo>
                  <a:lnTo>
                    <a:pt x="502246" y="121462"/>
                  </a:lnTo>
                  <a:lnTo>
                    <a:pt x="511619" y="120777"/>
                  </a:lnTo>
                  <a:lnTo>
                    <a:pt x="541667" y="97002"/>
                  </a:lnTo>
                  <a:lnTo>
                    <a:pt x="544474" y="78841"/>
                  </a:lnTo>
                  <a:lnTo>
                    <a:pt x="544474" y="26631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1624" y="743204"/>
              <a:ext cx="314731" cy="9323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8594" y="743204"/>
              <a:ext cx="302331" cy="93233"/>
            </a:xfrm>
            <a:prstGeom prst="rect">
              <a:avLst/>
            </a:prstGeom>
          </p:spPr>
        </p:pic>
      </p:grpSp>
      <p:sp>
        <p:nvSpPr>
          <p:cNvPr id="7" name="object 7" descr=""/>
          <p:cNvSpPr/>
          <p:nvPr/>
        </p:nvSpPr>
        <p:spPr>
          <a:xfrm>
            <a:off x="2320721" y="737603"/>
            <a:ext cx="19050" cy="125095"/>
          </a:xfrm>
          <a:custGeom>
            <a:avLst/>
            <a:gdLst/>
            <a:ahLst/>
            <a:cxnLst/>
            <a:rect l="l" t="t" r="r" b="b"/>
            <a:pathLst>
              <a:path w="19050" h="125094">
                <a:moveTo>
                  <a:pt x="19050" y="124665"/>
                </a:moveTo>
                <a:lnTo>
                  <a:pt x="19050" y="0"/>
                </a:lnTo>
                <a:lnTo>
                  <a:pt x="0" y="0"/>
                </a:lnTo>
                <a:lnTo>
                  <a:pt x="0" y="124665"/>
                </a:lnTo>
                <a:lnTo>
                  <a:pt x="19050" y="124665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387435" y="743203"/>
            <a:ext cx="135890" cy="93345"/>
          </a:xfrm>
          <a:custGeom>
            <a:avLst/>
            <a:gdLst/>
            <a:ahLst/>
            <a:cxnLst/>
            <a:rect l="l" t="t" r="r" b="b"/>
            <a:pathLst>
              <a:path w="135889" h="93344">
                <a:moveTo>
                  <a:pt x="104559" y="93230"/>
                </a:moveTo>
                <a:lnTo>
                  <a:pt x="66840" y="8890"/>
                </a:lnTo>
                <a:lnTo>
                  <a:pt x="66840" y="56870"/>
                </a:lnTo>
                <a:lnTo>
                  <a:pt x="37223" y="56870"/>
                </a:lnTo>
                <a:lnTo>
                  <a:pt x="47815" y="31419"/>
                </a:lnTo>
                <a:lnTo>
                  <a:pt x="52057" y="21196"/>
                </a:lnTo>
                <a:lnTo>
                  <a:pt x="56337" y="31508"/>
                </a:lnTo>
                <a:lnTo>
                  <a:pt x="66840" y="56870"/>
                </a:lnTo>
                <a:lnTo>
                  <a:pt x="66840" y="8890"/>
                </a:lnTo>
                <a:lnTo>
                  <a:pt x="62865" y="0"/>
                </a:lnTo>
                <a:lnTo>
                  <a:pt x="41554" y="0"/>
                </a:lnTo>
                <a:lnTo>
                  <a:pt x="0" y="93230"/>
                </a:lnTo>
                <a:lnTo>
                  <a:pt x="20777" y="93230"/>
                </a:lnTo>
                <a:lnTo>
                  <a:pt x="22110" y="93230"/>
                </a:lnTo>
                <a:lnTo>
                  <a:pt x="30416" y="73253"/>
                </a:lnTo>
                <a:lnTo>
                  <a:pt x="73621" y="73253"/>
                </a:lnTo>
                <a:lnTo>
                  <a:pt x="80314" y="89408"/>
                </a:lnTo>
                <a:lnTo>
                  <a:pt x="81902" y="93230"/>
                </a:lnTo>
                <a:lnTo>
                  <a:pt x="104559" y="93230"/>
                </a:lnTo>
                <a:close/>
              </a:path>
              <a:path w="135889" h="93344">
                <a:moveTo>
                  <a:pt x="135839" y="0"/>
                </a:moveTo>
                <a:lnTo>
                  <a:pt x="114274" y="0"/>
                </a:lnTo>
                <a:lnTo>
                  <a:pt x="114274" y="93243"/>
                </a:lnTo>
                <a:lnTo>
                  <a:pt x="135839" y="93243"/>
                </a:lnTo>
                <a:lnTo>
                  <a:pt x="135839" y="0"/>
                </a:lnTo>
                <a:close/>
              </a:path>
            </a:pathLst>
          </a:custGeom>
          <a:solidFill>
            <a:srgbClr val="0FB88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83078" y="741603"/>
            <a:ext cx="364832" cy="96418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7595647" y="694886"/>
            <a:ext cx="266700" cy="183515"/>
            <a:chOff x="7595647" y="694886"/>
            <a:chExt cx="266700" cy="183515"/>
          </a:xfrm>
        </p:grpSpPr>
        <p:sp>
          <p:nvSpPr>
            <p:cNvPr id="11" name="object 11" descr=""/>
            <p:cNvSpPr/>
            <p:nvPr/>
          </p:nvSpPr>
          <p:spPr>
            <a:xfrm>
              <a:off x="7599832" y="699084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258064" y="149529"/>
                  </a:moveTo>
                  <a:lnTo>
                    <a:pt x="258064" y="25260"/>
                  </a:lnTo>
                  <a:lnTo>
                    <a:pt x="257302" y="21551"/>
                  </a:lnTo>
                  <a:lnTo>
                    <a:pt x="232765" y="0"/>
                  </a:lnTo>
                  <a:lnTo>
                    <a:pt x="25272" y="0"/>
                  </a:lnTo>
                  <a:lnTo>
                    <a:pt x="0" y="25260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73" y="174802"/>
                  </a:lnTo>
                  <a:lnTo>
                    <a:pt x="232765" y="174802"/>
                  </a:lnTo>
                  <a:lnTo>
                    <a:pt x="257302" y="153250"/>
                  </a:lnTo>
                  <a:lnTo>
                    <a:pt x="258064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599807" y="699046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47"/>
                  </a:lnTo>
                  <a:lnTo>
                    <a:pt x="21551" y="749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8917" y="0"/>
                  </a:lnTo>
                  <a:lnTo>
                    <a:pt x="232778" y="0"/>
                  </a:lnTo>
                  <a:lnTo>
                    <a:pt x="236499" y="749"/>
                  </a:lnTo>
                  <a:lnTo>
                    <a:pt x="240055" y="2247"/>
                  </a:lnTo>
                  <a:lnTo>
                    <a:pt x="243636" y="3657"/>
                  </a:lnTo>
                  <a:lnTo>
                    <a:pt x="258051" y="25298"/>
                  </a:lnTo>
                  <a:lnTo>
                    <a:pt x="258051" y="29133"/>
                  </a:lnTo>
                  <a:lnTo>
                    <a:pt x="258051" y="145669"/>
                  </a:lnTo>
                  <a:lnTo>
                    <a:pt x="258051" y="149491"/>
                  </a:lnTo>
                  <a:lnTo>
                    <a:pt x="257302" y="153238"/>
                  </a:lnTo>
                  <a:lnTo>
                    <a:pt x="255828" y="156819"/>
                  </a:lnTo>
                  <a:lnTo>
                    <a:pt x="254355" y="160401"/>
                  </a:lnTo>
                  <a:lnTo>
                    <a:pt x="252247" y="163563"/>
                  </a:lnTo>
                  <a:lnTo>
                    <a:pt x="249516" y="166230"/>
                  </a:lnTo>
                  <a:lnTo>
                    <a:pt x="246786" y="168973"/>
                  </a:lnTo>
                  <a:lnTo>
                    <a:pt x="243636" y="171145"/>
                  </a:lnTo>
                  <a:lnTo>
                    <a:pt x="240055" y="172554"/>
                  </a:lnTo>
                  <a:lnTo>
                    <a:pt x="236499" y="174053"/>
                  </a:lnTo>
                  <a:lnTo>
                    <a:pt x="232778" y="174802"/>
                  </a:lnTo>
                  <a:lnTo>
                    <a:pt x="228917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145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63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38"/>
                  </a:lnTo>
                  <a:lnTo>
                    <a:pt x="0" y="149491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75092" y="755408"/>
              <a:ext cx="112395" cy="64376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7928616" y="694886"/>
            <a:ext cx="274955" cy="183515"/>
            <a:chOff x="7928616" y="694886"/>
            <a:chExt cx="274955" cy="183515"/>
          </a:xfrm>
        </p:grpSpPr>
        <p:sp>
          <p:nvSpPr>
            <p:cNvPr id="15" name="object 15" descr=""/>
            <p:cNvSpPr/>
            <p:nvPr/>
          </p:nvSpPr>
          <p:spPr>
            <a:xfrm>
              <a:off x="7932800" y="699084"/>
              <a:ext cx="266700" cy="175260"/>
            </a:xfrm>
            <a:custGeom>
              <a:avLst/>
              <a:gdLst/>
              <a:ahLst/>
              <a:cxnLst/>
              <a:rect l="l" t="t" r="r" b="b"/>
              <a:pathLst>
                <a:path w="266700" h="175259">
                  <a:moveTo>
                    <a:pt x="266395" y="149529"/>
                  </a:moveTo>
                  <a:lnTo>
                    <a:pt x="266395" y="25260"/>
                  </a:lnTo>
                  <a:lnTo>
                    <a:pt x="265633" y="21551"/>
                  </a:lnTo>
                  <a:lnTo>
                    <a:pt x="241096" y="0"/>
                  </a:lnTo>
                  <a:lnTo>
                    <a:pt x="25298" y="0"/>
                  </a:lnTo>
                  <a:lnTo>
                    <a:pt x="0" y="25260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98" y="174802"/>
                  </a:lnTo>
                  <a:lnTo>
                    <a:pt x="241096" y="174802"/>
                  </a:lnTo>
                  <a:lnTo>
                    <a:pt x="265633" y="153250"/>
                  </a:lnTo>
                  <a:lnTo>
                    <a:pt x="266395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932775" y="699046"/>
              <a:ext cx="266700" cy="175260"/>
            </a:xfrm>
            <a:custGeom>
              <a:avLst/>
              <a:gdLst/>
              <a:ahLst/>
              <a:cxnLst/>
              <a:rect l="l" t="t" r="r" b="b"/>
              <a:pathLst>
                <a:path w="266700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47"/>
                  </a:lnTo>
                  <a:lnTo>
                    <a:pt x="21551" y="749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37236" y="0"/>
                  </a:lnTo>
                  <a:lnTo>
                    <a:pt x="241096" y="0"/>
                  </a:lnTo>
                  <a:lnTo>
                    <a:pt x="244817" y="749"/>
                  </a:lnTo>
                  <a:lnTo>
                    <a:pt x="248386" y="2247"/>
                  </a:lnTo>
                  <a:lnTo>
                    <a:pt x="251955" y="3657"/>
                  </a:lnTo>
                  <a:lnTo>
                    <a:pt x="264147" y="17970"/>
                  </a:lnTo>
                  <a:lnTo>
                    <a:pt x="265633" y="21551"/>
                  </a:lnTo>
                  <a:lnTo>
                    <a:pt x="266369" y="25298"/>
                  </a:lnTo>
                  <a:lnTo>
                    <a:pt x="266369" y="29133"/>
                  </a:lnTo>
                  <a:lnTo>
                    <a:pt x="266369" y="145669"/>
                  </a:lnTo>
                  <a:lnTo>
                    <a:pt x="266369" y="149491"/>
                  </a:lnTo>
                  <a:lnTo>
                    <a:pt x="265633" y="153238"/>
                  </a:lnTo>
                  <a:lnTo>
                    <a:pt x="264147" y="156819"/>
                  </a:lnTo>
                  <a:lnTo>
                    <a:pt x="262674" y="160401"/>
                  </a:lnTo>
                  <a:lnTo>
                    <a:pt x="260565" y="163563"/>
                  </a:lnTo>
                  <a:lnTo>
                    <a:pt x="257835" y="166230"/>
                  </a:lnTo>
                  <a:lnTo>
                    <a:pt x="255104" y="168973"/>
                  </a:lnTo>
                  <a:lnTo>
                    <a:pt x="251955" y="171145"/>
                  </a:lnTo>
                  <a:lnTo>
                    <a:pt x="248386" y="172554"/>
                  </a:lnTo>
                  <a:lnTo>
                    <a:pt x="244817" y="174053"/>
                  </a:lnTo>
                  <a:lnTo>
                    <a:pt x="241096" y="174802"/>
                  </a:lnTo>
                  <a:lnTo>
                    <a:pt x="237236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145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63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38"/>
                  </a:lnTo>
                  <a:lnTo>
                    <a:pt x="0" y="149491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12353" y="755408"/>
              <a:ext cx="108584" cy="64376"/>
            </a:xfrm>
            <a:prstGeom prst="rect">
              <a:avLst/>
            </a:prstGeom>
          </p:spPr>
        </p:pic>
      </p:grpSp>
      <p:grpSp>
        <p:nvGrpSpPr>
          <p:cNvPr id="18" name="object 18" descr=""/>
          <p:cNvGrpSpPr/>
          <p:nvPr/>
        </p:nvGrpSpPr>
        <p:grpSpPr>
          <a:xfrm>
            <a:off x="8269903" y="694886"/>
            <a:ext cx="258445" cy="183515"/>
            <a:chOff x="8269903" y="694886"/>
            <a:chExt cx="258445" cy="183515"/>
          </a:xfrm>
        </p:grpSpPr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74101" y="699084"/>
              <a:ext cx="249707" cy="174802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8274062" y="699046"/>
              <a:ext cx="250190" cy="175260"/>
            </a:xfrm>
            <a:custGeom>
              <a:avLst/>
              <a:gdLst/>
              <a:ahLst/>
              <a:cxnLst/>
              <a:rect l="l" t="t" r="r" b="b"/>
              <a:pathLst>
                <a:path w="250190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47"/>
                  </a:lnTo>
                  <a:lnTo>
                    <a:pt x="21551" y="749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0586" y="0"/>
                  </a:lnTo>
                  <a:lnTo>
                    <a:pt x="224447" y="0"/>
                  </a:lnTo>
                  <a:lnTo>
                    <a:pt x="228168" y="749"/>
                  </a:lnTo>
                  <a:lnTo>
                    <a:pt x="231736" y="2247"/>
                  </a:lnTo>
                  <a:lnTo>
                    <a:pt x="235305" y="3657"/>
                  </a:lnTo>
                  <a:lnTo>
                    <a:pt x="247497" y="17970"/>
                  </a:lnTo>
                  <a:lnTo>
                    <a:pt x="248983" y="21551"/>
                  </a:lnTo>
                  <a:lnTo>
                    <a:pt x="249720" y="25298"/>
                  </a:lnTo>
                  <a:lnTo>
                    <a:pt x="249720" y="29133"/>
                  </a:lnTo>
                  <a:lnTo>
                    <a:pt x="249720" y="145669"/>
                  </a:lnTo>
                  <a:lnTo>
                    <a:pt x="249720" y="149491"/>
                  </a:lnTo>
                  <a:lnTo>
                    <a:pt x="248983" y="153238"/>
                  </a:lnTo>
                  <a:lnTo>
                    <a:pt x="247497" y="156819"/>
                  </a:lnTo>
                  <a:lnTo>
                    <a:pt x="246024" y="160401"/>
                  </a:lnTo>
                  <a:lnTo>
                    <a:pt x="243916" y="163563"/>
                  </a:lnTo>
                  <a:lnTo>
                    <a:pt x="241198" y="166230"/>
                  </a:lnTo>
                  <a:lnTo>
                    <a:pt x="238455" y="168973"/>
                  </a:lnTo>
                  <a:lnTo>
                    <a:pt x="235305" y="171145"/>
                  </a:lnTo>
                  <a:lnTo>
                    <a:pt x="231736" y="172554"/>
                  </a:lnTo>
                  <a:lnTo>
                    <a:pt x="228168" y="174053"/>
                  </a:lnTo>
                  <a:lnTo>
                    <a:pt x="224447" y="174802"/>
                  </a:lnTo>
                  <a:lnTo>
                    <a:pt x="220586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145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63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38"/>
                  </a:lnTo>
                  <a:lnTo>
                    <a:pt x="0" y="149491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50529" y="754405"/>
              <a:ext cx="95783" cy="66294"/>
            </a:xfrm>
            <a:prstGeom prst="rect">
              <a:avLst/>
            </a:prstGeom>
          </p:spPr>
        </p:pic>
      </p:grpSp>
      <p:grpSp>
        <p:nvGrpSpPr>
          <p:cNvPr id="22" name="object 22" descr=""/>
          <p:cNvGrpSpPr/>
          <p:nvPr/>
        </p:nvGrpSpPr>
        <p:grpSpPr>
          <a:xfrm>
            <a:off x="8594553" y="694886"/>
            <a:ext cx="266700" cy="183515"/>
            <a:chOff x="8594553" y="694886"/>
            <a:chExt cx="266700" cy="183515"/>
          </a:xfrm>
        </p:grpSpPr>
        <p:sp>
          <p:nvSpPr>
            <p:cNvPr id="23" name="object 23" descr=""/>
            <p:cNvSpPr/>
            <p:nvPr/>
          </p:nvSpPr>
          <p:spPr>
            <a:xfrm>
              <a:off x="8598712" y="699084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258089" y="149529"/>
                  </a:moveTo>
                  <a:lnTo>
                    <a:pt x="258089" y="25260"/>
                  </a:lnTo>
                  <a:lnTo>
                    <a:pt x="257327" y="21551"/>
                  </a:lnTo>
                  <a:lnTo>
                    <a:pt x="232790" y="0"/>
                  </a:lnTo>
                  <a:lnTo>
                    <a:pt x="25298" y="0"/>
                  </a:lnTo>
                  <a:lnTo>
                    <a:pt x="0" y="25260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98" y="174802"/>
                  </a:lnTo>
                  <a:lnTo>
                    <a:pt x="232790" y="174802"/>
                  </a:lnTo>
                  <a:lnTo>
                    <a:pt x="257327" y="153250"/>
                  </a:lnTo>
                  <a:lnTo>
                    <a:pt x="258089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598712" y="699046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47"/>
                  </a:lnTo>
                  <a:lnTo>
                    <a:pt x="21551" y="749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8917" y="0"/>
                  </a:lnTo>
                  <a:lnTo>
                    <a:pt x="232740" y="0"/>
                  </a:lnTo>
                  <a:lnTo>
                    <a:pt x="236486" y="749"/>
                  </a:lnTo>
                  <a:lnTo>
                    <a:pt x="240068" y="2247"/>
                  </a:lnTo>
                  <a:lnTo>
                    <a:pt x="243649" y="3657"/>
                  </a:lnTo>
                  <a:lnTo>
                    <a:pt x="255803" y="17970"/>
                  </a:lnTo>
                  <a:lnTo>
                    <a:pt x="257302" y="21551"/>
                  </a:lnTo>
                  <a:lnTo>
                    <a:pt x="258051" y="25298"/>
                  </a:lnTo>
                  <a:lnTo>
                    <a:pt x="258051" y="29133"/>
                  </a:lnTo>
                  <a:lnTo>
                    <a:pt x="258051" y="145669"/>
                  </a:lnTo>
                  <a:lnTo>
                    <a:pt x="258051" y="149491"/>
                  </a:lnTo>
                  <a:lnTo>
                    <a:pt x="257302" y="153238"/>
                  </a:lnTo>
                  <a:lnTo>
                    <a:pt x="255803" y="156819"/>
                  </a:lnTo>
                  <a:lnTo>
                    <a:pt x="254381" y="160401"/>
                  </a:lnTo>
                  <a:lnTo>
                    <a:pt x="252222" y="163563"/>
                  </a:lnTo>
                  <a:lnTo>
                    <a:pt x="249478" y="166230"/>
                  </a:lnTo>
                  <a:lnTo>
                    <a:pt x="246811" y="168973"/>
                  </a:lnTo>
                  <a:lnTo>
                    <a:pt x="243649" y="171145"/>
                  </a:lnTo>
                  <a:lnTo>
                    <a:pt x="240068" y="172554"/>
                  </a:lnTo>
                  <a:lnTo>
                    <a:pt x="236486" y="174053"/>
                  </a:lnTo>
                  <a:lnTo>
                    <a:pt x="232740" y="174802"/>
                  </a:lnTo>
                  <a:lnTo>
                    <a:pt x="228917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145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63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38"/>
                  </a:lnTo>
                  <a:lnTo>
                    <a:pt x="0" y="149491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72550" y="755408"/>
              <a:ext cx="108585" cy="65290"/>
            </a:xfrm>
            <a:prstGeom prst="rect">
              <a:avLst/>
            </a:prstGeom>
          </p:spPr>
        </p:pic>
      </p:grpSp>
      <p:grpSp>
        <p:nvGrpSpPr>
          <p:cNvPr id="26" name="object 26" descr=""/>
          <p:cNvGrpSpPr/>
          <p:nvPr/>
        </p:nvGrpSpPr>
        <p:grpSpPr>
          <a:xfrm>
            <a:off x="8927522" y="694886"/>
            <a:ext cx="283210" cy="183515"/>
            <a:chOff x="8927522" y="694886"/>
            <a:chExt cx="283210" cy="183515"/>
          </a:xfrm>
        </p:grpSpPr>
        <p:sp>
          <p:nvSpPr>
            <p:cNvPr id="27" name="object 27" descr=""/>
            <p:cNvSpPr/>
            <p:nvPr/>
          </p:nvSpPr>
          <p:spPr>
            <a:xfrm>
              <a:off x="8931707" y="699084"/>
              <a:ext cx="274955" cy="175260"/>
            </a:xfrm>
            <a:custGeom>
              <a:avLst/>
              <a:gdLst/>
              <a:ahLst/>
              <a:cxnLst/>
              <a:rect l="l" t="t" r="r" b="b"/>
              <a:pathLst>
                <a:path w="274954" h="175259">
                  <a:moveTo>
                    <a:pt x="274701" y="149529"/>
                  </a:moveTo>
                  <a:lnTo>
                    <a:pt x="274701" y="25260"/>
                  </a:lnTo>
                  <a:lnTo>
                    <a:pt x="273939" y="21551"/>
                  </a:lnTo>
                  <a:lnTo>
                    <a:pt x="249402" y="0"/>
                  </a:lnTo>
                  <a:lnTo>
                    <a:pt x="25222" y="0"/>
                  </a:lnTo>
                  <a:lnTo>
                    <a:pt x="0" y="25260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22" y="174802"/>
                  </a:lnTo>
                  <a:lnTo>
                    <a:pt x="249402" y="174802"/>
                  </a:lnTo>
                  <a:lnTo>
                    <a:pt x="273939" y="153250"/>
                  </a:lnTo>
                  <a:lnTo>
                    <a:pt x="274701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8931681" y="699046"/>
              <a:ext cx="274955" cy="175260"/>
            </a:xfrm>
            <a:custGeom>
              <a:avLst/>
              <a:gdLst/>
              <a:ahLst/>
              <a:cxnLst/>
              <a:rect l="l" t="t" r="r" b="b"/>
              <a:pathLst>
                <a:path w="274954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49" y="21551"/>
                  </a:lnTo>
                  <a:lnTo>
                    <a:pt x="2247" y="17970"/>
                  </a:lnTo>
                  <a:lnTo>
                    <a:pt x="3657" y="14401"/>
                  </a:lnTo>
                  <a:lnTo>
                    <a:pt x="17983" y="2247"/>
                  </a:lnTo>
                  <a:lnTo>
                    <a:pt x="21564" y="749"/>
                  </a:lnTo>
                  <a:lnTo>
                    <a:pt x="25298" y="0"/>
                  </a:lnTo>
                  <a:lnTo>
                    <a:pt x="29133" y="0"/>
                  </a:lnTo>
                  <a:lnTo>
                    <a:pt x="245567" y="0"/>
                  </a:lnTo>
                  <a:lnTo>
                    <a:pt x="249389" y="0"/>
                  </a:lnTo>
                  <a:lnTo>
                    <a:pt x="253136" y="749"/>
                  </a:lnTo>
                  <a:lnTo>
                    <a:pt x="256717" y="2247"/>
                  </a:lnTo>
                  <a:lnTo>
                    <a:pt x="260299" y="3657"/>
                  </a:lnTo>
                  <a:lnTo>
                    <a:pt x="272453" y="17970"/>
                  </a:lnTo>
                  <a:lnTo>
                    <a:pt x="273951" y="21551"/>
                  </a:lnTo>
                  <a:lnTo>
                    <a:pt x="274701" y="25298"/>
                  </a:lnTo>
                  <a:lnTo>
                    <a:pt x="274701" y="29133"/>
                  </a:lnTo>
                  <a:lnTo>
                    <a:pt x="274701" y="145669"/>
                  </a:lnTo>
                  <a:lnTo>
                    <a:pt x="274701" y="149491"/>
                  </a:lnTo>
                  <a:lnTo>
                    <a:pt x="273951" y="153238"/>
                  </a:lnTo>
                  <a:lnTo>
                    <a:pt x="272453" y="156819"/>
                  </a:lnTo>
                  <a:lnTo>
                    <a:pt x="271030" y="160401"/>
                  </a:lnTo>
                  <a:lnTo>
                    <a:pt x="268871" y="163563"/>
                  </a:lnTo>
                  <a:lnTo>
                    <a:pt x="266128" y="166230"/>
                  </a:lnTo>
                  <a:lnTo>
                    <a:pt x="263461" y="168973"/>
                  </a:lnTo>
                  <a:lnTo>
                    <a:pt x="260299" y="171145"/>
                  </a:lnTo>
                  <a:lnTo>
                    <a:pt x="256717" y="172554"/>
                  </a:lnTo>
                  <a:lnTo>
                    <a:pt x="253136" y="174053"/>
                  </a:lnTo>
                  <a:lnTo>
                    <a:pt x="249389" y="174802"/>
                  </a:lnTo>
                  <a:lnTo>
                    <a:pt x="245567" y="174802"/>
                  </a:lnTo>
                  <a:lnTo>
                    <a:pt x="29133" y="174802"/>
                  </a:lnTo>
                  <a:lnTo>
                    <a:pt x="25298" y="174802"/>
                  </a:lnTo>
                  <a:lnTo>
                    <a:pt x="21564" y="174053"/>
                  </a:lnTo>
                  <a:lnTo>
                    <a:pt x="17983" y="172554"/>
                  </a:lnTo>
                  <a:lnTo>
                    <a:pt x="14401" y="171145"/>
                  </a:lnTo>
                  <a:lnTo>
                    <a:pt x="11239" y="168973"/>
                  </a:lnTo>
                  <a:lnTo>
                    <a:pt x="8572" y="166230"/>
                  </a:lnTo>
                  <a:lnTo>
                    <a:pt x="5829" y="163563"/>
                  </a:lnTo>
                  <a:lnTo>
                    <a:pt x="3657" y="160401"/>
                  </a:lnTo>
                  <a:lnTo>
                    <a:pt x="2247" y="156819"/>
                  </a:lnTo>
                  <a:lnTo>
                    <a:pt x="749" y="153238"/>
                  </a:lnTo>
                  <a:lnTo>
                    <a:pt x="0" y="149491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009964" y="755408"/>
              <a:ext cx="120015" cy="64376"/>
            </a:xfrm>
            <a:prstGeom prst="rect">
              <a:avLst/>
            </a:prstGeom>
          </p:spPr>
        </p:pic>
      </p:grpSp>
      <p:sp>
        <p:nvSpPr>
          <p:cNvPr id="30" name="object 30" descr=""/>
          <p:cNvSpPr txBox="1"/>
          <p:nvPr/>
        </p:nvSpPr>
        <p:spPr>
          <a:xfrm>
            <a:off x="848702" y="1140327"/>
            <a:ext cx="379730" cy="3949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>
                <a:solidFill>
                  <a:srgbClr val="0FB880"/>
                </a:solidFill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1334388" y="1262633"/>
            <a:ext cx="909955" cy="255904"/>
            <a:chOff x="1334388" y="1262633"/>
            <a:chExt cx="909955" cy="255904"/>
          </a:xfrm>
        </p:grpSpPr>
        <p:pic>
          <p:nvPicPr>
            <p:cNvPr id="32" name="object 3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34388" y="1262633"/>
              <a:ext cx="344424" cy="200456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1712772" y="1304797"/>
              <a:ext cx="531495" cy="213995"/>
            </a:xfrm>
            <a:custGeom>
              <a:avLst/>
              <a:gdLst/>
              <a:ahLst/>
              <a:cxnLst/>
              <a:rect l="l" t="t" r="r" b="b"/>
              <a:pathLst>
                <a:path w="531494" h="213994">
                  <a:moveTo>
                    <a:pt x="171805" y="79248"/>
                  </a:moveTo>
                  <a:lnTo>
                    <a:pt x="161759" y="37211"/>
                  </a:lnTo>
                  <a:lnTo>
                    <a:pt x="134581" y="9766"/>
                  </a:lnTo>
                  <a:lnTo>
                    <a:pt x="117462" y="2768"/>
                  </a:lnTo>
                  <a:lnTo>
                    <a:pt x="117462" y="71513"/>
                  </a:lnTo>
                  <a:lnTo>
                    <a:pt x="117462" y="86982"/>
                  </a:lnTo>
                  <a:lnTo>
                    <a:pt x="91236" y="115760"/>
                  </a:lnTo>
                  <a:lnTo>
                    <a:pt x="79159" y="115760"/>
                  </a:lnTo>
                  <a:lnTo>
                    <a:pt x="53784" y="90830"/>
                  </a:lnTo>
                  <a:lnTo>
                    <a:pt x="53784" y="130200"/>
                  </a:lnTo>
                  <a:lnTo>
                    <a:pt x="51219" y="84289"/>
                  </a:lnTo>
                  <a:lnTo>
                    <a:pt x="52933" y="114896"/>
                  </a:lnTo>
                  <a:lnTo>
                    <a:pt x="53784" y="130200"/>
                  </a:lnTo>
                  <a:lnTo>
                    <a:pt x="53784" y="90830"/>
                  </a:lnTo>
                  <a:lnTo>
                    <a:pt x="52933" y="86982"/>
                  </a:lnTo>
                  <a:lnTo>
                    <a:pt x="52933" y="71513"/>
                  </a:lnTo>
                  <a:lnTo>
                    <a:pt x="79159" y="42735"/>
                  </a:lnTo>
                  <a:lnTo>
                    <a:pt x="91236" y="42735"/>
                  </a:lnTo>
                  <a:lnTo>
                    <a:pt x="96520" y="44119"/>
                  </a:lnTo>
                  <a:lnTo>
                    <a:pt x="96659" y="44145"/>
                  </a:lnTo>
                  <a:lnTo>
                    <a:pt x="106286" y="49809"/>
                  </a:lnTo>
                  <a:lnTo>
                    <a:pt x="110147" y="53962"/>
                  </a:lnTo>
                  <a:lnTo>
                    <a:pt x="116001" y="64909"/>
                  </a:lnTo>
                  <a:lnTo>
                    <a:pt x="117462" y="71513"/>
                  </a:lnTo>
                  <a:lnTo>
                    <a:pt x="117462" y="2768"/>
                  </a:lnTo>
                  <a:lnTo>
                    <a:pt x="116497" y="2451"/>
                  </a:lnTo>
                  <a:lnTo>
                    <a:pt x="106743" y="622"/>
                  </a:lnTo>
                  <a:lnTo>
                    <a:pt x="96659" y="12"/>
                  </a:lnTo>
                  <a:lnTo>
                    <a:pt x="96520" y="0"/>
                  </a:lnTo>
                  <a:lnTo>
                    <a:pt x="87109" y="508"/>
                  </a:lnTo>
                  <a:lnTo>
                    <a:pt x="86614" y="533"/>
                  </a:lnTo>
                  <a:lnTo>
                    <a:pt x="77584" y="2133"/>
                  </a:lnTo>
                  <a:lnTo>
                    <a:pt x="69418" y="4775"/>
                  </a:lnTo>
                  <a:lnTo>
                    <a:pt x="62128" y="8483"/>
                  </a:lnTo>
                  <a:lnTo>
                    <a:pt x="55689" y="13296"/>
                  </a:lnTo>
                  <a:lnTo>
                    <a:pt x="51231" y="18046"/>
                  </a:lnTo>
                  <a:lnTo>
                    <a:pt x="51231" y="2540"/>
                  </a:lnTo>
                  <a:lnTo>
                    <a:pt x="0" y="2540"/>
                  </a:lnTo>
                  <a:lnTo>
                    <a:pt x="0" y="210858"/>
                  </a:lnTo>
                  <a:lnTo>
                    <a:pt x="34823" y="210858"/>
                  </a:lnTo>
                  <a:lnTo>
                    <a:pt x="53784" y="210858"/>
                  </a:lnTo>
                  <a:lnTo>
                    <a:pt x="53784" y="142049"/>
                  </a:lnTo>
                  <a:lnTo>
                    <a:pt x="56591" y="145008"/>
                  </a:lnTo>
                  <a:lnTo>
                    <a:pt x="63119" y="149860"/>
                  </a:lnTo>
                  <a:lnTo>
                    <a:pt x="96520" y="158496"/>
                  </a:lnTo>
                  <a:lnTo>
                    <a:pt x="106286" y="157924"/>
                  </a:lnTo>
                  <a:lnTo>
                    <a:pt x="106743" y="157899"/>
                  </a:lnTo>
                  <a:lnTo>
                    <a:pt x="116001" y="156184"/>
                  </a:lnTo>
                  <a:lnTo>
                    <a:pt x="116497" y="156095"/>
                  </a:lnTo>
                  <a:lnTo>
                    <a:pt x="117462" y="155778"/>
                  </a:lnTo>
                  <a:lnTo>
                    <a:pt x="156286" y="129819"/>
                  </a:lnTo>
                  <a:lnTo>
                    <a:pt x="171170" y="91008"/>
                  </a:lnTo>
                  <a:lnTo>
                    <a:pt x="171805" y="79248"/>
                  </a:lnTo>
                  <a:close/>
                </a:path>
                <a:path w="531494" h="213994">
                  <a:moveTo>
                    <a:pt x="337210" y="70764"/>
                  </a:moveTo>
                  <a:lnTo>
                    <a:pt x="325666" y="26898"/>
                  </a:lnTo>
                  <a:lnTo>
                    <a:pt x="291973" y="4279"/>
                  </a:lnTo>
                  <a:lnTo>
                    <a:pt x="258813" y="12"/>
                  </a:lnTo>
                  <a:lnTo>
                    <a:pt x="252882" y="203"/>
                  </a:lnTo>
                  <a:lnTo>
                    <a:pt x="249758" y="292"/>
                  </a:lnTo>
                  <a:lnTo>
                    <a:pt x="205498" y="10299"/>
                  </a:lnTo>
                  <a:lnTo>
                    <a:pt x="191325" y="17741"/>
                  </a:lnTo>
                  <a:lnTo>
                    <a:pt x="191173" y="17830"/>
                  </a:lnTo>
                  <a:lnTo>
                    <a:pt x="209296" y="54343"/>
                  </a:lnTo>
                  <a:lnTo>
                    <a:pt x="214579" y="50190"/>
                  </a:lnTo>
                  <a:lnTo>
                    <a:pt x="220992" y="46939"/>
                  </a:lnTo>
                  <a:lnTo>
                    <a:pt x="236080" y="42227"/>
                  </a:lnTo>
                  <a:lnTo>
                    <a:pt x="243535" y="41046"/>
                  </a:lnTo>
                  <a:lnTo>
                    <a:pt x="252882" y="41160"/>
                  </a:lnTo>
                  <a:lnTo>
                    <a:pt x="283451" y="59156"/>
                  </a:lnTo>
                  <a:lnTo>
                    <a:pt x="283451" y="65379"/>
                  </a:lnTo>
                  <a:lnTo>
                    <a:pt x="289102" y="65379"/>
                  </a:lnTo>
                  <a:lnTo>
                    <a:pt x="283451" y="65405"/>
                  </a:lnTo>
                  <a:lnTo>
                    <a:pt x="283451" y="93408"/>
                  </a:lnTo>
                  <a:lnTo>
                    <a:pt x="283451" y="106705"/>
                  </a:lnTo>
                  <a:lnTo>
                    <a:pt x="281178" y="112737"/>
                  </a:lnTo>
                  <a:lnTo>
                    <a:pt x="277647" y="117221"/>
                  </a:lnTo>
                  <a:lnTo>
                    <a:pt x="268020" y="123075"/>
                  </a:lnTo>
                  <a:lnTo>
                    <a:pt x="262686" y="124536"/>
                  </a:lnTo>
                  <a:lnTo>
                    <a:pt x="250609" y="124536"/>
                  </a:lnTo>
                  <a:lnTo>
                    <a:pt x="245706" y="123113"/>
                  </a:lnTo>
                  <a:lnTo>
                    <a:pt x="240677" y="119151"/>
                  </a:lnTo>
                  <a:lnTo>
                    <a:pt x="238493" y="117373"/>
                  </a:lnTo>
                  <a:lnTo>
                    <a:pt x="236740" y="113677"/>
                  </a:lnTo>
                  <a:lnTo>
                    <a:pt x="236740" y="104254"/>
                  </a:lnTo>
                  <a:lnTo>
                    <a:pt x="238493" y="100482"/>
                  </a:lnTo>
                  <a:lnTo>
                    <a:pt x="245465" y="94818"/>
                  </a:lnTo>
                  <a:lnTo>
                    <a:pt x="250609" y="93624"/>
                  </a:lnTo>
                  <a:lnTo>
                    <a:pt x="250901" y="93560"/>
                  </a:lnTo>
                  <a:lnTo>
                    <a:pt x="251396" y="93433"/>
                  </a:lnTo>
                  <a:lnTo>
                    <a:pt x="283451" y="93408"/>
                  </a:lnTo>
                  <a:lnTo>
                    <a:pt x="283451" y="65405"/>
                  </a:lnTo>
                  <a:lnTo>
                    <a:pt x="249758" y="65481"/>
                  </a:lnTo>
                  <a:lnTo>
                    <a:pt x="245706" y="65608"/>
                  </a:lnTo>
                  <a:lnTo>
                    <a:pt x="241846" y="65722"/>
                  </a:lnTo>
                  <a:lnTo>
                    <a:pt x="240677" y="65824"/>
                  </a:lnTo>
                  <a:lnTo>
                    <a:pt x="231571" y="66738"/>
                  </a:lnTo>
                  <a:lnTo>
                    <a:pt x="231292" y="66763"/>
                  </a:lnTo>
                  <a:lnTo>
                    <a:pt x="195973" y="81889"/>
                  </a:lnTo>
                  <a:lnTo>
                    <a:pt x="184670" y="111226"/>
                  </a:lnTo>
                  <a:lnTo>
                    <a:pt x="184670" y="120103"/>
                  </a:lnTo>
                  <a:lnTo>
                    <a:pt x="210705" y="152273"/>
                  </a:lnTo>
                  <a:lnTo>
                    <a:pt x="236080" y="158242"/>
                  </a:lnTo>
                  <a:lnTo>
                    <a:pt x="236740" y="158280"/>
                  </a:lnTo>
                  <a:lnTo>
                    <a:pt x="274243" y="150431"/>
                  </a:lnTo>
                  <a:lnTo>
                    <a:pt x="283451" y="141706"/>
                  </a:lnTo>
                  <a:lnTo>
                    <a:pt x="284543" y="140423"/>
                  </a:lnTo>
                  <a:lnTo>
                    <a:pt x="287121" y="135839"/>
                  </a:lnTo>
                  <a:lnTo>
                    <a:pt x="287121" y="155943"/>
                  </a:lnTo>
                  <a:lnTo>
                    <a:pt x="290804" y="155943"/>
                  </a:lnTo>
                  <a:lnTo>
                    <a:pt x="337210" y="155943"/>
                  </a:lnTo>
                  <a:lnTo>
                    <a:pt x="337210" y="70764"/>
                  </a:lnTo>
                  <a:close/>
                </a:path>
                <a:path w="531494" h="213994">
                  <a:moveTo>
                    <a:pt x="531469" y="2540"/>
                  </a:moveTo>
                  <a:lnTo>
                    <a:pt x="480250" y="2540"/>
                  </a:lnTo>
                  <a:lnTo>
                    <a:pt x="442341" y="96278"/>
                  </a:lnTo>
                  <a:lnTo>
                    <a:pt x="404672" y="2540"/>
                  </a:lnTo>
                  <a:lnTo>
                    <a:pt x="349491" y="2540"/>
                  </a:lnTo>
                  <a:lnTo>
                    <a:pt x="415290" y="158115"/>
                  </a:lnTo>
                  <a:lnTo>
                    <a:pt x="414388" y="160197"/>
                  </a:lnTo>
                  <a:lnTo>
                    <a:pt x="411480" y="164338"/>
                  </a:lnTo>
                  <a:lnTo>
                    <a:pt x="404672" y="169633"/>
                  </a:lnTo>
                  <a:lnTo>
                    <a:pt x="400062" y="170942"/>
                  </a:lnTo>
                  <a:lnTo>
                    <a:pt x="390055" y="170942"/>
                  </a:lnTo>
                  <a:lnTo>
                    <a:pt x="385851" y="170141"/>
                  </a:lnTo>
                  <a:lnTo>
                    <a:pt x="377367" y="166941"/>
                  </a:lnTo>
                  <a:lnTo>
                    <a:pt x="373646" y="164719"/>
                  </a:lnTo>
                  <a:lnTo>
                    <a:pt x="370433" y="161886"/>
                  </a:lnTo>
                  <a:lnTo>
                    <a:pt x="351751" y="199529"/>
                  </a:lnTo>
                  <a:lnTo>
                    <a:pt x="356844" y="203682"/>
                  </a:lnTo>
                  <a:lnTo>
                    <a:pt x="363499" y="207035"/>
                  </a:lnTo>
                  <a:lnTo>
                    <a:pt x="379907" y="212128"/>
                  </a:lnTo>
                  <a:lnTo>
                    <a:pt x="388073" y="213398"/>
                  </a:lnTo>
                  <a:lnTo>
                    <a:pt x="396189" y="213398"/>
                  </a:lnTo>
                  <a:lnTo>
                    <a:pt x="403656" y="213118"/>
                  </a:lnTo>
                  <a:lnTo>
                    <a:pt x="410794" y="212267"/>
                  </a:lnTo>
                  <a:lnTo>
                    <a:pt x="416852" y="211010"/>
                  </a:lnTo>
                  <a:lnTo>
                    <a:pt x="417131" y="210959"/>
                  </a:lnTo>
                  <a:lnTo>
                    <a:pt x="452005" y="187045"/>
                  </a:lnTo>
                  <a:lnTo>
                    <a:pt x="465251" y="162179"/>
                  </a:lnTo>
                  <a:lnTo>
                    <a:pt x="531469" y="2540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 descr=""/>
          <p:cNvGrpSpPr/>
          <p:nvPr/>
        </p:nvGrpSpPr>
        <p:grpSpPr>
          <a:xfrm>
            <a:off x="2333117" y="1250734"/>
            <a:ext cx="713105" cy="212725"/>
            <a:chOff x="2333117" y="1250734"/>
            <a:chExt cx="713105" cy="212725"/>
          </a:xfrm>
        </p:grpSpPr>
        <p:pic>
          <p:nvPicPr>
            <p:cNvPr id="35" name="object 3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33117" y="1262634"/>
              <a:ext cx="355269" cy="200660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713380" y="1250734"/>
              <a:ext cx="332549" cy="212355"/>
            </a:xfrm>
            <a:prstGeom prst="rect">
              <a:avLst/>
            </a:prstGeom>
          </p:spPr>
        </p:pic>
      </p:grpSp>
      <p:grpSp>
        <p:nvGrpSpPr>
          <p:cNvPr id="37" name="object 37" descr=""/>
          <p:cNvGrpSpPr/>
          <p:nvPr/>
        </p:nvGrpSpPr>
        <p:grpSpPr>
          <a:xfrm>
            <a:off x="3164801" y="1250746"/>
            <a:ext cx="975360" cy="212725"/>
            <a:chOff x="3164801" y="1250746"/>
            <a:chExt cx="975360" cy="212725"/>
          </a:xfrm>
        </p:grpSpPr>
        <p:sp>
          <p:nvSpPr>
            <p:cNvPr id="38" name="object 38" descr=""/>
            <p:cNvSpPr/>
            <p:nvPr/>
          </p:nvSpPr>
          <p:spPr>
            <a:xfrm>
              <a:off x="3164802" y="1250746"/>
              <a:ext cx="584200" cy="212725"/>
            </a:xfrm>
            <a:custGeom>
              <a:avLst/>
              <a:gdLst/>
              <a:ahLst/>
              <a:cxnLst/>
              <a:rect l="l" t="t" r="r" b="b"/>
              <a:pathLst>
                <a:path w="584200" h="212725">
                  <a:moveTo>
                    <a:pt x="188493" y="155651"/>
                  </a:moveTo>
                  <a:lnTo>
                    <a:pt x="169494" y="115760"/>
                  </a:lnTo>
                  <a:lnTo>
                    <a:pt x="151765" y="106641"/>
                  </a:lnTo>
                  <a:lnTo>
                    <a:pt x="155041" y="104914"/>
                  </a:lnTo>
                  <a:lnTo>
                    <a:pt x="176784" y="78168"/>
                  </a:lnTo>
                  <a:lnTo>
                    <a:pt x="176784" y="78295"/>
                  </a:lnTo>
                  <a:lnTo>
                    <a:pt x="178358" y="71081"/>
                  </a:lnTo>
                  <a:lnTo>
                    <a:pt x="178866" y="63677"/>
                  </a:lnTo>
                  <a:lnTo>
                    <a:pt x="177660" y="52641"/>
                  </a:lnTo>
                  <a:lnTo>
                    <a:pt x="148755" y="19926"/>
                  </a:lnTo>
                  <a:lnTo>
                    <a:pt x="131889" y="14871"/>
                  </a:lnTo>
                  <a:lnTo>
                    <a:pt x="131889" y="142646"/>
                  </a:lnTo>
                  <a:lnTo>
                    <a:pt x="131889" y="156222"/>
                  </a:lnTo>
                  <a:lnTo>
                    <a:pt x="129286" y="161505"/>
                  </a:lnTo>
                  <a:lnTo>
                    <a:pt x="129286" y="161353"/>
                  </a:lnTo>
                  <a:lnTo>
                    <a:pt x="119392" y="167868"/>
                  </a:lnTo>
                  <a:lnTo>
                    <a:pt x="112077" y="169519"/>
                  </a:lnTo>
                  <a:lnTo>
                    <a:pt x="55473" y="169519"/>
                  </a:lnTo>
                  <a:lnTo>
                    <a:pt x="55473" y="129336"/>
                  </a:lnTo>
                  <a:lnTo>
                    <a:pt x="112077" y="129336"/>
                  </a:lnTo>
                  <a:lnTo>
                    <a:pt x="113487" y="129667"/>
                  </a:lnTo>
                  <a:lnTo>
                    <a:pt x="119151" y="130937"/>
                  </a:lnTo>
                  <a:lnTo>
                    <a:pt x="119392" y="130987"/>
                  </a:lnTo>
                  <a:lnTo>
                    <a:pt x="129286" y="137528"/>
                  </a:lnTo>
                  <a:lnTo>
                    <a:pt x="129286" y="137375"/>
                  </a:lnTo>
                  <a:lnTo>
                    <a:pt x="131889" y="142646"/>
                  </a:lnTo>
                  <a:lnTo>
                    <a:pt x="131889" y="14871"/>
                  </a:lnTo>
                  <a:lnTo>
                    <a:pt x="122275" y="13246"/>
                  </a:lnTo>
                  <a:lnTo>
                    <a:pt x="122275" y="64897"/>
                  </a:lnTo>
                  <a:lnTo>
                    <a:pt x="122275" y="77736"/>
                  </a:lnTo>
                  <a:lnTo>
                    <a:pt x="119913" y="82537"/>
                  </a:lnTo>
                  <a:lnTo>
                    <a:pt x="119621" y="82740"/>
                  </a:lnTo>
                  <a:lnTo>
                    <a:pt x="119621" y="114935"/>
                  </a:lnTo>
                  <a:lnTo>
                    <a:pt x="113487" y="115189"/>
                  </a:lnTo>
                  <a:lnTo>
                    <a:pt x="119151" y="114947"/>
                  </a:lnTo>
                  <a:lnTo>
                    <a:pt x="119621" y="114935"/>
                  </a:lnTo>
                  <a:lnTo>
                    <a:pt x="119621" y="82740"/>
                  </a:lnTo>
                  <a:lnTo>
                    <a:pt x="110477" y="88963"/>
                  </a:lnTo>
                  <a:lnTo>
                    <a:pt x="103403" y="90563"/>
                  </a:lnTo>
                  <a:lnTo>
                    <a:pt x="55473" y="90563"/>
                  </a:lnTo>
                  <a:lnTo>
                    <a:pt x="55473" y="52349"/>
                  </a:lnTo>
                  <a:lnTo>
                    <a:pt x="103403" y="52349"/>
                  </a:lnTo>
                  <a:lnTo>
                    <a:pt x="110477" y="53911"/>
                  </a:lnTo>
                  <a:lnTo>
                    <a:pt x="119913" y="60134"/>
                  </a:lnTo>
                  <a:lnTo>
                    <a:pt x="122275" y="64897"/>
                  </a:lnTo>
                  <a:lnTo>
                    <a:pt x="122275" y="13246"/>
                  </a:lnTo>
                  <a:lnTo>
                    <a:pt x="119913" y="12839"/>
                  </a:lnTo>
                  <a:lnTo>
                    <a:pt x="119151" y="12763"/>
                  </a:lnTo>
                  <a:lnTo>
                    <a:pt x="103403" y="12001"/>
                  </a:lnTo>
                  <a:lnTo>
                    <a:pt x="0" y="11887"/>
                  </a:lnTo>
                  <a:lnTo>
                    <a:pt x="0" y="209994"/>
                  </a:lnTo>
                  <a:lnTo>
                    <a:pt x="51511" y="209994"/>
                  </a:lnTo>
                  <a:lnTo>
                    <a:pt x="106984" y="209994"/>
                  </a:lnTo>
                  <a:lnTo>
                    <a:pt x="119151" y="209423"/>
                  </a:lnTo>
                  <a:lnTo>
                    <a:pt x="119913" y="209384"/>
                  </a:lnTo>
                  <a:lnTo>
                    <a:pt x="122275" y="209270"/>
                  </a:lnTo>
                  <a:lnTo>
                    <a:pt x="167690" y="195707"/>
                  </a:lnTo>
                  <a:lnTo>
                    <a:pt x="187185" y="167817"/>
                  </a:lnTo>
                  <a:lnTo>
                    <a:pt x="188493" y="155651"/>
                  </a:lnTo>
                  <a:close/>
                </a:path>
                <a:path w="584200" h="212725">
                  <a:moveTo>
                    <a:pt x="378688" y="133299"/>
                  </a:moveTo>
                  <a:lnTo>
                    <a:pt x="367639" y="92252"/>
                  </a:lnTo>
                  <a:lnTo>
                    <a:pt x="336931" y="64236"/>
                  </a:lnTo>
                  <a:lnTo>
                    <a:pt x="324624" y="59182"/>
                  </a:lnTo>
                  <a:lnTo>
                    <a:pt x="324624" y="133299"/>
                  </a:lnTo>
                  <a:lnTo>
                    <a:pt x="324434" y="140843"/>
                  </a:lnTo>
                  <a:lnTo>
                    <a:pt x="298208" y="169811"/>
                  </a:lnTo>
                  <a:lnTo>
                    <a:pt x="291795" y="169824"/>
                  </a:lnTo>
                  <a:lnTo>
                    <a:pt x="285940" y="169976"/>
                  </a:lnTo>
                  <a:lnTo>
                    <a:pt x="259715" y="140843"/>
                  </a:lnTo>
                  <a:lnTo>
                    <a:pt x="259524" y="133299"/>
                  </a:lnTo>
                  <a:lnTo>
                    <a:pt x="259715" y="125374"/>
                  </a:lnTo>
                  <a:lnTo>
                    <a:pt x="285940" y="96786"/>
                  </a:lnTo>
                  <a:lnTo>
                    <a:pt x="298208" y="96786"/>
                  </a:lnTo>
                  <a:lnTo>
                    <a:pt x="324434" y="125374"/>
                  </a:lnTo>
                  <a:lnTo>
                    <a:pt x="324624" y="133299"/>
                  </a:lnTo>
                  <a:lnTo>
                    <a:pt x="324624" y="59182"/>
                  </a:lnTo>
                  <a:lnTo>
                    <a:pt x="315810" y="56603"/>
                  </a:lnTo>
                  <a:lnTo>
                    <a:pt x="304317" y="54724"/>
                  </a:lnTo>
                  <a:lnTo>
                    <a:pt x="303822" y="54673"/>
                  </a:lnTo>
                  <a:lnTo>
                    <a:pt x="292074" y="54076"/>
                  </a:lnTo>
                  <a:lnTo>
                    <a:pt x="291795" y="54051"/>
                  </a:lnTo>
                  <a:lnTo>
                    <a:pt x="280619" y="54648"/>
                  </a:lnTo>
                  <a:lnTo>
                    <a:pt x="279666" y="54698"/>
                  </a:lnTo>
                  <a:lnTo>
                    <a:pt x="268122" y="56642"/>
                  </a:lnTo>
                  <a:lnTo>
                    <a:pt x="229870" y="76352"/>
                  </a:lnTo>
                  <a:lnTo>
                    <a:pt x="208254" y="111264"/>
                  </a:lnTo>
                  <a:lnTo>
                    <a:pt x="205473" y="133299"/>
                  </a:lnTo>
                  <a:lnTo>
                    <a:pt x="206159" y="144462"/>
                  </a:lnTo>
                  <a:lnTo>
                    <a:pt x="222745" y="182689"/>
                  </a:lnTo>
                  <a:lnTo>
                    <a:pt x="257276" y="206629"/>
                  </a:lnTo>
                  <a:lnTo>
                    <a:pt x="259524" y="207289"/>
                  </a:lnTo>
                  <a:lnTo>
                    <a:pt x="268122" y="209829"/>
                  </a:lnTo>
                  <a:lnTo>
                    <a:pt x="279666" y="211797"/>
                  </a:lnTo>
                  <a:lnTo>
                    <a:pt x="291795" y="212534"/>
                  </a:lnTo>
                  <a:lnTo>
                    <a:pt x="292074" y="212547"/>
                  </a:lnTo>
                  <a:lnTo>
                    <a:pt x="303822" y="211836"/>
                  </a:lnTo>
                  <a:lnTo>
                    <a:pt x="304317" y="211797"/>
                  </a:lnTo>
                  <a:lnTo>
                    <a:pt x="315810" y="209842"/>
                  </a:lnTo>
                  <a:lnTo>
                    <a:pt x="324434" y="207314"/>
                  </a:lnTo>
                  <a:lnTo>
                    <a:pt x="324624" y="207264"/>
                  </a:lnTo>
                  <a:lnTo>
                    <a:pt x="361581" y="182689"/>
                  </a:lnTo>
                  <a:lnTo>
                    <a:pt x="377990" y="144462"/>
                  </a:lnTo>
                  <a:lnTo>
                    <a:pt x="378688" y="133299"/>
                  </a:lnTo>
                  <a:close/>
                </a:path>
                <a:path w="584200" h="212725">
                  <a:moveTo>
                    <a:pt x="509447" y="203771"/>
                  </a:moveTo>
                  <a:lnTo>
                    <a:pt x="496138" y="166128"/>
                  </a:lnTo>
                  <a:lnTo>
                    <a:pt x="491617" y="169329"/>
                  </a:lnTo>
                  <a:lnTo>
                    <a:pt x="486143" y="170942"/>
                  </a:lnTo>
                  <a:lnTo>
                    <a:pt x="475005" y="170942"/>
                  </a:lnTo>
                  <a:lnTo>
                    <a:pt x="471144" y="169392"/>
                  </a:lnTo>
                  <a:lnTo>
                    <a:pt x="465099" y="163156"/>
                  </a:lnTo>
                  <a:lnTo>
                    <a:pt x="463600" y="158864"/>
                  </a:lnTo>
                  <a:lnTo>
                    <a:pt x="463600" y="96507"/>
                  </a:lnTo>
                  <a:lnTo>
                    <a:pt x="498690" y="96507"/>
                  </a:lnTo>
                  <a:lnTo>
                    <a:pt x="498690" y="56603"/>
                  </a:lnTo>
                  <a:lnTo>
                    <a:pt x="463600" y="56603"/>
                  </a:lnTo>
                  <a:lnTo>
                    <a:pt x="463600" y="22352"/>
                  </a:lnTo>
                  <a:lnTo>
                    <a:pt x="409816" y="22352"/>
                  </a:lnTo>
                  <a:lnTo>
                    <a:pt x="409816" y="56603"/>
                  </a:lnTo>
                  <a:lnTo>
                    <a:pt x="387464" y="56603"/>
                  </a:lnTo>
                  <a:lnTo>
                    <a:pt x="387464" y="96507"/>
                  </a:lnTo>
                  <a:lnTo>
                    <a:pt x="409816" y="96507"/>
                  </a:lnTo>
                  <a:lnTo>
                    <a:pt x="409816" y="153962"/>
                  </a:lnTo>
                  <a:lnTo>
                    <a:pt x="410832" y="167754"/>
                  </a:lnTo>
                  <a:lnTo>
                    <a:pt x="435254" y="204355"/>
                  </a:lnTo>
                  <a:lnTo>
                    <a:pt x="479259" y="212547"/>
                  </a:lnTo>
                  <a:lnTo>
                    <a:pt x="486143" y="211836"/>
                  </a:lnTo>
                  <a:lnTo>
                    <a:pt x="499351" y="209003"/>
                  </a:lnTo>
                  <a:lnTo>
                    <a:pt x="504913" y="206781"/>
                  </a:lnTo>
                  <a:lnTo>
                    <a:pt x="509447" y="203771"/>
                  </a:lnTo>
                  <a:close/>
                </a:path>
                <a:path w="584200" h="212725">
                  <a:moveTo>
                    <a:pt x="583869" y="0"/>
                  </a:moveTo>
                  <a:lnTo>
                    <a:pt x="530110" y="0"/>
                  </a:lnTo>
                  <a:lnTo>
                    <a:pt x="530390" y="209994"/>
                  </a:lnTo>
                  <a:lnTo>
                    <a:pt x="583869" y="209994"/>
                  </a:lnTo>
                  <a:lnTo>
                    <a:pt x="583869" y="0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774719" y="1304798"/>
              <a:ext cx="152539" cy="158291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961231" y="1304798"/>
              <a:ext cx="102742" cy="155943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4086085" y="1307338"/>
              <a:ext cx="53975" cy="153670"/>
            </a:xfrm>
            <a:custGeom>
              <a:avLst/>
              <a:gdLst/>
              <a:ahLst/>
              <a:cxnLst/>
              <a:rect l="l" t="t" r="r" b="b"/>
              <a:pathLst>
                <a:path w="53975" h="153669">
                  <a:moveTo>
                    <a:pt x="53771" y="153403"/>
                  </a:moveTo>
                  <a:lnTo>
                    <a:pt x="53771" y="292"/>
                  </a:lnTo>
                  <a:lnTo>
                    <a:pt x="0" y="0"/>
                  </a:lnTo>
                  <a:lnTo>
                    <a:pt x="558" y="153403"/>
                  </a:lnTo>
                  <a:lnTo>
                    <a:pt x="53771" y="153403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/>
          <p:nvPr/>
        </p:nvSpPr>
        <p:spPr>
          <a:xfrm>
            <a:off x="4256735" y="1250733"/>
            <a:ext cx="386080" cy="265430"/>
          </a:xfrm>
          <a:custGeom>
            <a:avLst/>
            <a:gdLst/>
            <a:ahLst/>
            <a:cxnLst/>
            <a:rect l="l" t="t" r="r" b="b"/>
            <a:pathLst>
              <a:path w="386079" h="265430">
                <a:moveTo>
                  <a:pt x="88023" y="0"/>
                </a:moveTo>
                <a:lnTo>
                  <a:pt x="36512" y="0"/>
                </a:lnTo>
                <a:lnTo>
                  <a:pt x="28232" y="13284"/>
                </a:lnTo>
                <a:lnTo>
                  <a:pt x="9486" y="59575"/>
                </a:lnTo>
                <a:lnTo>
                  <a:pt x="584" y="113372"/>
                </a:lnTo>
                <a:lnTo>
                  <a:pt x="0" y="132461"/>
                </a:lnTo>
                <a:lnTo>
                  <a:pt x="584" y="151561"/>
                </a:lnTo>
                <a:lnTo>
                  <a:pt x="9486" y="205333"/>
                </a:lnTo>
                <a:lnTo>
                  <a:pt x="28232" y="251637"/>
                </a:lnTo>
                <a:lnTo>
                  <a:pt x="36512" y="264909"/>
                </a:lnTo>
                <a:lnTo>
                  <a:pt x="88023" y="264909"/>
                </a:lnTo>
                <a:lnTo>
                  <a:pt x="79438" y="248539"/>
                </a:lnTo>
                <a:lnTo>
                  <a:pt x="72097" y="232232"/>
                </a:lnTo>
                <a:lnTo>
                  <a:pt x="57416" y="183515"/>
                </a:lnTo>
                <a:lnTo>
                  <a:pt x="52641" y="132461"/>
                </a:lnTo>
                <a:lnTo>
                  <a:pt x="53162" y="115087"/>
                </a:lnTo>
                <a:lnTo>
                  <a:pt x="61137" y="65100"/>
                </a:lnTo>
                <a:lnTo>
                  <a:pt x="79438" y="16383"/>
                </a:lnTo>
                <a:lnTo>
                  <a:pt x="88023" y="0"/>
                </a:lnTo>
                <a:close/>
              </a:path>
              <a:path w="386079" h="265430">
                <a:moveTo>
                  <a:pt x="313867" y="210007"/>
                </a:moveTo>
                <a:lnTo>
                  <a:pt x="226136" y="11899"/>
                </a:lnTo>
                <a:lnTo>
                  <a:pt x="223532" y="11899"/>
                </a:lnTo>
                <a:lnTo>
                  <a:pt x="223532" y="130200"/>
                </a:lnTo>
                <a:lnTo>
                  <a:pt x="172681" y="130200"/>
                </a:lnTo>
                <a:lnTo>
                  <a:pt x="187071" y="94386"/>
                </a:lnTo>
                <a:lnTo>
                  <a:pt x="198107" y="66865"/>
                </a:lnTo>
                <a:lnTo>
                  <a:pt x="209156" y="94373"/>
                </a:lnTo>
                <a:lnTo>
                  <a:pt x="223532" y="130200"/>
                </a:lnTo>
                <a:lnTo>
                  <a:pt x="223532" y="11899"/>
                </a:lnTo>
                <a:lnTo>
                  <a:pt x="170942" y="11899"/>
                </a:lnTo>
                <a:lnTo>
                  <a:pt x="83489" y="210007"/>
                </a:lnTo>
                <a:lnTo>
                  <a:pt x="131318" y="210007"/>
                </a:lnTo>
                <a:lnTo>
                  <a:pt x="140665" y="210007"/>
                </a:lnTo>
                <a:lnTo>
                  <a:pt x="156108" y="171513"/>
                </a:lnTo>
                <a:lnTo>
                  <a:pt x="240118" y="171513"/>
                </a:lnTo>
                <a:lnTo>
                  <a:pt x="255574" y="210007"/>
                </a:lnTo>
                <a:lnTo>
                  <a:pt x="256984" y="210007"/>
                </a:lnTo>
                <a:lnTo>
                  <a:pt x="313867" y="210007"/>
                </a:lnTo>
                <a:close/>
              </a:path>
              <a:path w="386079" h="265430">
                <a:moveTo>
                  <a:pt x="385762" y="11899"/>
                </a:moveTo>
                <a:lnTo>
                  <a:pt x="329730" y="11899"/>
                </a:lnTo>
                <a:lnTo>
                  <a:pt x="330009" y="210007"/>
                </a:lnTo>
                <a:lnTo>
                  <a:pt x="385762" y="210007"/>
                </a:lnTo>
                <a:lnTo>
                  <a:pt x="385762" y="11899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4764760" y="1250733"/>
            <a:ext cx="755650" cy="265430"/>
          </a:xfrm>
          <a:custGeom>
            <a:avLst/>
            <a:gdLst/>
            <a:ahLst/>
            <a:cxnLst/>
            <a:rect l="l" t="t" r="r" b="b"/>
            <a:pathLst>
              <a:path w="755650" h="265430">
                <a:moveTo>
                  <a:pt x="188493" y="155663"/>
                </a:moveTo>
                <a:lnTo>
                  <a:pt x="169494" y="115773"/>
                </a:lnTo>
                <a:lnTo>
                  <a:pt x="151765" y="106654"/>
                </a:lnTo>
                <a:lnTo>
                  <a:pt x="155041" y="104927"/>
                </a:lnTo>
                <a:lnTo>
                  <a:pt x="176784" y="78181"/>
                </a:lnTo>
                <a:lnTo>
                  <a:pt x="176784" y="78308"/>
                </a:lnTo>
                <a:lnTo>
                  <a:pt x="178358" y="71094"/>
                </a:lnTo>
                <a:lnTo>
                  <a:pt x="178866" y="63690"/>
                </a:lnTo>
                <a:lnTo>
                  <a:pt x="177660" y="52654"/>
                </a:lnTo>
                <a:lnTo>
                  <a:pt x="148755" y="19939"/>
                </a:lnTo>
                <a:lnTo>
                  <a:pt x="131889" y="14884"/>
                </a:lnTo>
                <a:lnTo>
                  <a:pt x="131889" y="142659"/>
                </a:lnTo>
                <a:lnTo>
                  <a:pt x="131889" y="156235"/>
                </a:lnTo>
                <a:lnTo>
                  <a:pt x="129286" y="161518"/>
                </a:lnTo>
                <a:lnTo>
                  <a:pt x="129286" y="161366"/>
                </a:lnTo>
                <a:lnTo>
                  <a:pt x="119392" y="167881"/>
                </a:lnTo>
                <a:lnTo>
                  <a:pt x="112077" y="169532"/>
                </a:lnTo>
                <a:lnTo>
                  <a:pt x="55473" y="169532"/>
                </a:lnTo>
                <a:lnTo>
                  <a:pt x="55473" y="129349"/>
                </a:lnTo>
                <a:lnTo>
                  <a:pt x="112077" y="129349"/>
                </a:lnTo>
                <a:lnTo>
                  <a:pt x="113487" y="129679"/>
                </a:lnTo>
                <a:lnTo>
                  <a:pt x="119151" y="130949"/>
                </a:lnTo>
                <a:lnTo>
                  <a:pt x="119392" y="131000"/>
                </a:lnTo>
                <a:lnTo>
                  <a:pt x="129286" y="137541"/>
                </a:lnTo>
                <a:lnTo>
                  <a:pt x="129286" y="137388"/>
                </a:lnTo>
                <a:lnTo>
                  <a:pt x="131889" y="142659"/>
                </a:lnTo>
                <a:lnTo>
                  <a:pt x="131889" y="14884"/>
                </a:lnTo>
                <a:lnTo>
                  <a:pt x="122275" y="13258"/>
                </a:lnTo>
                <a:lnTo>
                  <a:pt x="122275" y="64909"/>
                </a:lnTo>
                <a:lnTo>
                  <a:pt x="122275" y="77749"/>
                </a:lnTo>
                <a:lnTo>
                  <a:pt x="119913" y="82550"/>
                </a:lnTo>
                <a:lnTo>
                  <a:pt x="119621" y="82753"/>
                </a:lnTo>
                <a:lnTo>
                  <a:pt x="119621" y="114947"/>
                </a:lnTo>
                <a:lnTo>
                  <a:pt x="113487" y="115201"/>
                </a:lnTo>
                <a:lnTo>
                  <a:pt x="119151" y="114960"/>
                </a:lnTo>
                <a:lnTo>
                  <a:pt x="119621" y="114947"/>
                </a:lnTo>
                <a:lnTo>
                  <a:pt x="119621" y="82753"/>
                </a:lnTo>
                <a:lnTo>
                  <a:pt x="110477" y="88976"/>
                </a:lnTo>
                <a:lnTo>
                  <a:pt x="103403" y="90576"/>
                </a:lnTo>
                <a:lnTo>
                  <a:pt x="55473" y="90576"/>
                </a:lnTo>
                <a:lnTo>
                  <a:pt x="55473" y="52362"/>
                </a:lnTo>
                <a:lnTo>
                  <a:pt x="103403" y="52362"/>
                </a:lnTo>
                <a:lnTo>
                  <a:pt x="110477" y="53924"/>
                </a:lnTo>
                <a:lnTo>
                  <a:pt x="119913" y="60147"/>
                </a:lnTo>
                <a:lnTo>
                  <a:pt x="122275" y="64909"/>
                </a:lnTo>
                <a:lnTo>
                  <a:pt x="122275" y="13258"/>
                </a:lnTo>
                <a:lnTo>
                  <a:pt x="119913" y="12852"/>
                </a:lnTo>
                <a:lnTo>
                  <a:pt x="119151" y="12776"/>
                </a:lnTo>
                <a:lnTo>
                  <a:pt x="103403" y="12014"/>
                </a:lnTo>
                <a:lnTo>
                  <a:pt x="0" y="11899"/>
                </a:lnTo>
                <a:lnTo>
                  <a:pt x="0" y="210007"/>
                </a:lnTo>
                <a:lnTo>
                  <a:pt x="51511" y="210007"/>
                </a:lnTo>
                <a:lnTo>
                  <a:pt x="106984" y="210007"/>
                </a:lnTo>
                <a:lnTo>
                  <a:pt x="119151" y="209435"/>
                </a:lnTo>
                <a:lnTo>
                  <a:pt x="119913" y="209397"/>
                </a:lnTo>
                <a:lnTo>
                  <a:pt x="122275" y="209283"/>
                </a:lnTo>
                <a:lnTo>
                  <a:pt x="167690" y="195719"/>
                </a:lnTo>
                <a:lnTo>
                  <a:pt x="187185" y="167830"/>
                </a:lnTo>
                <a:lnTo>
                  <a:pt x="188493" y="155663"/>
                </a:lnTo>
                <a:close/>
              </a:path>
              <a:path w="755650" h="265430">
                <a:moveTo>
                  <a:pt x="378688" y="133311"/>
                </a:moveTo>
                <a:lnTo>
                  <a:pt x="367652" y="92265"/>
                </a:lnTo>
                <a:lnTo>
                  <a:pt x="336943" y="64249"/>
                </a:lnTo>
                <a:lnTo>
                  <a:pt x="324637" y="59194"/>
                </a:lnTo>
                <a:lnTo>
                  <a:pt x="324637" y="133311"/>
                </a:lnTo>
                <a:lnTo>
                  <a:pt x="324446" y="140855"/>
                </a:lnTo>
                <a:lnTo>
                  <a:pt x="298221" y="169824"/>
                </a:lnTo>
                <a:lnTo>
                  <a:pt x="291807" y="169837"/>
                </a:lnTo>
                <a:lnTo>
                  <a:pt x="285953" y="169989"/>
                </a:lnTo>
                <a:lnTo>
                  <a:pt x="259727" y="140855"/>
                </a:lnTo>
                <a:lnTo>
                  <a:pt x="259537" y="133311"/>
                </a:lnTo>
                <a:lnTo>
                  <a:pt x="259727" y="125387"/>
                </a:lnTo>
                <a:lnTo>
                  <a:pt x="285953" y="96799"/>
                </a:lnTo>
                <a:lnTo>
                  <a:pt x="298221" y="96799"/>
                </a:lnTo>
                <a:lnTo>
                  <a:pt x="324446" y="125387"/>
                </a:lnTo>
                <a:lnTo>
                  <a:pt x="324637" y="133311"/>
                </a:lnTo>
                <a:lnTo>
                  <a:pt x="324637" y="59194"/>
                </a:lnTo>
                <a:lnTo>
                  <a:pt x="315823" y="56616"/>
                </a:lnTo>
                <a:lnTo>
                  <a:pt x="304330" y="54737"/>
                </a:lnTo>
                <a:lnTo>
                  <a:pt x="303834" y="54686"/>
                </a:lnTo>
                <a:lnTo>
                  <a:pt x="292087" y="54089"/>
                </a:lnTo>
                <a:lnTo>
                  <a:pt x="291807" y="54063"/>
                </a:lnTo>
                <a:lnTo>
                  <a:pt x="280631" y="54660"/>
                </a:lnTo>
                <a:lnTo>
                  <a:pt x="279679" y="54711"/>
                </a:lnTo>
                <a:lnTo>
                  <a:pt x="268135" y="56654"/>
                </a:lnTo>
                <a:lnTo>
                  <a:pt x="229882" y="76365"/>
                </a:lnTo>
                <a:lnTo>
                  <a:pt x="208267" y="111277"/>
                </a:lnTo>
                <a:lnTo>
                  <a:pt x="205486" y="133311"/>
                </a:lnTo>
                <a:lnTo>
                  <a:pt x="206171" y="144475"/>
                </a:lnTo>
                <a:lnTo>
                  <a:pt x="222758" y="182702"/>
                </a:lnTo>
                <a:lnTo>
                  <a:pt x="257289" y="206641"/>
                </a:lnTo>
                <a:lnTo>
                  <a:pt x="259537" y="207302"/>
                </a:lnTo>
                <a:lnTo>
                  <a:pt x="268135" y="209842"/>
                </a:lnTo>
                <a:lnTo>
                  <a:pt x="279679" y="211810"/>
                </a:lnTo>
                <a:lnTo>
                  <a:pt x="291807" y="212547"/>
                </a:lnTo>
                <a:lnTo>
                  <a:pt x="292087" y="212559"/>
                </a:lnTo>
                <a:lnTo>
                  <a:pt x="303834" y="211848"/>
                </a:lnTo>
                <a:lnTo>
                  <a:pt x="304330" y="211810"/>
                </a:lnTo>
                <a:lnTo>
                  <a:pt x="315823" y="209854"/>
                </a:lnTo>
                <a:lnTo>
                  <a:pt x="324446" y="207327"/>
                </a:lnTo>
                <a:lnTo>
                  <a:pt x="324637" y="207276"/>
                </a:lnTo>
                <a:lnTo>
                  <a:pt x="361594" y="182702"/>
                </a:lnTo>
                <a:lnTo>
                  <a:pt x="377990" y="144475"/>
                </a:lnTo>
                <a:lnTo>
                  <a:pt x="378688" y="133311"/>
                </a:lnTo>
                <a:close/>
              </a:path>
              <a:path w="755650" h="265430">
                <a:moveTo>
                  <a:pt x="509447" y="203784"/>
                </a:moveTo>
                <a:lnTo>
                  <a:pt x="496138" y="166141"/>
                </a:lnTo>
                <a:lnTo>
                  <a:pt x="491617" y="169341"/>
                </a:lnTo>
                <a:lnTo>
                  <a:pt x="486143" y="170954"/>
                </a:lnTo>
                <a:lnTo>
                  <a:pt x="475005" y="170954"/>
                </a:lnTo>
                <a:lnTo>
                  <a:pt x="471144" y="169405"/>
                </a:lnTo>
                <a:lnTo>
                  <a:pt x="465099" y="163169"/>
                </a:lnTo>
                <a:lnTo>
                  <a:pt x="463600" y="158877"/>
                </a:lnTo>
                <a:lnTo>
                  <a:pt x="463600" y="96520"/>
                </a:lnTo>
                <a:lnTo>
                  <a:pt x="498690" y="96520"/>
                </a:lnTo>
                <a:lnTo>
                  <a:pt x="498690" y="56616"/>
                </a:lnTo>
                <a:lnTo>
                  <a:pt x="463600" y="56616"/>
                </a:lnTo>
                <a:lnTo>
                  <a:pt x="463600" y="22364"/>
                </a:lnTo>
                <a:lnTo>
                  <a:pt x="409816" y="22364"/>
                </a:lnTo>
                <a:lnTo>
                  <a:pt x="409816" y="56616"/>
                </a:lnTo>
                <a:lnTo>
                  <a:pt x="387464" y="56616"/>
                </a:lnTo>
                <a:lnTo>
                  <a:pt x="387464" y="96520"/>
                </a:lnTo>
                <a:lnTo>
                  <a:pt x="409816" y="96520"/>
                </a:lnTo>
                <a:lnTo>
                  <a:pt x="409816" y="153974"/>
                </a:lnTo>
                <a:lnTo>
                  <a:pt x="410832" y="167767"/>
                </a:lnTo>
                <a:lnTo>
                  <a:pt x="435254" y="204368"/>
                </a:lnTo>
                <a:lnTo>
                  <a:pt x="479259" y="212559"/>
                </a:lnTo>
                <a:lnTo>
                  <a:pt x="486143" y="211848"/>
                </a:lnTo>
                <a:lnTo>
                  <a:pt x="499351" y="209016"/>
                </a:lnTo>
                <a:lnTo>
                  <a:pt x="504913" y="206794"/>
                </a:lnTo>
                <a:lnTo>
                  <a:pt x="509447" y="203784"/>
                </a:lnTo>
                <a:close/>
              </a:path>
              <a:path w="755650" h="265430">
                <a:moveTo>
                  <a:pt x="661708" y="153492"/>
                </a:moveTo>
                <a:lnTo>
                  <a:pt x="632701" y="121704"/>
                </a:lnTo>
                <a:lnTo>
                  <a:pt x="583742" y="112788"/>
                </a:lnTo>
                <a:lnTo>
                  <a:pt x="579450" y="111569"/>
                </a:lnTo>
                <a:lnTo>
                  <a:pt x="573036" y="108356"/>
                </a:lnTo>
                <a:lnTo>
                  <a:pt x="571436" y="106045"/>
                </a:lnTo>
                <a:lnTo>
                  <a:pt x="571436" y="100012"/>
                </a:lnTo>
                <a:lnTo>
                  <a:pt x="573278" y="97459"/>
                </a:lnTo>
                <a:lnTo>
                  <a:pt x="580631" y="93319"/>
                </a:lnTo>
                <a:lnTo>
                  <a:pt x="586994" y="92265"/>
                </a:lnTo>
                <a:lnTo>
                  <a:pt x="602843" y="92265"/>
                </a:lnTo>
                <a:lnTo>
                  <a:pt x="610019" y="93078"/>
                </a:lnTo>
                <a:lnTo>
                  <a:pt x="625119" y="96291"/>
                </a:lnTo>
                <a:lnTo>
                  <a:pt x="632663" y="99263"/>
                </a:lnTo>
                <a:lnTo>
                  <a:pt x="640207" y="103593"/>
                </a:lnTo>
                <a:lnTo>
                  <a:pt x="656336" y="67081"/>
                </a:lnTo>
                <a:lnTo>
                  <a:pt x="612000" y="54889"/>
                </a:lnTo>
                <a:lnTo>
                  <a:pt x="595769" y="54063"/>
                </a:lnTo>
                <a:lnTo>
                  <a:pt x="584200" y="54483"/>
                </a:lnTo>
                <a:lnTo>
                  <a:pt x="547166" y="64350"/>
                </a:lnTo>
                <a:lnTo>
                  <a:pt x="521589" y="97866"/>
                </a:lnTo>
                <a:lnTo>
                  <a:pt x="521055" y="105016"/>
                </a:lnTo>
                <a:lnTo>
                  <a:pt x="521055" y="113690"/>
                </a:lnTo>
                <a:lnTo>
                  <a:pt x="550062" y="145719"/>
                </a:lnTo>
                <a:lnTo>
                  <a:pt x="599033" y="154444"/>
                </a:lnTo>
                <a:lnTo>
                  <a:pt x="603364" y="155536"/>
                </a:lnTo>
                <a:lnTo>
                  <a:pt x="609968" y="158356"/>
                </a:lnTo>
                <a:lnTo>
                  <a:pt x="611619" y="160578"/>
                </a:lnTo>
                <a:lnTo>
                  <a:pt x="611619" y="166801"/>
                </a:lnTo>
                <a:lnTo>
                  <a:pt x="609879" y="169341"/>
                </a:lnTo>
                <a:lnTo>
                  <a:pt x="602894" y="173126"/>
                </a:lnTo>
                <a:lnTo>
                  <a:pt x="596620" y="174066"/>
                </a:lnTo>
                <a:lnTo>
                  <a:pt x="587565" y="174066"/>
                </a:lnTo>
                <a:lnTo>
                  <a:pt x="545744" y="165760"/>
                </a:lnTo>
                <a:lnTo>
                  <a:pt x="534073" y="159918"/>
                </a:lnTo>
                <a:lnTo>
                  <a:pt x="517944" y="196710"/>
                </a:lnTo>
                <a:lnTo>
                  <a:pt x="557123" y="210019"/>
                </a:lnTo>
                <a:lnTo>
                  <a:pt x="585863" y="212559"/>
                </a:lnTo>
                <a:lnTo>
                  <a:pt x="597801" y="212140"/>
                </a:lnTo>
                <a:lnTo>
                  <a:pt x="635508" y="202095"/>
                </a:lnTo>
                <a:lnTo>
                  <a:pt x="661162" y="169087"/>
                </a:lnTo>
                <a:lnTo>
                  <a:pt x="661708" y="162179"/>
                </a:lnTo>
                <a:lnTo>
                  <a:pt x="661708" y="153492"/>
                </a:lnTo>
                <a:close/>
              </a:path>
              <a:path w="755650" h="265430">
                <a:moveTo>
                  <a:pt x="755116" y="132461"/>
                </a:moveTo>
                <a:lnTo>
                  <a:pt x="749858" y="76923"/>
                </a:lnTo>
                <a:lnTo>
                  <a:pt x="734301" y="27635"/>
                </a:lnTo>
                <a:lnTo>
                  <a:pt x="718604" y="0"/>
                </a:lnTo>
                <a:lnTo>
                  <a:pt x="667092" y="0"/>
                </a:lnTo>
                <a:lnTo>
                  <a:pt x="675779" y="16383"/>
                </a:lnTo>
                <a:lnTo>
                  <a:pt x="683183" y="32689"/>
                </a:lnTo>
                <a:lnTo>
                  <a:pt x="697776" y="81419"/>
                </a:lnTo>
                <a:lnTo>
                  <a:pt x="702475" y="132461"/>
                </a:lnTo>
                <a:lnTo>
                  <a:pt x="701941" y="149834"/>
                </a:lnTo>
                <a:lnTo>
                  <a:pt x="694118" y="199809"/>
                </a:lnTo>
                <a:lnTo>
                  <a:pt x="675779" y="248539"/>
                </a:lnTo>
                <a:lnTo>
                  <a:pt x="667092" y="264909"/>
                </a:lnTo>
                <a:lnTo>
                  <a:pt x="718604" y="264909"/>
                </a:lnTo>
                <a:lnTo>
                  <a:pt x="740575" y="221856"/>
                </a:lnTo>
                <a:lnTo>
                  <a:pt x="752779" y="170065"/>
                </a:lnTo>
                <a:lnTo>
                  <a:pt x="754532" y="151561"/>
                </a:lnTo>
                <a:lnTo>
                  <a:pt x="755116" y="132461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4" name="object 44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616105" y="1304797"/>
            <a:ext cx="348297" cy="158496"/>
          </a:xfrm>
          <a:prstGeom prst="rect">
            <a:avLst/>
          </a:prstGeom>
        </p:spPr>
      </p:pic>
      <p:grpSp>
        <p:nvGrpSpPr>
          <p:cNvPr id="45" name="object 45" descr=""/>
          <p:cNvGrpSpPr/>
          <p:nvPr/>
        </p:nvGrpSpPr>
        <p:grpSpPr>
          <a:xfrm>
            <a:off x="6064122" y="1233766"/>
            <a:ext cx="1211580" cy="294005"/>
            <a:chOff x="6064122" y="1233766"/>
            <a:chExt cx="1211580" cy="294005"/>
          </a:xfrm>
        </p:grpSpPr>
        <p:pic>
          <p:nvPicPr>
            <p:cNvPr id="46" name="object 4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64122" y="1233766"/>
              <a:ext cx="740422" cy="293757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6825195" y="1250746"/>
              <a:ext cx="53975" cy="210185"/>
            </a:xfrm>
            <a:custGeom>
              <a:avLst/>
              <a:gdLst/>
              <a:ahLst/>
              <a:cxnLst/>
              <a:rect l="l" t="t" r="r" b="b"/>
              <a:pathLst>
                <a:path w="53975" h="210184">
                  <a:moveTo>
                    <a:pt x="53771" y="209994"/>
                  </a:moveTo>
                  <a:lnTo>
                    <a:pt x="53771" y="0"/>
                  </a:lnTo>
                  <a:lnTo>
                    <a:pt x="0" y="0"/>
                  </a:lnTo>
                  <a:lnTo>
                    <a:pt x="292" y="209994"/>
                  </a:lnTo>
                  <a:lnTo>
                    <a:pt x="53771" y="209994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904164" y="1304798"/>
              <a:ext cx="166331" cy="158496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095489" y="1304798"/>
              <a:ext cx="102743" cy="155943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7219213" y="1233766"/>
              <a:ext cx="56515" cy="227329"/>
            </a:xfrm>
            <a:custGeom>
              <a:avLst/>
              <a:gdLst/>
              <a:ahLst/>
              <a:cxnLst/>
              <a:rect l="l" t="t" r="r" b="b"/>
              <a:pathLst>
                <a:path w="56515" h="227330">
                  <a:moveTo>
                    <a:pt x="54914" y="226974"/>
                  </a:moveTo>
                  <a:lnTo>
                    <a:pt x="54914" y="73863"/>
                  </a:lnTo>
                  <a:lnTo>
                    <a:pt x="1701" y="73574"/>
                  </a:lnTo>
                  <a:lnTo>
                    <a:pt x="1143" y="73571"/>
                  </a:lnTo>
                  <a:lnTo>
                    <a:pt x="1701" y="226974"/>
                  </a:lnTo>
                  <a:lnTo>
                    <a:pt x="54914" y="226974"/>
                  </a:lnTo>
                  <a:close/>
                </a:path>
                <a:path w="56515" h="227330">
                  <a:moveTo>
                    <a:pt x="56045" y="36029"/>
                  </a:moveTo>
                  <a:lnTo>
                    <a:pt x="56045" y="19799"/>
                  </a:lnTo>
                  <a:lnTo>
                    <a:pt x="53403" y="13207"/>
                  </a:lnTo>
                  <a:lnTo>
                    <a:pt x="42837" y="2628"/>
                  </a:lnTo>
                  <a:lnTo>
                    <a:pt x="36131" y="0"/>
                  </a:lnTo>
                  <a:lnTo>
                    <a:pt x="19913" y="0"/>
                  </a:lnTo>
                  <a:lnTo>
                    <a:pt x="13220" y="2628"/>
                  </a:lnTo>
                  <a:lnTo>
                    <a:pt x="2641" y="13207"/>
                  </a:lnTo>
                  <a:lnTo>
                    <a:pt x="0" y="19799"/>
                  </a:lnTo>
                  <a:lnTo>
                    <a:pt x="0" y="36029"/>
                  </a:lnTo>
                  <a:lnTo>
                    <a:pt x="2641" y="42773"/>
                  </a:lnTo>
                  <a:lnTo>
                    <a:pt x="13220" y="53149"/>
                  </a:lnTo>
                  <a:lnTo>
                    <a:pt x="19913" y="55752"/>
                  </a:lnTo>
                  <a:lnTo>
                    <a:pt x="28016" y="55752"/>
                  </a:lnTo>
                  <a:lnTo>
                    <a:pt x="36131" y="55562"/>
                  </a:lnTo>
                  <a:lnTo>
                    <a:pt x="42837" y="52920"/>
                  </a:lnTo>
                  <a:lnTo>
                    <a:pt x="53403" y="42735"/>
                  </a:lnTo>
                  <a:lnTo>
                    <a:pt x="56045" y="36029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1" name="object 51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61409" y="1785347"/>
            <a:ext cx="2647073" cy="4345203"/>
          </a:xfrm>
          <a:prstGeom prst="rect">
            <a:avLst/>
          </a:prstGeom>
        </p:spPr>
      </p:pic>
      <p:sp>
        <p:nvSpPr>
          <p:cNvPr id="52" name="object 52" descr=""/>
          <p:cNvSpPr txBox="1"/>
          <p:nvPr/>
        </p:nvSpPr>
        <p:spPr>
          <a:xfrm>
            <a:off x="1065126" y="2059287"/>
            <a:ext cx="15684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>
                <a:solidFill>
                  <a:srgbClr val="0EA5E9"/>
                </a:solidFill>
                <a:latin typeface="Times New Roman"/>
                <a:cs typeface="Times New Roman"/>
              </a:rPr>
              <a:t> </a:t>
            </a:r>
            <a:endParaRPr sz="1250">
              <a:latin typeface="Times New Roman"/>
              <a:cs typeface="Times New Roman"/>
            </a:endParaRPr>
          </a:p>
        </p:txBody>
      </p:sp>
      <p:pic>
        <p:nvPicPr>
          <p:cNvPr id="53" name="object 53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716585" y="1785347"/>
            <a:ext cx="2638755" cy="4345203"/>
          </a:xfrm>
          <a:prstGeom prst="rect">
            <a:avLst/>
          </a:prstGeom>
        </p:spPr>
      </p:pic>
      <p:sp>
        <p:nvSpPr>
          <p:cNvPr id="54" name="object 54" descr=""/>
          <p:cNvSpPr txBox="1"/>
          <p:nvPr/>
        </p:nvSpPr>
        <p:spPr>
          <a:xfrm>
            <a:off x="3916164" y="2059287"/>
            <a:ext cx="175260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>
                <a:solidFill>
                  <a:srgbClr val="0EA5E9"/>
                </a:solidFill>
                <a:latin typeface="Times New Roman"/>
                <a:cs typeface="Times New Roman"/>
              </a:rPr>
              <a:t> </a:t>
            </a:r>
            <a:endParaRPr sz="1250">
              <a:latin typeface="Times New Roman"/>
              <a:cs typeface="Times New Roman"/>
            </a:endParaRPr>
          </a:p>
        </p:txBody>
      </p:sp>
      <p:pic>
        <p:nvPicPr>
          <p:cNvPr id="55" name="object 55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563455" y="1785347"/>
            <a:ext cx="2647073" cy="4345203"/>
          </a:xfrm>
          <a:prstGeom prst="rect">
            <a:avLst/>
          </a:prstGeom>
        </p:spPr>
      </p:pic>
      <p:sp>
        <p:nvSpPr>
          <p:cNvPr id="56" name="object 56" descr=""/>
          <p:cNvSpPr txBox="1"/>
          <p:nvPr/>
        </p:nvSpPr>
        <p:spPr>
          <a:xfrm>
            <a:off x="6767194" y="2059287"/>
            <a:ext cx="15811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>
                <a:solidFill>
                  <a:srgbClr val="0EA5E9"/>
                </a:solidFill>
                <a:latin typeface="Times New Roman"/>
                <a:cs typeface="Times New Roman"/>
              </a:rPr>
              <a:t> </a:t>
            </a:r>
            <a:endParaRPr sz="1250">
              <a:latin typeface="Times New Roman"/>
              <a:cs typeface="Times New Roman"/>
            </a:endParaRPr>
          </a:p>
        </p:txBody>
      </p:sp>
      <p:graphicFrame>
        <p:nvGraphicFramePr>
          <p:cNvPr id="57" name="object 57" descr=""/>
          <p:cNvGraphicFramePr>
            <a:graphicFrameLocks noGrp="1"/>
          </p:cNvGraphicFramePr>
          <p:nvPr/>
        </p:nvGraphicFramePr>
        <p:xfrm>
          <a:off x="1046076" y="3122461"/>
          <a:ext cx="5941695" cy="707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7490"/>
                <a:gridCol w="2851150"/>
                <a:gridCol w="1507489"/>
              </a:tblGrid>
              <a:tr h="1543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25"/>
                        </a:lnSpc>
                      </a:pPr>
                      <a:r>
                        <a:rPr dirty="0" sz="900" spc="55">
                          <a:solidFill>
                            <a:srgbClr val="0FB880"/>
                          </a:solidFill>
                          <a:latin typeface="Times New Roman"/>
                          <a:cs typeface="Times New Roman"/>
                        </a:rPr>
                        <a:t>�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993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00" spc="55">
                          <a:solidFill>
                            <a:srgbClr val="0FB880"/>
                          </a:solidFill>
                          <a:latin typeface="Times New Roman"/>
                          <a:cs typeface="Times New Roman"/>
                        </a:rPr>
                        <a:t>�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00" spc="55">
                          <a:solidFill>
                            <a:srgbClr val="0FB880"/>
                          </a:solidFill>
                          <a:latin typeface="Times New Roman"/>
                          <a:cs typeface="Times New Roman"/>
                        </a:rPr>
                        <a:t>�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00" spc="55">
                          <a:solidFill>
                            <a:srgbClr val="0FB880"/>
                          </a:solidFill>
                          <a:latin typeface="Times New Roman"/>
                          <a:cs typeface="Times New Roman"/>
                        </a:rPr>
                        <a:t>�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145"/>
                </a:tc>
              </a:tr>
              <a:tr h="1993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00" spc="55">
                          <a:solidFill>
                            <a:srgbClr val="0FB880"/>
                          </a:solidFill>
                          <a:latin typeface="Times New Roman"/>
                          <a:cs typeface="Times New Roman"/>
                        </a:rPr>
                        <a:t>�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900" spc="55">
                          <a:solidFill>
                            <a:srgbClr val="0FB880"/>
                          </a:solidFill>
                          <a:latin typeface="Times New Roman"/>
                          <a:cs typeface="Times New Roman"/>
                        </a:rPr>
                        <a:t>�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900" spc="55">
                          <a:solidFill>
                            <a:srgbClr val="0FB880"/>
                          </a:solidFill>
                          <a:latin typeface="Times New Roman"/>
                          <a:cs typeface="Times New Roman"/>
                        </a:rPr>
                        <a:t>�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145"/>
                </a:tc>
              </a:tr>
              <a:tr h="154305">
                <a:tc>
                  <a:txBody>
                    <a:bodyPr/>
                    <a:lstStyle/>
                    <a:p>
                      <a:pPr marL="31750">
                        <a:lnSpc>
                          <a:spcPts val="980"/>
                        </a:lnSpc>
                        <a:spcBef>
                          <a:spcPts val="135"/>
                        </a:spcBef>
                      </a:pPr>
                      <a:r>
                        <a:rPr dirty="0" sz="900" spc="55">
                          <a:solidFill>
                            <a:srgbClr val="0FB880"/>
                          </a:solidFill>
                          <a:latin typeface="Times New Roman"/>
                          <a:cs typeface="Times New Roman"/>
                        </a:rPr>
                        <a:t>�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980"/>
                        </a:lnSpc>
                        <a:spcBef>
                          <a:spcPts val="135"/>
                        </a:spcBef>
                      </a:pPr>
                      <a:r>
                        <a:rPr dirty="0" sz="900" spc="55">
                          <a:solidFill>
                            <a:srgbClr val="0FB880"/>
                          </a:solidFill>
                          <a:latin typeface="Times New Roman"/>
                          <a:cs typeface="Times New Roman"/>
                        </a:rPr>
                        <a:t>�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145"/>
                </a:tc>
              </a:tr>
            </a:tbl>
          </a:graphicData>
        </a:graphic>
      </p:graphicFrame>
      <p:sp>
        <p:nvSpPr>
          <p:cNvPr id="58" name="object 58" descr=""/>
          <p:cNvSpPr/>
          <p:nvPr/>
        </p:nvSpPr>
        <p:spPr>
          <a:xfrm>
            <a:off x="861402" y="6380327"/>
            <a:ext cx="8349615" cy="8890"/>
          </a:xfrm>
          <a:custGeom>
            <a:avLst/>
            <a:gdLst/>
            <a:ahLst/>
            <a:cxnLst/>
            <a:rect l="l" t="t" r="r" b="b"/>
            <a:pathLst>
              <a:path w="8349615" h="8889">
                <a:moveTo>
                  <a:pt x="8349119" y="8329"/>
                </a:moveTo>
                <a:lnTo>
                  <a:pt x="8349119" y="0"/>
                </a:lnTo>
                <a:lnTo>
                  <a:pt x="0" y="0"/>
                </a:lnTo>
                <a:lnTo>
                  <a:pt x="0" y="8329"/>
                </a:lnTo>
                <a:lnTo>
                  <a:pt x="8349119" y="8329"/>
                </a:lnTo>
                <a:close/>
              </a:path>
            </a:pathLst>
          </a:custGeom>
          <a:solidFill>
            <a:srgbClr val="E1E7F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9" name="object 59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69594" y="6541084"/>
            <a:ext cx="2240483" cy="93205"/>
          </a:xfrm>
          <a:prstGeom prst="rect">
            <a:avLst/>
          </a:prstGeom>
        </p:spPr>
      </p:pic>
      <p:pic>
        <p:nvPicPr>
          <p:cNvPr id="60" name="object 60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666912" y="6538696"/>
            <a:ext cx="535990" cy="94894"/>
          </a:xfrm>
          <a:prstGeom prst="rect">
            <a:avLst/>
          </a:prstGeom>
        </p:spPr>
      </p:pic>
      <p:sp>
        <p:nvSpPr>
          <p:cNvPr id="61" name="object 61" descr=""/>
          <p:cNvSpPr txBox="1"/>
          <p:nvPr/>
        </p:nvSpPr>
        <p:spPr>
          <a:xfrm>
            <a:off x="292100" y="162656"/>
            <a:ext cx="807720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 spc="-225">
                <a:latin typeface="Times New Roman"/>
                <a:cs typeface="Times New Roman"/>
              </a:rPr>
              <a:t>1</a:t>
            </a:r>
            <a:r>
              <a:rPr dirty="0" sz="850" spc="30">
                <a:latin typeface="Times New Roman"/>
                <a:cs typeface="Times New Roman"/>
              </a:rPr>
              <a:t> </a:t>
            </a:r>
            <a:r>
              <a:rPr dirty="0" sz="850" spc="-285">
                <a:latin typeface="Times New Roman"/>
                <a:cs typeface="Times New Roman"/>
              </a:rPr>
              <a:t>2m</a:t>
            </a:r>
            <a:r>
              <a:rPr dirty="0" sz="850" spc="-70">
                <a:latin typeface="Times New Roman"/>
                <a:cs typeface="Times New Roman"/>
              </a:rPr>
              <a:t> </a:t>
            </a:r>
            <a:r>
              <a:rPr dirty="0" sz="850" spc="-190">
                <a:latin typeface="Times New Roman"/>
                <a:cs typeface="Times New Roman"/>
              </a:rPr>
              <a:t>06m</a:t>
            </a:r>
            <a:r>
              <a:rPr dirty="0" sz="850" spc="-6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2026</a:t>
            </a:r>
            <a:r>
              <a:rPr dirty="0" sz="850" spc="90">
                <a:latin typeface="Times New Roman"/>
                <a:cs typeface="Times New Roman"/>
              </a:rPr>
              <a:t> </a:t>
            </a:r>
            <a:r>
              <a:rPr dirty="0" sz="850" spc="-95">
                <a:latin typeface="Times New Roman"/>
                <a:cs typeface="Times New Roman"/>
              </a:rPr>
              <a:t>06e</a:t>
            </a:r>
            <a:r>
              <a:rPr dirty="0" sz="850" spc="-70">
                <a:latin typeface="Times New Roman"/>
                <a:cs typeface="Times New Roman"/>
              </a:rPr>
              <a:t> </a:t>
            </a:r>
            <a:r>
              <a:rPr dirty="0" sz="850" spc="-35">
                <a:latin typeface="Times New Roman"/>
                <a:cs typeface="Times New Roman"/>
              </a:rPr>
              <a:t>46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292092" y="7461304"/>
            <a:ext cx="2821940" cy="1358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9"/>
              </a:lnSpc>
            </a:pPr>
            <a:r>
              <a:rPr dirty="0" sz="850" spc="-75">
                <a:latin typeface="Times New Roman"/>
                <a:cs typeface="Times New Roman"/>
              </a:rPr>
              <a:t>f</a:t>
            </a:r>
            <a:r>
              <a:rPr dirty="0" sz="850">
                <a:latin typeface="Times New Roman"/>
                <a:cs typeface="Times New Roman"/>
              </a:rPr>
              <a:t> </a:t>
            </a:r>
            <a:r>
              <a:rPr dirty="0" sz="850" spc="-175">
                <a:latin typeface="Times New Roman"/>
                <a:cs typeface="Times New Roman"/>
              </a:rPr>
              <a:t>i</a:t>
            </a:r>
            <a:r>
              <a:rPr dirty="0" sz="850" spc="-90">
                <a:latin typeface="Times New Roman"/>
                <a:cs typeface="Times New Roman"/>
              </a:rPr>
              <a:t> </a:t>
            </a:r>
            <a:r>
              <a:rPr dirty="0" sz="850" spc="-120">
                <a:latin typeface="Times New Roman"/>
                <a:cs typeface="Times New Roman"/>
              </a:rPr>
              <a:t>ee</a:t>
            </a:r>
            <a:r>
              <a:rPr dirty="0" sz="850" spc="-4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///'e</a:t>
            </a:r>
            <a:r>
              <a:rPr dirty="0" sz="850" spc="-45">
                <a:latin typeface="Times New Roman"/>
                <a:cs typeface="Times New Roman"/>
              </a:rPr>
              <a:t> </a:t>
            </a:r>
            <a:r>
              <a:rPr dirty="0" sz="850" spc="-100">
                <a:latin typeface="Times New Roman"/>
                <a:cs typeface="Times New Roman"/>
              </a:rPr>
              <a:t>/U</a:t>
            </a:r>
            <a:r>
              <a:rPr dirty="0" sz="850" spc="-60">
                <a:latin typeface="Times New Roman"/>
                <a:cs typeface="Times New Roman"/>
              </a:rPr>
              <a:t> </a:t>
            </a:r>
            <a:r>
              <a:rPr dirty="0" sz="850" spc="-10">
                <a:latin typeface="Times New Roman"/>
                <a:cs typeface="Times New Roman"/>
              </a:rPr>
              <a:t>sers/ASU</a:t>
            </a:r>
            <a:r>
              <a:rPr dirty="0" sz="850" spc="-6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S/Desktop/projects/Gor</a:t>
            </a:r>
            <a:r>
              <a:rPr dirty="0" sz="850" spc="110">
                <a:latin typeface="Times New Roman"/>
                <a:cs typeface="Times New Roman"/>
              </a:rPr>
              <a:t> </a:t>
            </a:r>
            <a:r>
              <a:rPr dirty="0" sz="850" spc="-20">
                <a:latin typeface="Times New Roman"/>
                <a:cs typeface="Times New Roman"/>
              </a:rPr>
              <a:t>su</a:t>
            </a:r>
            <a:r>
              <a:rPr dirty="0" sz="850" spc="-8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ru</a:t>
            </a:r>
            <a:r>
              <a:rPr dirty="0" sz="850" spc="-80">
                <a:latin typeface="Times New Roman"/>
                <a:cs typeface="Times New Roman"/>
              </a:rPr>
              <a:t> </a:t>
            </a:r>
            <a:r>
              <a:rPr dirty="0" sz="850" spc="-20">
                <a:latin typeface="Times New Roman"/>
                <a:cs typeface="Times New Roman"/>
              </a:rPr>
              <a:t>m/su</a:t>
            </a:r>
            <a:r>
              <a:rPr dirty="0" sz="850" spc="-8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ru</a:t>
            </a:r>
            <a:r>
              <a:rPr dirty="0" sz="850" spc="-80">
                <a:latin typeface="Times New Roman"/>
                <a:cs typeface="Times New Roman"/>
              </a:rPr>
              <a:t> </a:t>
            </a:r>
            <a:r>
              <a:rPr dirty="0" sz="850" spc="-114">
                <a:latin typeface="Times New Roman"/>
                <a:cs typeface="Times New Roman"/>
              </a:rPr>
              <a:t>m</a:t>
            </a:r>
            <a:r>
              <a:rPr dirty="0" sz="850" spc="-85">
                <a:latin typeface="Times New Roman"/>
                <a:cs typeface="Times New Roman"/>
              </a:rPr>
              <a:t> </a:t>
            </a:r>
            <a:r>
              <a:rPr dirty="0" sz="850" spc="-585">
                <a:latin typeface="Times New Roman"/>
                <a:cs typeface="Times New Roman"/>
              </a:rPr>
              <a:t>m</a:t>
            </a:r>
            <a:r>
              <a:rPr dirty="0" sz="850" spc="-45">
                <a:latin typeface="Times New Roman"/>
                <a:cs typeface="Times New Roman"/>
              </a:rPr>
              <a:t> </a:t>
            </a:r>
            <a:r>
              <a:rPr dirty="0" sz="850" spc="-95">
                <a:latin typeface="Times New Roman"/>
                <a:cs typeface="Times New Roman"/>
              </a:rPr>
              <a:t>h</a:t>
            </a:r>
            <a:r>
              <a:rPr dirty="0" sz="850" spc="-85">
                <a:latin typeface="Times New Roman"/>
                <a:cs typeface="Times New Roman"/>
              </a:rPr>
              <a:t> </a:t>
            </a:r>
            <a:r>
              <a:rPr dirty="0" sz="850" spc="-70">
                <a:latin typeface="Times New Roman"/>
                <a:cs typeface="Times New Roman"/>
              </a:rPr>
              <a:t>tm</a:t>
            </a:r>
            <a:r>
              <a:rPr dirty="0" sz="850" spc="-85">
                <a:latin typeface="Times New Roman"/>
                <a:cs typeface="Times New Roman"/>
              </a:rPr>
              <a:t> </a:t>
            </a:r>
            <a:r>
              <a:rPr dirty="0" sz="850" spc="-50">
                <a:latin typeface="Times New Roman"/>
                <a:cs typeface="Times New Roman"/>
              </a:rPr>
              <a:t>i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64" name="object 64" descr=""/>
          <p:cNvSpPr txBox="1"/>
          <p:nvPr/>
        </p:nvSpPr>
        <p:spPr>
          <a:xfrm>
            <a:off x="9543093" y="7461304"/>
            <a:ext cx="215265" cy="1358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9"/>
              </a:lnSpc>
            </a:pPr>
            <a:r>
              <a:rPr dirty="0" sz="850" spc="165">
                <a:latin typeface="Times New Roman"/>
                <a:cs typeface="Times New Roman"/>
              </a:rPr>
              <a:t>-</a:t>
            </a:r>
            <a:r>
              <a:rPr dirty="0" sz="850" spc="-125">
                <a:latin typeface="Times New Roman"/>
                <a:cs typeface="Times New Roman"/>
              </a:rPr>
              <a:t>/1</a:t>
            </a:r>
            <a:r>
              <a:rPr dirty="0" sz="850" spc="35">
                <a:latin typeface="Times New Roman"/>
                <a:cs typeface="Times New Roman"/>
              </a:rPr>
              <a:t> </a:t>
            </a:r>
            <a:r>
              <a:rPr dirty="0" sz="850" spc="-50">
                <a:latin typeface="Times New Roman"/>
                <a:cs typeface="Times New Roman"/>
              </a:rPr>
              <a:t>2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4406755" y="162656"/>
            <a:ext cx="2402840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>
                <a:latin typeface="Times New Roman"/>
                <a:cs typeface="Times New Roman"/>
              </a:rPr>
              <a:t>Gor</a:t>
            </a:r>
            <a:r>
              <a:rPr dirty="0" sz="850" spc="8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Sargsyar</a:t>
            </a:r>
            <a:r>
              <a:rPr dirty="0" sz="850" spc="204">
                <a:latin typeface="Times New Roman"/>
                <a:cs typeface="Times New Roman"/>
              </a:rPr>
              <a:t>  </a:t>
            </a:r>
            <a:r>
              <a:rPr dirty="0" sz="850" spc="-90">
                <a:latin typeface="Times New Roman"/>
                <a:cs typeface="Times New Roman"/>
              </a:rPr>
              <a:t>Gi</a:t>
            </a:r>
            <a:r>
              <a:rPr dirty="0" sz="850" spc="-9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obai</a:t>
            </a:r>
            <a:r>
              <a:rPr dirty="0" sz="850" spc="10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A</a:t>
            </a:r>
            <a:r>
              <a:rPr dirty="0" sz="850" spc="275">
                <a:latin typeface="Times New Roman"/>
                <a:cs typeface="Times New Roman"/>
              </a:rPr>
              <a:t> </a:t>
            </a:r>
            <a:r>
              <a:rPr dirty="0" sz="850" spc="-195">
                <a:latin typeface="Times New Roman"/>
                <a:cs typeface="Times New Roman"/>
              </a:rPr>
              <a:t>&amp;</a:t>
            </a:r>
            <a:r>
              <a:rPr dirty="0" sz="850" spc="95">
                <a:latin typeface="Times New Roman"/>
                <a:cs typeface="Times New Roman"/>
              </a:rPr>
              <a:t> </a:t>
            </a:r>
            <a:r>
              <a:rPr dirty="0" sz="850" spc="-100">
                <a:latin typeface="Times New Roman"/>
                <a:cs typeface="Times New Roman"/>
              </a:rPr>
              <a:t>E</a:t>
            </a:r>
            <a:r>
              <a:rPr dirty="0" sz="850" spc="-9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korom</a:t>
            </a:r>
            <a:r>
              <a:rPr dirty="0" sz="850" spc="229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Stratej</a:t>
            </a:r>
            <a:r>
              <a:rPr dirty="0" sz="850" spc="229">
                <a:latin typeface="Times New Roman"/>
                <a:cs typeface="Times New Roman"/>
              </a:rPr>
              <a:t> </a:t>
            </a:r>
            <a:r>
              <a:rPr dirty="0" sz="850" spc="-25">
                <a:latin typeface="Times New Roman"/>
                <a:cs typeface="Times New Roman"/>
              </a:rPr>
              <a:t>Su</a:t>
            </a:r>
            <a:r>
              <a:rPr dirty="0" sz="850" spc="-9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ru</a:t>
            </a:r>
            <a:r>
              <a:rPr dirty="0" sz="850" spc="-90">
                <a:latin typeface="Times New Roman"/>
                <a:cs typeface="Times New Roman"/>
              </a:rPr>
              <a:t> </a:t>
            </a:r>
            <a:r>
              <a:rPr dirty="0" sz="850" spc="-25">
                <a:latin typeface="Times New Roman"/>
                <a:cs typeface="Times New Roman"/>
              </a:rPr>
              <a:t>mu</a:t>
            </a:r>
            <a:endParaRPr sz="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5136" y="712431"/>
            <a:ext cx="290474" cy="12559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210487" y="712431"/>
            <a:ext cx="831850" cy="124460"/>
            <a:chOff x="1210487" y="712431"/>
            <a:chExt cx="831850" cy="12446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0487" y="743204"/>
              <a:ext cx="105092" cy="9323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337284" y="712431"/>
              <a:ext cx="22860" cy="124460"/>
            </a:xfrm>
            <a:custGeom>
              <a:avLst/>
              <a:gdLst/>
              <a:ahLst/>
              <a:cxnLst/>
              <a:rect l="l" t="t" r="r" b="b"/>
              <a:pathLst>
                <a:path w="22859" h="124459">
                  <a:moveTo>
                    <a:pt x="21973" y="124002"/>
                  </a:moveTo>
                  <a:lnTo>
                    <a:pt x="21973" y="30769"/>
                  </a:lnTo>
                  <a:lnTo>
                    <a:pt x="393" y="30769"/>
                  </a:lnTo>
                  <a:lnTo>
                    <a:pt x="393" y="124002"/>
                  </a:lnTo>
                  <a:lnTo>
                    <a:pt x="21973" y="124002"/>
                  </a:lnTo>
                  <a:close/>
                </a:path>
                <a:path w="22859" h="124459">
                  <a:moveTo>
                    <a:pt x="22364" y="14478"/>
                  </a:moveTo>
                  <a:lnTo>
                    <a:pt x="7899" y="0"/>
                  </a:lnTo>
                  <a:lnTo>
                    <a:pt x="5207" y="1066"/>
                  </a:lnTo>
                  <a:lnTo>
                    <a:pt x="1041" y="5334"/>
                  </a:lnTo>
                  <a:lnTo>
                    <a:pt x="0" y="7988"/>
                  </a:lnTo>
                  <a:lnTo>
                    <a:pt x="0" y="14478"/>
                  </a:lnTo>
                  <a:lnTo>
                    <a:pt x="1041" y="17183"/>
                  </a:lnTo>
                  <a:lnTo>
                    <a:pt x="5207" y="21450"/>
                  </a:lnTo>
                  <a:lnTo>
                    <a:pt x="7899" y="22517"/>
                  </a:lnTo>
                  <a:lnTo>
                    <a:pt x="14287" y="22428"/>
                  </a:lnTo>
                  <a:lnTo>
                    <a:pt x="16929" y="21336"/>
                  </a:lnTo>
                  <a:lnTo>
                    <a:pt x="21285" y="17157"/>
                  </a:lnTo>
                  <a:lnTo>
                    <a:pt x="22364" y="14478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1366" y="712431"/>
              <a:ext cx="349072" cy="124002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52282" y="712431"/>
              <a:ext cx="289547" cy="124002"/>
            </a:xfrm>
            <a:prstGeom prst="rect">
              <a:avLst/>
            </a:prstGeom>
          </p:spPr>
        </p:pic>
      </p:grpSp>
      <p:sp>
        <p:nvSpPr>
          <p:cNvPr id="8" name="object 8" descr=""/>
          <p:cNvSpPr/>
          <p:nvPr/>
        </p:nvSpPr>
        <p:spPr>
          <a:xfrm>
            <a:off x="2101240" y="737603"/>
            <a:ext cx="19050" cy="125095"/>
          </a:xfrm>
          <a:custGeom>
            <a:avLst/>
            <a:gdLst/>
            <a:ahLst/>
            <a:cxnLst/>
            <a:rect l="l" t="t" r="r" b="b"/>
            <a:pathLst>
              <a:path w="19050" h="125094">
                <a:moveTo>
                  <a:pt x="19042" y="124665"/>
                </a:moveTo>
                <a:lnTo>
                  <a:pt x="19042" y="0"/>
                </a:lnTo>
                <a:lnTo>
                  <a:pt x="0" y="0"/>
                </a:lnTo>
                <a:lnTo>
                  <a:pt x="0" y="124665"/>
                </a:lnTo>
                <a:lnTo>
                  <a:pt x="19042" y="124665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2180132" y="741603"/>
            <a:ext cx="1553210" cy="96520"/>
            <a:chOff x="2180132" y="741603"/>
            <a:chExt cx="1553210" cy="96520"/>
          </a:xfrm>
        </p:grpSpPr>
        <p:sp>
          <p:nvSpPr>
            <p:cNvPr id="10" name="object 10" descr=""/>
            <p:cNvSpPr/>
            <p:nvPr/>
          </p:nvSpPr>
          <p:spPr>
            <a:xfrm>
              <a:off x="2180132" y="743203"/>
              <a:ext cx="175260" cy="93345"/>
            </a:xfrm>
            <a:custGeom>
              <a:avLst/>
              <a:gdLst/>
              <a:ahLst/>
              <a:cxnLst/>
              <a:rect l="l" t="t" r="r" b="b"/>
              <a:pathLst>
                <a:path w="175260" h="93344">
                  <a:moveTo>
                    <a:pt x="72186" y="93230"/>
                  </a:moveTo>
                  <a:lnTo>
                    <a:pt x="72047" y="75907"/>
                  </a:lnTo>
                  <a:lnTo>
                    <a:pt x="21170" y="75907"/>
                  </a:lnTo>
                  <a:lnTo>
                    <a:pt x="21170" y="54216"/>
                  </a:lnTo>
                  <a:lnTo>
                    <a:pt x="64719" y="54343"/>
                  </a:lnTo>
                  <a:lnTo>
                    <a:pt x="64719" y="37693"/>
                  </a:lnTo>
                  <a:lnTo>
                    <a:pt x="21170" y="37566"/>
                  </a:lnTo>
                  <a:lnTo>
                    <a:pt x="21170" y="17310"/>
                  </a:lnTo>
                  <a:lnTo>
                    <a:pt x="70446" y="17310"/>
                  </a:lnTo>
                  <a:lnTo>
                    <a:pt x="70180" y="0"/>
                  </a:lnTo>
                  <a:lnTo>
                    <a:pt x="0" y="0"/>
                  </a:lnTo>
                  <a:lnTo>
                    <a:pt x="0" y="93230"/>
                  </a:lnTo>
                  <a:lnTo>
                    <a:pt x="19697" y="93230"/>
                  </a:lnTo>
                  <a:lnTo>
                    <a:pt x="72186" y="93230"/>
                  </a:lnTo>
                  <a:close/>
                </a:path>
                <a:path w="175260" h="93344">
                  <a:moveTo>
                    <a:pt x="174879" y="0"/>
                  </a:moveTo>
                  <a:lnTo>
                    <a:pt x="153555" y="0"/>
                  </a:lnTo>
                  <a:lnTo>
                    <a:pt x="153555" y="56540"/>
                  </a:lnTo>
                  <a:lnTo>
                    <a:pt x="107213" y="0"/>
                  </a:lnTo>
                  <a:lnTo>
                    <a:pt x="89369" y="0"/>
                  </a:lnTo>
                  <a:lnTo>
                    <a:pt x="89369" y="93230"/>
                  </a:lnTo>
                  <a:lnTo>
                    <a:pt x="102019" y="93230"/>
                  </a:lnTo>
                  <a:lnTo>
                    <a:pt x="110680" y="93230"/>
                  </a:lnTo>
                  <a:lnTo>
                    <a:pt x="110680" y="36652"/>
                  </a:lnTo>
                  <a:lnTo>
                    <a:pt x="153555" y="88849"/>
                  </a:lnTo>
                  <a:lnTo>
                    <a:pt x="157162" y="93230"/>
                  </a:lnTo>
                  <a:lnTo>
                    <a:pt x="162229" y="93230"/>
                  </a:lnTo>
                  <a:lnTo>
                    <a:pt x="174879" y="93230"/>
                  </a:lnTo>
                  <a:lnTo>
                    <a:pt x="174879" y="0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66073" y="741603"/>
              <a:ext cx="1022870" cy="96418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3391878" y="741603"/>
              <a:ext cx="340995" cy="96520"/>
            </a:xfrm>
            <a:custGeom>
              <a:avLst/>
              <a:gdLst/>
              <a:ahLst/>
              <a:cxnLst/>
              <a:rect l="l" t="t" r="r" b="b"/>
              <a:pathLst>
                <a:path w="340995" h="96519">
                  <a:moveTo>
                    <a:pt x="81280" y="1600"/>
                  </a:moveTo>
                  <a:lnTo>
                    <a:pt x="52070" y="1600"/>
                  </a:lnTo>
                  <a:lnTo>
                    <a:pt x="30480" y="1600"/>
                  </a:lnTo>
                  <a:lnTo>
                    <a:pt x="0" y="1600"/>
                  </a:lnTo>
                  <a:lnTo>
                    <a:pt x="0" y="19177"/>
                  </a:lnTo>
                  <a:lnTo>
                    <a:pt x="30480" y="19177"/>
                  </a:lnTo>
                  <a:lnTo>
                    <a:pt x="30480" y="94830"/>
                  </a:lnTo>
                  <a:lnTo>
                    <a:pt x="52070" y="94830"/>
                  </a:lnTo>
                  <a:lnTo>
                    <a:pt x="52070" y="19177"/>
                  </a:lnTo>
                  <a:lnTo>
                    <a:pt x="81280" y="19177"/>
                  </a:lnTo>
                  <a:lnTo>
                    <a:pt x="81280" y="1600"/>
                  </a:lnTo>
                  <a:close/>
                </a:path>
                <a:path w="340995" h="96519">
                  <a:moveTo>
                    <a:pt x="180987" y="94830"/>
                  </a:moveTo>
                  <a:lnTo>
                    <a:pt x="143268" y="10490"/>
                  </a:lnTo>
                  <a:lnTo>
                    <a:pt x="143268" y="58470"/>
                  </a:lnTo>
                  <a:lnTo>
                    <a:pt x="113652" y="58470"/>
                  </a:lnTo>
                  <a:lnTo>
                    <a:pt x="124244" y="33020"/>
                  </a:lnTo>
                  <a:lnTo>
                    <a:pt x="128485" y="22796"/>
                  </a:lnTo>
                  <a:lnTo>
                    <a:pt x="132765" y="33096"/>
                  </a:lnTo>
                  <a:lnTo>
                    <a:pt x="143268" y="58470"/>
                  </a:lnTo>
                  <a:lnTo>
                    <a:pt x="143268" y="10490"/>
                  </a:lnTo>
                  <a:lnTo>
                    <a:pt x="139293" y="1600"/>
                  </a:lnTo>
                  <a:lnTo>
                    <a:pt x="117983" y="1600"/>
                  </a:lnTo>
                  <a:lnTo>
                    <a:pt x="76428" y="94830"/>
                  </a:lnTo>
                  <a:lnTo>
                    <a:pt x="97205" y="94830"/>
                  </a:lnTo>
                  <a:lnTo>
                    <a:pt x="98539" y="94830"/>
                  </a:lnTo>
                  <a:lnTo>
                    <a:pt x="106845" y="74853"/>
                  </a:lnTo>
                  <a:lnTo>
                    <a:pt x="150063" y="74853"/>
                  </a:lnTo>
                  <a:lnTo>
                    <a:pt x="156743" y="90970"/>
                  </a:lnTo>
                  <a:lnTo>
                    <a:pt x="158343" y="94830"/>
                  </a:lnTo>
                  <a:lnTo>
                    <a:pt x="180987" y="94830"/>
                  </a:lnTo>
                  <a:close/>
                </a:path>
                <a:path w="340995" h="96519">
                  <a:moveTo>
                    <a:pt x="259422" y="77241"/>
                  </a:moveTo>
                  <a:lnTo>
                    <a:pt x="212432" y="77241"/>
                  </a:lnTo>
                  <a:lnTo>
                    <a:pt x="212432" y="1600"/>
                  </a:lnTo>
                  <a:lnTo>
                    <a:pt x="190842" y="1600"/>
                  </a:lnTo>
                  <a:lnTo>
                    <a:pt x="190842" y="94830"/>
                  </a:lnTo>
                  <a:lnTo>
                    <a:pt x="212432" y="94830"/>
                  </a:lnTo>
                  <a:lnTo>
                    <a:pt x="259422" y="94830"/>
                  </a:lnTo>
                  <a:lnTo>
                    <a:pt x="259422" y="77241"/>
                  </a:lnTo>
                  <a:close/>
                </a:path>
                <a:path w="340995" h="96519">
                  <a:moveTo>
                    <a:pt x="340868" y="62636"/>
                  </a:moveTo>
                  <a:lnTo>
                    <a:pt x="304038" y="39065"/>
                  </a:lnTo>
                  <a:lnTo>
                    <a:pt x="294119" y="36398"/>
                  </a:lnTo>
                  <a:lnTo>
                    <a:pt x="291541" y="35217"/>
                  </a:lnTo>
                  <a:lnTo>
                    <a:pt x="287642" y="32283"/>
                  </a:lnTo>
                  <a:lnTo>
                    <a:pt x="286651" y="30365"/>
                  </a:lnTo>
                  <a:lnTo>
                    <a:pt x="286651" y="25920"/>
                  </a:lnTo>
                  <a:lnTo>
                    <a:pt x="300189" y="17310"/>
                  </a:lnTo>
                  <a:lnTo>
                    <a:pt x="308546" y="17310"/>
                  </a:lnTo>
                  <a:lnTo>
                    <a:pt x="312801" y="17907"/>
                  </a:lnTo>
                  <a:lnTo>
                    <a:pt x="321513" y="20307"/>
                  </a:lnTo>
                  <a:lnTo>
                    <a:pt x="325856" y="22148"/>
                  </a:lnTo>
                  <a:lnTo>
                    <a:pt x="330212" y="24625"/>
                  </a:lnTo>
                  <a:lnTo>
                    <a:pt x="336867" y="8255"/>
                  </a:lnTo>
                  <a:lnTo>
                    <a:pt x="332524" y="5499"/>
                  </a:lnTo>
                  <a:lnTo>
                    <a:pt x="327507" y="3429"/>
                  </a:lnTo>
                  <a:lnTo>
                    <a:pt x="316141" y="685"/>
                  </a:lnTo>
                  <a:lnTo>
                    <a:pt x="310362" y="0"/>
                  </a:lnTo>
                  <a:lnTo>
                    <a:pt x="295719" y="0"/>
                  </a:lnTo>
                  <a:lnTo>
                    <a:pt x="265214" y="23698"/>
                  </a:lnTo>
                  <a:lnTo>
                    <a:pt x="265214" y="33997"/>
                  </a:lnTo>
                  <a:lnTo>
                    <a:pt x="302044" y="57772"/>
                  </a:lnTo>
                  <a:lnTo>
                    <a:pt x="311962" y="60528"/>
                  </a:lnTo>
                  <a:lnTo>
                    <a:pt x="314540" y="61722"/>
                  </a:lnTo>
                  <a:lnTo>
                    <a:pt x="318439" y="64655"/>
                  </a:lnTo>
                  <a:lnTo>
                    <a:pt x="319417" y="66636"/>
                  </a:lnTo>
                  <a:lnTo>
                    <a:pt x="319417" y="71069"/>
                  </a:lnTo>
                  <a:lnTo>
                    <a:pt x="305701" y="79108"/>
                  </a:lnTo>
                  <a:lnTo>
                    <a:pt x="295846" y="79108"/>
                  </a:lnTo>
                  <a:lnTo>
                    <a:pt x="290322" y="78193"/>
                  </a:lnTo>
                  <a:lnTo>
                    <a:pt x="279400" y="74561"/>
                  </a:lnTo>
                  <a:lnTo>
                    <a:pt x="274662" y="72224"/>
                  </a:lnTo>
                  <a:lnTo>
                    <a:pt x="270675" y="69380"/>
                  </a:lnTo>
                  <a:lnTo>
                    <a:pt x="263347" y="85636"/>
                  </a:lnTo>
                  <a:lnTo>
                    <a:pt x="267525" y="88823"/>
                  </a:lnTo>
                  <a:lnTo>
                    <a:pt x="273024" y="91427"/>
                  </a:lnTo>
                  <a:lnTo>
                    <a:pt x="286702" y="95415"/>
                  </a:lnTo>
                  <a:lnTo>
                    <a:pt x="293852" y="96418"/>
                  </a:lnTo>
                  <a:lnTo>
                    <a:pt x="301307" y="96418"/>
                  </a:lnTo>
                  <a:lnTo>
                    <a:pt x="310184" y="96418"/>
                  </a:lnTo>
                  <a:lnTo>
                    <a:pt x="340868" y="72758"/>
                  </a:lnTo>
                  <a:lnTo>
                    <a:pt x="340868" y="62636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7595647" y="694823"/>
            <a:ext cx="266700" cy="183515"/>
            <a:chOff x="7595647" y="694823"/>
            <a:chExt cx="266700" cy="183515"/>
          </a:xfrm>
        </p:grpSpPr>
        <p:sp>
          <p:nvSpPr>
            <p:cNvPr id="14" name="object 14" descr=""/>
            <p:cNvSpPr/>
            <p:nvPr/>
          </p:nvSpPr>
          <p:spPr>
            <a:xfrm>
              <a:off x="7599832" y="699084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258064" y="149529"/>
                  </a:moveTo>
                  <a:lnTo>
                    <a:pt x="258064" y="25273"/>
                  </a:lnTo>
                  <a:lnTo>
                    <a:pt x="257302" y="21551"/>
                  </a:lnTo>
                  <a:lnTo>
                    <a:pt x="232765" y="0"/>
                  </a:lnTo>
                  <a:lnTo>
                    <a:pt x="25272" y="0"/>
                  </a:lnTo>
                  <a:lnTo>
                    <a:pt x="0" y="25273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73" y="174802"/>
                  </a:lnTo>
                  <a:lnTo>
                    <a:pt x="232765" y="174802"/>
                  </a:lnTo>
                  <a:lnTo>
                    <a:pt x="257302" y="153238"/>
                  </a:lnTo>
                  <a:lnTo>
                    <a:pt x="258064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599807" y="698982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47"/>
                  </a:lnTo>
                  <a:lnTo>
                    <a:pt x="21551" y="749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8917" y="0"/>
                  </a:lnTo>
                  <a:lnTo>
                    <a:pt x="232778" y="0"/>
                  </a:lnTo>
                  <a:lnTo>
                    <a:pt x="236499" y="749"/>
                  </a:lnTo>
                  <a:lnTo>
                    <a:pt x="240055" y="2247"/>
                  </a:lnTo>
                  <a:lnTo>
                    <a:pt x="243636" y="3657"/>
                  </a:lnTo>
                  <a:lnTo>
                    <a:pt x="255828" y="17983"/>
                  </a:lnTo>
                  <a:lnTo>
                    <a:pt x="257302" y="21551"/>
                  </a:lnTo>
                  <a:lnTo>
                    <a:pt x="258051" y="25298"/>
                  </a:lnTo>
                  <a:lnTo>
                    <a:pt x="258051" y="29133"/>
                  </a:lnTo>
                  <a:lnTo>
                    <a:pt x="258051" y="145669"/>
                  </a:lnTo>
                  <a:lnTo>
                    <a:pt x="258051" y="149491"/>
                  </a:lnTo>
                  <a:lnTo>
                    <a:pt x="257302" y="153238"/>
                  </a:lnTo>
                  <a:lnTo>
                    <a:pt x="255828" y="156819"/>
                  </a:lnTo>
                  <a:lnTo>
                    <a:pt x="254355" y="160401"/>
                  </a:lnTo>
                  <a:lnTo>
                    <a:pt x="252247" y="163563"/>
                  </a:lnTo>
                  <a:lnTo>
                    <a:pt x="249516" y="166230"/>
                  </a:lnTo>
                  <a:lnTo>
                    <a:pt x="246786" y="168973"/>
                  </a:lnTo>
                  <a:lnTo>
                    <a:pt x="243636" y="171145"/>
                  </a:lnTo>
                  <a:lnTo>
                    <a:pt x="240055" y="172554"/>
                  </a:lnTo>
                  <a:lnTo>
                    <a:pt x="236499" y="174053"/>
                  </a:lnTo>
                  <a:lnTo>
                    <a:pt x="232778" y="174802"/>
                  </a:lnTo>
                  <a:lnTo>
                    <a:pt x="228917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145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63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38"/>
                  </a:lnTo>
                  <a:lnTo>
                    <a:pt x="0" y="149491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75092" y="755408"/>
              <a:ext cx="112395" cy="64376"/>
            </a:xfrm>
            <a:prstGeom prst="rect">
              <a:avLst/>
            </a:prstGeom>
          </p:spPr>
        </p:pic>
      </p:grpSp>
      <p:grpSp>
        <p:nvGrpSpPr>
          <p:cNvPr id="17" name="object 17" descr=""/>
          <p:cNvGrpSpPr/>
          <p:nvPr/>
        </p:nvGrpSpPr>
        <p:grpSpPr>
          <a:xfrm>
            <a:off x="7928616" y="694823"/>
            <a:ext cx="274955" cy="183515"/>
            <a:chOff x="7928616" y="694823"/>
            <a:chExt cx="274955" cy="183515"/>
          </a:xfrm>
        </p:grpSpPr>
        <p:sp>
          <p:nvSpPr>
            <p:cNvPr id="18" name="object 18" descr=""/>
            <p:cNvSpPr/>
            <p:nvPr/>
          </p:nvSpPr>
          <p:spPr>
            <a:xfrm>
              <a:off x="7932800" y="699084"/>
              <a:ext cx="266700" cy="175260"/>
            </a:xfrm>
            <a:custGeom>
              <a:avLst/>
              <a:gdLst/>
              <a:ahLst/>
              <a:cxnLst/>
              <a:rect l="l" t="t" r="r" b="b"/>
              <a:pathLst>
                <a:path w="266700" h="175259">
                  <a:moveTo>
                    <a:pt x="266395" y="149529"/>
                  </a:moveTo>
                  <a:lnTo>
                    <a:pt x="266395" y="25273"/>
                  </a:lnTo>
                  <a:lnTo>
                    <a:pt x="265633" y="21551"/>
                  </a:lnTo>
                  <a:lnTo>
                    <a:pt x="241096" y="0"/>
                  </a:lnTo>
                  <a:lnTo>
                    <a:pt x="25298" y="0"/>
                  </a:lnTo>
                  <a:lnTo>
                    <a:pt x="0" y="25273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98" y="174802"/>
                  </a:lnTo>
                  <a:lnTo>
                    <a:pt x="241096" y="174802"/>
                  </a:lnTo>
                  <a:lnTo>
                    <a:pt x="265633" y="153238"/>
                  </a:lnTo>
                  <a:lnTo>
                    <a:pt x="266395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932775" y="698982"/>
              <a:ext cx="266700" cy="175260"/>
            </a:xfrm>
            <a:custGeom>
              <a:avLst/>
              <a:gdLst/>
              <a:ahLst/>
              <a:cxnLst/>
              <a:rect l="l" t="t" r="r" b="b"/>
              <a:pathLst>
                <a:path w="266700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47"/>
                  </a:lnTo>
                  <a:lnTo>
                    <a:pt x="21551" y="749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37236" y="0"/>
                  </a:lnTo>
                  <a:lnTo>
                    <a:pt x="241096" y="0"/>
                  </a:lnTo>
                  <a:lnTo>
                    <a:pt x="244817" y="749"/>
                  </a:lnTo>
                  <a:lnTo>
                    <a:pt x="248386" y="2247"/>
                  </a:lnTo>
                  <a:lnTo>
                    <a:pt x="251955" y="3657"/>
                  </a:lnTo>
                  <a:lnTo>
                    <a:pt x="264147" y="17983"/>
                  </a:lnTo>
                  <a:lnTo>
                    <a:pt x="265633" y="21551"/>
                  </a:lnTo>
                  <a:lnTo>
                    <a:pt x="266369" y="25298"/>
                  </a:lnTo>
                  <a:lnTo>
                    <a:pt x="266369" y="29133"/>
                  </a:lnTo>
                  <a:lnTo>
                    <a:pt x="266369" y="145669"/>
                  </a:lnTo>
                  <a:lnTo>
                    <a:pt x="266369" y="149491"/>
                  </a:lnTo>
                  <a:lnTo>
                    <a:pt x="265633" y="153238"/>
                  </a:lnTo>
                  <a:lnTo>
                    <a:pt x="264147" y="156819"/>
                  </a:lnTo>
                  <a:lnTo>
                    <a:pt x="262674" y="160401"/>
                  </a:lnTo>
                  <a:lnTo>
                    <a:pt x="260565" y="163563"/>
                  </a:lnTo>
                  <a:lnTo>
                    <a:pt x="257835" y="166230"/>
                  </a:lnTo>
                  <a:lnTo>
                    <a:pt x="255104" y="168973"/>
                  </a:lnTo>
                  <a:lnTo>
                    <a:pt x="251955" y="171145"/>
                  </a:lnTo>
                  <a:lnTo>
                    <a:pt x="248386" y="172554"/>
                  </a:lnTo>
                  <a:lnTo>
                    <a:pt x="244817" y="174053"/>
                  </a:lnTo>
                  <a:lnTo>
                    <a:pt x="241096" y="174802"/>
                  </a:lnTo>
                  <a:lnTo>
                    <a:pt x="237236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145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63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38"/>
                  </a:lnTo>
                  <a:lnTo>
                    <a:pt x="0" y="149491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12353" y="755408"/>
              <a:ext cx="108584" cy="64376"/>
            </a:xfrm>
            <a:prstGeom prst="rect">
              <a:avLst/>
            </a:prstGeom>
          </p:spPr>
        </p:pic>
      </p:grpSp>
      <p:grpSp>
        <p:nvGrpSpPr>
          <p:cNvPr id="21" name="object 21" descr=""/>
          <p:cNvGrpSpPr/>
          <p:nvPr/>
        </p:nvGrpSpPr>
        <p:grpSpPr>
          <a:xfrm>
            <a:off x="8269903" y="694823"/>
            <a:ext cx="258445" cy="183515"/>
            <a:chOff x="8269903" y="694823"/>
            <a:chExt cx="258445" cy="183515"/>
          </a:xfrm>
        </p:grpSpPr>
        <p:pic>
          <p:nvPicPr>
            <p:cNvPr id="22" name="object 2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74101" y="699084"/>
              <a:ext cx="249707" cy="174802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8274062" y="698982"/>
              <a:ext cx="250190" cy="175260"/>
            </a:xfrm>
            <a:custGeom>
              <a:avLst/>
              <a:gdLst/>
              <a:ahLst/>
              <a:cxnLst/>
              <a:rect l="l" t="t" r="r" b="b"/>
              <a:pathLst>
                <a:path w="250190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47"/>
                  </a:lnTo>
                  <a:lnTo>
                    <a:pt x="21551" y="749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0586" y="0"/>
                  </a:lnTo>
                  <a:lnTo>
                    <a:pt x="224447" y="0"/>
                  </a:lnTo>
                  <a:lnTo>
                    <a:pt x="228168" y="749"/>
                  </a:lnTo>
                  <a:lnTo>
                    <a:pt x="231736" y="2247"/>
                  </a:lnTo>
                  <a:lnTo>
                    <a:pt x="235305" y="3657"/>
                  </a:lnTo>
                  <a:lnTo>
                    <a:pt x="247497" y="17983"/>
                  </a:lnTo>
                  <a:lnTo>
                    <a:pt x="248983" y="21551"/>
                  </a:lnTo>
                  <a:lnTo>
                    <a:pt x="249720" y="25298"/>
                  </a:lnTo>
                  <a:lnTo>
                    <a:pt x="249720" y="29133"/>
                  </a:lnTo>
                  <a:lnTo>
                    <a:pt x="249720" y="145669"/>
                  </a:lnTo>
                  <a:lnTo>
                    <a:pt x="249720" y="149491"/>
                  </a:lnTo>
                  <a:lnTo>
                    <a:pt x="248983" y="153238"/>
                  </a:lnTo>
                  <a:lnTo>
                    <a:pt x="247497" y="156819"/>
                  </a:lnTo>
                  <a:lnTo>
                    <a:pt x="246024" y="160401"/>
                  </a:lnTo>
                  <a:lnTo>
                    <a:pt x="243916" y="163563"/>
                  </a:lnTo>
                  <a:lnTo>
                    <a:pt x="241198" y="166230"/>
                  </a:lnTo>
                  <a:lnTo>
                    <a:pt x="238455" y="168973"/>
                  </a:lnTo>
                  <a:lnTo>
                    <a:pt x="235305" y="171145"/>
                  </a:lnTo>
                  <a:lnTo>
                    <a:pt x="231736" y="172554"/>
                  </a:lnTo>
                  <a:lnTo>
                    <a:pt x="228168" y="174053"/>
                  </a:lnTo>
                  <a:lnTo>
                    <a:pt x="224447" y="174802"/>
                  </a:lnTo>
                  <a:lnTo>
                    <a:pt x="220586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145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63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38"/>
                  </a:lnTo>
                  <a:lnTo>
                    <a:pt x="0" y="149491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50529" y="754405"/>
              <a:ext cx="95783" cy="66294"/>
            </a:xfrm>
            <a:prstGeom prst="rect">
              <a:avLst/>
            </a:prstGeom>
          </p:spPr>
        </p:pic>
      </p:grpSp>
      <p:grpSp>
        <p:nvGrpSpPr>
          <p:cNvPr id="25" name="object 25" descr=""/>
          <p:cNvGrpSpPr/>
          <p:nvPr/>
        </p:nvGrpSpPr>
        <p:grpSpPr>
          <a:xfrm>
            <a:off x="8594553" y="694823"/>
            <a:ext cx="266700" cy="183515"/>
            <a:chOff x="8594553" y="694823"/>
            <a:chExt cx="266700" cy="183515"/>
          </a:xfrm>
        </p:grpSpPr>
        <p:sp>
          <p:nvSpPr>
            <p:cNvPr id="26" name="object 26" descr=""/>
            <p:cNvSpPr/>
            <p:nvPr/>
          </p:nvSpPr>
          <p:spPr>
            <a:xfrm>
              <a:off x="8598712" y="699084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258089" y="149529"/>
                  </a:moveTo>
                  <a:lnTo>
                    <a:pt x="258089" y="25273"/>
                  </a:lnTo>
                  <a:lnTo>
                    <a:pt x="257327" y="21551"/>
                  </a:lnTo>
                  <a:lnTo>
                    <a:pt x="232790" y="0"/>
                  </a:lnTo>
                  <a:lnTo>
                    <a:pt x="25298" y="0"/>
                  </a:lnTo>
                  <a:lnTo>
                    <a:pt x="0" y="25273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98" y="174802"/>
                  </a:lnTo>
                  <a:lnTo>
                    <a:pt x="232790" y="174802"/>
                  </a:lnTo>
                  <a:lnTo>
                    <a:pt x="257327" y="153238"/>
                  </a:lnTo>
                  <a:lnTo>
                    <a:pt x="258089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8598712" y="698982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47"/>
                  </a:lnTo>
                  <a:lnTo>
                    <a:pt x="21551" y="749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8917" y="0"/>
                  </a:lnTo>
                  <a:lnTo>
                    <a:pt x="232740" y="0"/>
                  </a:lnTo>
                  <a:lnTo>
                    <a:pt x="236486" y="749"/>
                  </a:lnTo>
                  <a:lnTo>
                    <a:pt x="240068" y="2247"/>
                  </a:lnTo>
                  <a:lnTo>
                    <a:pt x="243649" y="3657"/>
                  </a:lnTo>
                  <a:lnTo>
                    <a:pt x="255803" y="17983"/>
                  </a:lnTo>
                  <a:lnTo>
                    <a:pt x="257302" y="21551"/>
                  </a:lnTo>
                  <a:lnTo>
                    <a:pt x="258051" y="25298"/>
                  </a:lnTo>
                  <a:lnTo>
                    <a:pt x="258051" y="29133"/>
                  </a:lnTo>
                  <a:lnTo>
                    <a:pt x="258051" y="145669"/>
                  </a:lnTo>
                  <a:lnTo>
                    <a:pt x="258051" y="149491"/>
                  </a:lnTo>
                  <a:lnTo>
                    <a:pt x="257302" y="153238"/>
                  </a:lnTo>
                  <a:lnTo>
                    <a:pt x="255803" y="156819"/>
                  </a:lnTo>
                  <a:lnTo>
                    <a:pt x="254381" y="160401"/>
                  </a:lnTo>
                  <a:lnTo>
                    <a:pt x="252222" y="163563"/>
                  </a:lnTo>
                  <a:lnTo>
                    <a:pt x="249478" y="166230"/>
                  </a:lnTo>
                  <a:lnTo>
                    <a:pt x="246811" y="168973"/>
                  </a:lnTo>
                  <a:lnTo>
                    <a:pt x="243649" y="171145"/>
                  </a:lnTo>
                  <a:lnTo>
                    <a:pt x="240068" y="172554"/>
                  </a:lnTo>
                  <a:lnTo>
                    <a:pt x="236486" y="174053"/>
                  </a:lnTo>
                  <a:lnTo>
                    <a:pt x="232740" y="174802"/>
                  </a:lnTo>
                  <a:lnTo>
                    <a:pt x="228917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145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63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38"/>
                  </a:lnTo>
                  <a:lnTo>
                    <a:pt x="0" y="149491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72550" y="755408"/>
              <a:ext cx="108585" cy="65290"/>
            </a:xfrm>
            <a:prstGeom prst="rect">
              <a:avLst/>
            </a:prstGeom>
          </p:spPr>
        </p:pic>
      </p:grpSp>
      <p:grpSp>
        <p:nvGrpSpPr>
          <p:cNvPr id="29" name="object 29" descr=""/>
          <p:cNvGrpSpPr/>
          <p:nvPr/>
        </p:nvGrpSpPr>
        <p:grpSpPr>
          <a:xfrm>
            <a:off x="8927522" y="694823"/>
            <a:ext cx="283210" cy="183515"/>
            <a:chOff x="8927522" y="694823"/>
            <a:chExt cx="283210" cy="183515"/>
          </a:xfrm>
        </p:grpSpPr>
        <p:sp>
          <p:nvSpPr>
            <p:cNvPr id="30" name="object 30" descr=""/>
            <p:cNvSpPr/>
            <p:nvPr/>
          </p:nvSpPr>
          <p:spPr>
            <a:xfrm>
              <a:off x="8931707" y="699084"/>
              <a:ext cx="274955" cy="175260"/>
            </a:xfrm>
            <a:custGeom>
              <a:avLst/>
              <a:gdLst/>
              <a:ahLst/>
              <a:cxnLst/>
              <a:rect l="l" t="t" r="r" b="b"/>
              <a:pathLst>
                <a:path w="274954" h="175259">
                  <a:moveTo>
                    <a:pt x="274701" y="149529"/>
                  </a:moveTo>
                  <a:lnTo>
                    <a:pt x="274701" y="25273"/>
                  </a:lnTo>
                  <a:lnTo>
                    <a:pt x="273939" y="21551"/>
                  </a:lnTo>
                  <a:lnTo>
                    <a:pt x="249402" y="0"/>
                  </a:lnTo>
                  <a:lnTo>
                    <a:pt x="25222" y="0"/>
                  </a:lnTo>
                  <a:lnTo>
                    <a:pt x="0" y="25273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22" y="174802"/>
                  </a:lnTo>
                  <a:lnTo>
                    <a:pt x="249402" y="174802"/>
                  </a:lnTo>
                  <a:lnTo>
                    <a:pt x="273939" y="153238"/>
                  </a:lnTo>
                  <a:lnTo>
                    <a:pt x="274701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931681" y="698982"/>
              <a:ext cx="274955" cy="175260"/>
            </a:xfrm>
            <a:custGeom>
              <a:avLst/>
              <a:gdLst/>
              <a:ahLst/>
              <a:cxnLst/>
              <a:rect l="l" t="t" r="r" b="b"/>
              <a:pathLst>
                <a:path w="274954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49" y="21551"/>
                  </a:lnTo>
                  <a:lnTo>
                    <a:pt x="2247" y="17983"/>
                  </a:lnTo>
                  <a:lnTo>
                    <a:pt x="3657" y="14401"/>
                  </a:lnTo>
                  <a:lnTo>
                    <a:pt x="17983" y="2247"/>
                  </a:lnTo>
                  <a:lnTo>
                    <a:pt x="21564" y="749"/>
                  </a:lnTo>
                  <a:lnTo>
                    <a:pt x="25298" y="0"/>
                  </a:lnTo>
                  <a:lnTo>
                    <a:pt x="29133" y="0"/>
                  </a:lnTo>
                  <a:lnTo>
                    <a:pt x="245567" y="0"/>
                  </a:lnTo>
                  <a:lnTo>
                    <a:pt x="249389" y="0"/>
                  </a:lnTo>
                  <a:lnTo>
                    <a:pt x="253136" y="749"/>
                  </a:lnTo>
                  <a:lnTo>
                    <a:pt x="256717" y="2247"/>
                  </a:lnTo>
                  <a:lnTo>
                    <a:pt x="260299" y="3657"/>
                  </a:lnTo>
                  <a:lnTo>
                    <a:pt x="272453" y="17983"/>
                  </a:lnTo>
                  <a:lnTo>
                    <a:pt x="273951" y="21551"/>
                  </a:lnTo>
                  <a:lnTo>
                    <a:pt x="274701" y="25298"/>
                  </a:lnTo>
                  <a:lnTo>
                    <a:pt x="274701" y="29133"/>
                  </a:lnTo>
                  <a:lnTo>
                    <a:pt x="274701" y="145669"/>
                  </a:lnTo>
                  <a:lnTo>
                    <a:pt x="274701" y="149491"/>
                  </a:lnTo>
                  <a:lnTo>
                    <a:pt x="273951" y="153238"/>
                  </a:lnTo>
                  <a:lnTo>
                    <a:pt x="272453" y="156819"/>
                  </a:lnTo>
                  <a:lnTo>
                    <a:pt x="271030" y="160401"/>
                  </a:lnTo>
                  <a:lnTo>
                    <a:pt x="268871" y="163563"/>
                  </a:lnTo>
                  <a:lnTo>
                    <a:pt x="266128" y="166230"/>
                  </a:lnTo>
                  <a:lnTo>
                    <a:pt x="263461" y="168973"/>
                  </a:lnTo>
                  <a:lnTo>
                    <a:pt x="260299" y="171145"/>
                  </a:lnTo>
                  <a:lnTo>
                    <a:pt x="256717" y="172554"/>
                  </a:lnTo>
                  <a:lnTo>
                    <a:pt x="253136" y="174053"/>
                  </a:lnTo>
                  <a:lnTo>
                    <a:pt x="249389" y="174802"/>
                  </a:lnTo>
                  <a:lnTo>
                    <a:pt x="245567" y="174802"/>
                  </a:lnTo>
                  <a:lnTo>
                    <a:pt x="29133" y="174802"/>
                  </a:lnTo>
                  <a:lnTo>
                    <a:pt x="25298" y="174802"/>
                  </a:lnTo>
                  <a:lnTo>
                    <a:pt x="21564" y="174053"/>
                  </a:lnTo>
                  <a:lnTo>
                    <a:pt x="17983" y="172554"/>
                  </a:lnTo>
                  <a:lnTo>
                    <a:pt x="14401" y="171145"/>
                  </a:lnTo>
                  <a:lnTo>
                    <a:pt x="11239" y="168973"/>
                  </a:lnTo>
                  <a:lnTo>
                    <a:pt x="8572" y="166230"/>
                  </a:lnTo>
                  <a:lnTo>
                    <a:pt x="5829" y="163563"/>
                  </a:lnTo>
                  <a:lnTo>
                    <a:pt x="3657" y="160401"/>
                  </a:lnTo>
                  <a:lnTo>
                    <a:pt x="2247" y="156819"/>
                  </a:lnTo>
                  <a:lnTo>
                    <a:pt x="749" y="153238"/>
                  </a:lnTo>
                  <a:lnTo>
                    <a:pt x="0" y="149491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009964" y="755408"/>
              <a:ext cx="120015" cy="64376"/>
            </a:xfrm>
            <a:prstGeom prst="rect">
              <a:avLst/>
            </a:prstGeom>
          </p:spPr>
        </p:pic>
      </p:grpSp>
      <p:sp>
        <p:nvSpPr>
          <p:cNvPr id="33" name="object 33" descr=""/>
          <p:cNvSpPr txBox="1"/>
          <p:nvPr/>
        </p:nvSpPr>
        <p:spPr>
          <a:xfrm>
            <a:off x="848702" y="1140327"/>
            <a:ext cx="308610" cy="3949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spc="1355">
                <a:solidFill>
                  <a:srgbClr val="0FB880"/>
                </a:solidFill>
                <a:latin typeface="Times New Roman"/>
                <a:cs typeface="Times New Roman"/>
              </a:rPr>
              <a:t>-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1289100" y="1244803"/>
            <a:ext cx="960119" cy="273685"/>
            <a:chOff x="1289100" y="1244803"/>
            <a:chExt cx="960119" cy="273685"/>
          </a:xfrm>
        </p:grpSpPr>
        <p:pic>
          <p:nvPicPr>
            <p:cNvPr id="35" name="object 3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89100" y="1262633"/>
              <a:ext cx="188493" cy="198107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1503629" y="1244802"/>
              <a:ext cx="533400" cy="273685"/>
            </a:xfrm>
            <a:custGeom>
              <a:avLst/>
              <a:gdLst/>
              <a:ahLst/>
              <a:cxnLst/>
              <a:rect l="l" t="t" r="r" b="b"/>
              <a:pathLst>
                <a:path w="533400" h="273684">
                  <a:moveTo>
                    <a:pt x="73291" y="15748"/>
                  </a:moveTo>
                  <a:lnTo>
                    <a:pt x="71132" y="10375"/>
                  </a:lnTo>
                  <a:lnTo>
                    <a:pt x="62445" y="2070"/>
                  </a:lnTo>
                  <a:lnTo>
                    <a:pt x="57162" y="0"/>
                  </a:lnTo>
                  <a:lnTo>
                    <a:pt x="44716" y="0"/>
                  </a:lnTo>
                  <a:lnTo>
                    <a:pt x="39433" y="2070"/>
                  </a:lnTo>
                  <a:lnTo>
                    <a:pt x="30746" y="10375"/>
                  </a:lnTo>
                  <a:lnTo>
                    <a:pt x="28575" y="15748"/>
                  </a:lnTo>
                  <a:lnTo>
                    <a:pt x="28575" y="28956"/>
                  </a:lnTo>
                  <a:lnTo>
                    <a:pt x="30746" y="34290"/>
                  </a:lnTo>
                  <a:lnTo>
                    <a:pt x="39433" y="42405"/>
                  </a:lnTo>
                  <a:lnTo>
                    <a:pt x="44716" y="44424"/>
                  </a:lnTo>
                  <a:lnTo>
                    <a:pt x="57162" y="44424"/>
                  </a:lnTo>
                  <a:lnTo>
                    <a:pt x="62445" y="42405"/>
                  </a:lnTo>
                  <a:lnTo>
                    <a:pt x="71132" y="34290"/>
                  </a:lnTo>
                  <a:lnTo>
                    <a:pt x="73291" y="28956"/>
                  </a:lnTo>
                  <a:lnTo>
                    <a:pt x="73291" y="15748"/>
                  </a:lnTo>
                  <a:close/>
                </a:path>
                <a:path w="533400" h="273684">
                  <a:moveTo>
                    <a:pt x="133299" y="15748"/>
                  </a:moveTo>
                  <a:lnTo>
                    <a:pt x="131127" y="10375"/>
                  </a:lnTo>
                  <a:lnTo>
                    <a:pt x="122453" y="2070"/>
                  </a:lnTo>
                  <a:lnTo>
                    <a:pt x="117157" y="0"/>
                  </a:lnTo>
                  <a:lnTo>
                    <a:pt x="104711" y="0"/>
                  </a:lnTo>
                  <a:lnTo>
                    <a:pt x="99428" y="2070"/>
                  </a:lnTo>
                  <a:lnTo>
                    <a:pt x="90754" y="10375"/>
                  </a:lnTo>
                  <a:lnTo>
                    <a:pt x="88582" y="15748"/>
                  </a:lnTo>
                  <a:lnTo>
                    <a:pt x="88582" y="28956"/>
                  </a:lnTo>
                  <a:lnTo>
                    <a:pt x="90754" y="34290"/>
                  </a:lnTo>
                  <a:lnTo>
                    <a:pt x="99428" y="42405"/>
                  </a:lnTo>
                  <a:lnTo>
                    <a:pt x="104711" y="44424"/>
                  </a:lnTo>
                  <a:lnTo>
                    <a:pt x="117157" y="44424"/>
                  </a:lnTo>
                  <a:lnTo>
                    <a:pt x="122453" y="42405"/>
                  </a:lnTo>
                  <a:lnTo>
                    <a:pt x="131127" y="34290"/>
                  </a:lnTo>
                  <a:lnTo>
                    <a:pt x="133299" y="28956"/>
                  </a:lnTo>
                  <a:lnTo>
                    <a:pt x="133299" y="15748"/>
                  </a:lnTo>
                  <a:close/>
                </a:path>
                <a:path w="533400" h="273684">
                  <a:moveTo>
                    <a:pt x="161886" y="62534"/>
                  </a:moveTo>
                  <a:lnTo>
                    <a:pt x="108115" y="62534"/>
                  </a:lnTo>
                  <a:lnTo>
                    <a:pt x="108115" y="144907"/>
                  </a:lnTo>
                  <a:lnTo>
                    <a:pt x="106781" y="151841"/>
                  </a:lnTo>
                  <a:lnTo>
                    <a:pt x="101498" y="162585"/>
                  </a:lnTo>
                  <a:lnTo>
                    <a:pt x="98018" y="166509"/>
                  </a:lnTo>
                  <a:lnTo>
                    <a:pt x="89331" y="171411"/>
                  </a:lnTo>
                  <a:lnTo>
                    <a:pt x="84531" y="172643"/>
                  </a:lnTo>
                  <a:lnTo>
                    <a:pt x="71132" y="172643"/>
                  </a:lnTo>
                  <a:lnTo>
                    <a:pt x="53771" y="139522"/>
                  </a:lnTo>
                  <a:lnTo>
                    <a:pt x="53771" y="62534"/>
                  </a:lnTo>
                  <a:lnTo>
                    <a:pt x="0" y="62534"/>
                  </a:lnTo>
                  <a:lnTo>
                    <a:pt x="0" y="148297"/>
                  </a:lnTo>
                  <a:lnTo>
                    <a:pt x="520" y="159816"/>
                  </a:lnTo>
                  <a:lnTo>
                    <a:pt x="18313" y="201688"/>
                  </a:lnTo>
                  <a:lnTo>
                    <a:pt x="55422" y="217944"/>
                  </a:lnTo>
                  <a:lnTo>
                    <a:pt x="55981" y="218033"/>
                  </a:lnTo>
                  <a:lnTo>
                    <a:pt x="64846" y="218490"/>
                  </a:lnTo>
                  <a:lnTo>
                    <a:pt x="65087" y="218490"/>
                  </a:lnTo>
                  <a:lnTo>
                    <a:pt x="104686" y="205422"/>
                  </a:lnTo>
                  <a:lnTo>
                    <a:pt x="110655" y="199834"/>
                  </a:lnTo>
                  <a:lnTo>
                    <a:pt x="110655" y="215938"/>
                  </a:lnTo>
                  <a:lnTo>
                    <a:pt x="120561" y="215938"/>
                  </a:lnTo>
                  <a:lnTo>
                    <a:pt x="161886" y="215938"/>
                  </a:lnTo>
                  <a:lnTo>
                    <a:pt x="161886" y="62534"/>
                  </a:lnTo>
                  <a:close/>
                </a:path>
                <a:path w="533400" h="273684">
                  <a:moveTo>
                    <a:pt x="358013" y="62534"/>
                  </a:moveTo>
                  <a:lnTo>
                    <a:pt x="306793" y="62534"/>
                  </a:lnTo>
                  <a:lnTo>
                    <a:pt x="268884" y="156273"/>
                  </a:lnTo>
                  <a:lnTo>
                    <a:pt x="231228" y="62534"/>
                  </a:lnTo>
                  <a:lnTo>
                    <a:pt x="176034" y="62534"/>
                  </a:lnTo>
                  <a:lnTo>
                    <a:pt x="241833" y="218122"/>
                  </a:lnTo>
                  <a:lnTo>
                    <a:pt x="240944" y="220192"/>
                  </a:lnTo>
                  <a:lnTo>
                    <a:pt x="238023" y="224332"/>
                  </a:lnTo>
                  <a:lnTo>
                    <a:pt x="231228" y="229628"/>
                  </a:lnTo>
                  <a:lnTo>
                    <a:pt x="226606" y="230936"/>
                  </a:lnTo>
                  <a:lnTo>
                    <a:pt x="216611" y="230936"/>
                  </a:lnTo>
                  <a:lnTo>
                    <a:pt x="212407" y="230136"/>
                  </a:lnTo>
                  <a:lnTo>
                    <a:pt x="203911" y="226936"/>
                  </a:lnTo>
                  <a:lnTo>
                    <a:pt x="200190" y="224713"/>
                  </a:lnTo>
                  <a:lnTo>
                    <a:pt x="196977" y="221881"/>
                  </a:lnTo>
                  <a:lnTo>
                    <a:pt x="178295" y="259524"/>
                  </a:lnTo>
                  <a:lnTo>
                    <a:pt x="183400" y="263677"/>
                  </a:lnTo>
                  <a:lnTo>
                    <a:pt x="190042" y="267030"/>
                  </a:lnTo>
                  <a:lnTo>
                    <a:pt x="206463" y="272122"/>
                  </a:lnTo>
                  <a:lnTo>
                    <a:pt x="214630" y="273392"/>
                  </a:lnTo>
                  <a:lnTo>
                    <a:pt x="222732" y="273392"/>
                  </a:lnTo>
                  <a:lnTo>
                    <a:pt x="230200" y="273113"/>
                  </a:lnTo>
                  <a:lnTo>
                    <a:pt x="237337" y="272262"/>
                  </a:lnTo>
                  <a:lnTo>
                    <a:pt x="243395" y="271005"/>
                  </a:lnTo>
                  <a:lnTo>
                    <a:pt x="243674" y="270954"/>
                  </a:lnTo>
                  <a:lnTo>
                    <a:pt x="278549" y="247040"/>
                  </a:lnTo>
                  <a:lnTo>
                    <a:pt x="291795" y="222173"/>
                  </a:lnTo>
                  <a:lnTo>
                    <a:pt x="358013" y="62534"/>
                  </a:lnTo>
                  <a:close/>
                </a:path>
                <a:path w="533400" h="273684">
                  <a:moveTo>
                    <a:pt x="444627" y="15748"/>
                  </a:moveTo>
                  <a:lnTo>
                    <a:pt x="442455" y="10375"/>
                  </a:lnTo>
                  <a:lnTo>
                    <a:pt x="433781" y="2070"/>
                  </a:lnTo>
                  <a:lnTo>
                    <a:pt x="428498" y="0"/>
                  </a:lnTo>
                  <a:lnTo>
                    <a:pt x="416039" y="0"/>
                  </a:lnTo>
                  <a:lnTo>
                    <a:pt x="410756" y="2070"/>
                  </a:lnTo>
                  <a:lnTo>
                    <a:pt x="402082" y="10375"/>
                  </a:lnTo>
                  <a:lnTo>
                    <a:pt x="399910" y="15748"/>
                  </a:lnTo>
                  <a:lnTo>
                    <a:pt x="399910" y="28956"/>
                  </a:lnTo>
                  <a:lnTo>
                    <a:pt x="402082" y="34290"/>
                  </a:lnTo>
                  <a:lnTo>
                    <a:pt x="410756" y="42405"/>
                  </a:lnTo>
                  <a:lnTo>
                    <a:pt x="416039" y="44424"/>
                  </a:lnTo>
                  <a:lnTo>
                    <a:pt x="428498" y="44424"/>
                  </a:lnTo>
                  <a:lnTo>
                    <a:pt x="433781" y="42405"/>
                  </a:lnTo>
                  <a:lnTo>
                    <a:pt x="442455" y="34290"/>
                  </a:lnTo>
                  <a:lnTo>
                    <a:pt x="444627" y="28956"/>
                  </a:lnTo>
                  <a:lnTo>
                    <a:pt x="444627" y="15748"/>
                  </a:lnTo>
                  <a:close/>
                </a:path>
                <a:path w="533400" h="273684">
                  <a:moveTo>
                    <a:pt x="504634" y="15748"/>
                  </a:moveTo>
                  <a:lnTo>
                    <a:pt x="502462" y="10375"/>
                  </a:lnTo>
                  <a:lnTo>
                    <a:pt x="493776" y="2070"/>
                  </a:lnTo>
                  <a:lnTo>
                    <a:pt x="488492" y="0"/>
                  </a:lnTo>
                  <a:lnTo>
                    <a:pt x="476034" y="0"/>
                  </a:lnTo>
                  <a:lnTo>
                    <a:pt x="470763" y="2070"/>
                  </a:lnTo>
                  <a:lnTo>
                    <a:pt x="462076" y="10375"/>
                  </a:lnTo>
                  <a:lnTo>
                    <a:pt x="459905" y="15748"/>
                  </a:lnTo>
                  <a:lnTo>
                    <a:pt x="459905" y="28956"/>
                  </a:lnTo>
                  <a:lnTo>
                    <a:pt x="462076" y="34290"/>
                  </a:lnTo>
                  <a:lnTo>
                    <a:pt x="470763" y="42405"/>
                  </a:lnTo>
                  <a:lnTo>
                    <a:pt x="476034" y="44424"/>
                  </a:lnTo>
                  <a:lnTo>
                    <a:pt x="488492" y="44424"/>
                  </a:lnTo>
                  <a:lnTo>
                    <a:pt x="493776" y="42405"/>
                  </a:lnTo>
                  <a:lnTo>
                    <a:pt x="502462" y="34290"/>
                  </a:lnTo>
                  <a:lnTo>
                    <a:pt x="504634" y="28956"/>
                  </a:lnTo>
                  <a:lnTo>
                    <a:pt x="504634" y="15748"/>
                  </a:lnTo>
                  <a:close/>
                </a:path>
                <a:path w="533400" h="273684">
                  <a:moveTo>
                    <a:pt x="533209" y="62534"/>
                  </a:moveTo>
                  <a:lnTo>
                    <a:pt x="479437" y="62534"/>
                  </a:lnTo>
                  <a:lnTo>
                    <a:pt x="479437" y="144907"/>
                  </a:lnTo>
                  <a:lnTo>
                    <a:pt x="478116" y="151841"/>
                  </a:lnTo>
                  <a:lnTo>
                    <a:pt x="472833" y="162585"/>
                  </a:lnTo>
                  <a:lnTo>
                    <a:pt x="469341" y="166509"/>
                  </a:lnTo>
                  <a:lnTo>
                    <a:pt x="460667" y="171411"/>
                  </a:lnTo>
                  <a:lnTo>
                    <a:pt x="455853" y="172643"/>
                  </a:lnTo>
                  <a:lnTo>
                    <a:pt x="442455" y="172643"/>
                  </a:lnTo>
                  <a:lnTo>
                    <a:pt x="425094" y="139522"/>
                  </a:lnTo>
                  <a:lnTo>
                    <a:pt x="425094" y="62534"/>
                  </a:lnTo>
                  <a:lnTo>
                    <a:pt x="371322" y="62534"/>
                  </a:lnTo>
                  <a:lnTo>
                    <a:pt x="371322" y="148297"/>
                  </a:lnTo>
                  <a:lnTo>
                    <a:pt x="371843" y="159816"/>
                  </a:lnTo>
                  <a:lnTo>
                    <a:pt x="389648" y="201688"/>
                  </a:lnTo>
                  <a:lnTo>
                    <a:pt x="426758" y="217944"/>
                  </a:lnTo>
                  <a:lnTo>
                    <a:pt x="427316" y="218033"/>
                  </a:lnTo>
                  <a:lnTo>
                    <a:pt x="436181" y="218490"/>
                  </a:lnTo>
                  <a:lnTo>
                    <a:pt x="436422" y="218490"/>
                  </a:lnTo>
                  <a:lnTo>
                    <a:pt x="476021" y="205422"/>
                  </a:lnTo>
                  <a:lnTo>
                    <a:pt x="481977" y="199847"/>
                  </a:lnTo>
                  <a:lnTo>
                    <a:pt x="481977" y="215938"/>
                  </a:lnTo>
                  <a:lnTo>
                    <a:pt x="491883" y="215938"/>
                  </a:lnTo>
                  <a:lnTo>
                    <a:pt x="533209" y="215938"/>
                  </a:lnTo>
                  <a:lnTo>
                    <a:pt x="533209" y="62534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71369" y="1250734"/>
              <a:ext cx="177736" cy="209994"/>
            </a:xfrm>
            <a:prstGeom prst="rect">
              <a:avLst/>
            </a:prstGeom>
          </p:spPr>
        </p:pic>
      </p:grpSp>
      <p:grpSp>
        <p:nvGrpSpPr>
          <p:cNvPr id="38" name="object 38" descr=""/>
          <p:cNvGrpSpPr/>
          <p:nvPr/>
        </p:nvGrpSpPr>
        <p:grpSpPr>
          <a:xfrm>
            <a:off x="2337981" y="1202334"/>
            <a:ext cx="1021715" cy="325755"/>
            <a:chOff x="2337981" y="1202334"/>
            <a:chExt cx="1021715" cy="325755"/>
          </a:xfrm>
        </p:grpSpPr>
        <p:sp>
          <p:nvSpPr>
            <p:cNvPr id="39" name="object 39" descr=""/>
            <p:cNvSpPr/>
            <p:nvPr/>
          </p:nvSpPr>
          <p:spPr>
            <a:xfrm>
              <a:off x="2337981" y="1202334"/>
              <a:ext cx="300990" cy="262255"/>
            </a:xfrm>
            <a:custGeom>
              <a:avLst/>
              <a:gdLst/>
              <a:ahLst/>
              <a:cxnLst/>
              <a:rect l="l" t="t" r="r" b="b"/>
              <a:pathLst>
                <a:path w="300989" h="262255">
                  <a:moveTo>
                    <a:pt x="102158" y="15760"/>
                  </a:moveTo>
                  <a:lnTo>
                    <a:pt x="99999" y="10388"/>
                  </a:lnTo>
                  <a:lnTo>
                    <a:pt x="91325" y="2082"/>
                  </a:lnTo>
                  <a:lnTo>
                    <a:pt x="86029" y="0"/>
                  </a:lnTo>
                  <a:lnTo>
                    <a:pt x="73583" y="0"/>
                  </a:lnTo>
                  <a:lnTo>
                    <a:pt x="68300" y="2082"/>
                  </a:lnTo>
                  <a:lnTo>
                    <a:pt x="59626" y="10388"/>
                  </a:lnTo>
                  <a:lnTo>
                    <a:pt x="57454" y="15760"/>
                  </a:lnTo>
                  <a:lnTo>
                    <a:pt x="57454" y="28968"/>
                  </a:lnTo>
                  <a:lnTo>
                    <a:pt x="59626" y="34290"/>
                  </a:lnTo>
                  <a:lnTo>
                    <a:pt x="68300" y="42405"/>
                  </a:lnTo>
                  <a:lnTo>
                    <a:pt x="73583" y="44437"/>
                  </a:lnTo>
                  <a:lnTo>
                    <a:pt x="86029" y="44437"/>
                  </a:lnTo>
                  <a:lnTo>
                    <a:pt x="91325" y="42405"/>
                  </a:lnTo>
                  <a:lnTo>
                    <a:pt x="99999" y="34290"/>
                  </a:lnTo>
                  <a:lnTo>
                    <a:pt x="102158" y="28968"/>
                  </a:lnTo>
                  <a:lnTo>
                    <a:pt x="102158" y="15760"/>
                  </a:lnTo>
                  <a:close/>
                </a:path>
                <a:path w="300989" h="262255">
                  <a:moveTo>
                    <a:pt x="162166" y="15760"/>
                  </a:moveTo>
                  <a:lnTo>
                    <a:pt x="159994" y="10388"/>
                  </a:lnTo>
                  <a:lnTo>
                    <a:pt x="151320" y="2082"/>
                  </a:lnTo>
                  <a:lnTo>
                    <a:pt x="146037" y="0"/>
                  </a:lnTo>
                  <a:lnTo>
                    <a:pt x="133578" y="0"/>
                  </a:lnTo>
                  <a:lnTo>
                    <a:pt x="128295" y="2082"/>
                  </a:lnTo>
                  <a:lnTo>
                    <a:pt x="119621" y="10388"/>
                  </a:lnTo>
                  <a:lnTo>
                    <a:pt x="117449" y="15760"/>
                  </a:lnTo>
                  <a:lnTo>
                    <a:pt x="117449" y="28968"/>
                  </a:lnTo>
                  <a:lnTo>
                    <a:pt x="119621" y="34290"/>
                  </a:lnTo>
                  <a:lnTo>
                    <a:pt x="128295" y="42405"/>
                  </a:lnTo>
                  <a:lnTo>
                    <a:pt x="133578" y="44437"/>
                  </a:lnTo>
                  <a:lnTo>
                    <a:pt x="146037" y="44437"/>
                  </a:lnTo>
                  <a:lnTo>
                    <a:pt x="151320" y="42405"/>
                  </a:lnTo>
                  <a:lnTo>
                    <a:pt x="159994" y="34290"/>
                  </a:lnTo>
                  <a:lnTo>
                    <a:pt x="162166" y="28968"/>
                  </a:lnTo>
                  <a:lnTo>
                    <a:pt x="162166" y="15760"/>
                  </a:lnTo>
                  <a:close/>
                </a:path>
                <a:path w="300989" h="262255">
                  <a:moveTo>
                    <a:pt x="219341" y="159346"/>
                  </a:moveTo>
                  <a:lnTo>
                    <a:pt x="211416" y="118300"/>
                  </a:lnTo>
                  <a:lnTo>
                    <a:pt x="188341" y="85763"/>
                  </a:lnTo>
                  <a:lnTo>
                    <a:pt x="163576" y="68567"/>
                  </a:lnTo>
                  <a:lnTo>
                    <a:pt x="163576" y="159346"/>
                  </a:lnTo>
                  <a:lnTo>
                    <a:pt x="163576" y="168021"/>
                  </a:lnTo>
                  <a:lnTo>
                    <a:pt x="143065" y="205524"/>
                  </a:lnTo>
                  <a:lnTo>
                    <a:pt x="109524" y="216509"/>
                  </a:lnTo>
                  <a:lnTo>
                    <a:pt x="102158" y="216344"/>
                  </a:lnTo>
                  <a:lnTo>
                    <a:pt x="66649" y="195707"/>
                  </a:lnTo>
                  <a:lnTo>
                    <a:pt x="56032" y="159346"/>
                  </a:lnTo>
                  <a:lnTo>
                    <a:pt x="56222" y="150672"/>
                  </a:lnTo>
                  <a:lnTo>
                    <a:pt x="76276" y="113118"/>
                  </a:lnTo>
                  <a:lnTo>
                    <a:pt x="94996" y="104140"/>
                  </a:lnTo>
                  <a:lnTo>
                    <a:pt x="95186" y="104063"/>
                  </a:lnTo>
                  <a:lnTo>
                    <a:pt x="101981" y="102603"/>
                  </a:lnTo>
                  <a:lnTo>
                    <a:pt x="102158" y="102552"/>
                  </a:lnTo>
                  <a:lnTo>
                    <a:pt x="109524" y="102171"/>
                  </a:lnTo>
                  <a:lnTo>
                    <a:pt x="117259" y="102362"/>
                  </a:lnTo>
                  <a:lnTo>
                    <a:pt x="117449" y="102362"/>
                  </a:lnTo>
                  <a:lnTo>
                    <a:pt x="124383" y="103784"/>
                  </a:lnTo>
                  <a:lnTo>
                    <a:pt x="156464" y="128879"/>
                  </a:lnTo>
                  <a:lnTo>
                    <a:pt x="163271" y="149999"/>
                  </a:lnTo>
                  <a:lnTo>
                    <a:pt x="163271" y="144513"/>
                  </a:lnTo>
                  <a:lnTo>
                    <a:pt x="163576" y="159346"/>
                  </a:lnTo>
                  <a:lnTo>
                    <a:pt x="163576" y="68567"/>
                  </a:lnTo>
                  <a:lnTo>
                    <a:pt x="121412" y="56972"/>
                  </a:lnTo>
                  <a:lnTo>
                    <a:pt x="109524" y="56603"/>
                  </a:lnTo>
                  <a:lnTo>
                    <a:pt x="98094" y="57086"/>
                  </a:lnTo>
                  <a:lnTo>
                    <a:pt x="56222" y="68516"/>
                  </a:lnTo>
                  <a:lnTo>
                    <a:pt x="24155" y="93192"/>
                  </a:lnTo>
                  <a:lnTo>
                    <a:pt x="4419" y="127965"/>
                  </a:lnTo>
                  <a:lnTo>
                    <a:pt x="0" y="159346"/>
                  </a:lnTo>
                  <a:lnTo>
                    <a:pt x="393" y="167881"/>
                  </a:lnTo>
                  <a:lnTo>
                    <a:pt x="393" y="169443"/>
                  </a:lnTo>
                  <a:lnTo>
                    <a:pt x="2006" y="180619"/>
                  </a:lnTo>
                  <a:lnTo>
                    <a:pt x="4419" y="190207"/>
                  </a:lnTo>
                  <a:lnTo>
                    <a:pt x="4419" y="190347"/>
                  </a:lnTo>
                  <a:lnTo>
                    <a:pt x="23977" y="225767"/>
                  </a:lnTo>
                  <a:lnTo>
                    <a:pt x="56032" y="250291"/>
                  </a:lnTo>
                  <a:lnTo>
                    <a:pt x="98094" y="261454"/>
                  </a:lnTo>
                  <a:lnTo>
                    <a:pt x="109524" y="261797"/>
                  </a:lnTo>
                  <a:lnTo>
                    <a:pt x="117259" y="261645"/>
                  </a:lnTo>
                  <a:lnTo>
                    <a:pt x="121412" y="261569"/>
                  </a:lnTo>
                  <a:lnTo>
                    <a:pt x="132727" y="260286"/>
                  </a:lnTo>
                  <a:lnTo>
                    <a:pt x="143065" y="258051"/>
                  </a:lnTo>
                  <a:lnTo>
                    <a:pt x="143484" y="257962"/>
                  </a:lnTo>
                  <a:lnTo>
                    <a:pt x="153670" y="254584"/>
                  </a:lnTo>
                  <a:lnTo>
                    <a:pt x="163271" y="250329"/>
                  </a:lnTo>
                  <a:lnTo>
                    <a:pt x="163576" y="250151"/>
                  </a:lnTo>
                  <a:lnTo>
                    <a:pt x="172237" y="245313"/>
                  </a:lnTo>
                  <a:lnTo>
                    <a:pt x="201536" y="218071"/>
                  </a:lnTo>
                  <a:lnTo>
                    <a:pt x="217487" y="180822"/>
                  </a:lnTo>
                  <a:lnTo>
                    <a:pt x="218948" y="170307"/>
                  </a:lnTo>
                  <a:lnTo>
                    <a:pt x="219341" y="159346"/>
                  </a:lnTo>
                  <a:close/>
                </a:path>
                <a:path w="300989" h="262255">
                  <a:moveTo>
                    <a:pt x="300570" y="48412"/>
                  </a:moveTo>
                  <a:lnTo>
                    <a:pt x="246799" y="48412"/>
                  </a:lnTo>
                  <a:lnTo>
                    <a:pt x="247078" y="258406"/>
                  </a:lnTo>
                  <a:lnTo>
                    <a:pt x="300570" y="258406"/>
                  </a:lnTo>
                  <a:lnTo>
                    <a:pt x="300570" y="48412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63736" y="1304797"/>
              <a:ext cx="335305" cy="222667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3024035" y="1233766"/>
              <a:ext cx="335280" cy="227329"/>
            </a:xfrm>
            <a:custGeom>
              <a:avLst/>
              <a:gdLst/>
              <a:ahLst/>
              <a:cxnLst/>
              <a:rect l="l" t="t" r="r" b="b"/>
              <a:pathLst>
                <a:path w="335279" h="227330">
                  <a:moveTo>
                    <a:pt x="177736" y="226961"/>
                  </a:moveTo>
                  <a:lnTo>
                    <a:pt x="108800" y="139204"/>
                  </a:lnTo>
                  <a:lnTo>
                    <a:pt x="172364" y="73571"/>
                  </a:lnTo>
                  <a:lnTo>
                    <a:pt x="108686" y="73571"/>
                  </a:lnTo>
                  <a:lnTo>
                    <a:pt x="53771" y="127000"/>
                  </a:lnTo>
                  <a:lnTo>
                    <a:pt x="53771" y="16967"/>
                  </a:lnTo>
                  <a:lnTo>
                    <a:pt x="0" y="16967"/>
                  </a:lnTo>
                  <a:lnTo>
                    <a:pt x="0" y="226961"/>
                  </a:lnTo>
                  <a:lnTo>
                    <a:pt x="44716" y="226961"/>
                  </a:lnTo>
                  <a:lnTo>
                    <a:pt x="53771" y="226961"/>
                  </a:lnTo>
                  <a:lnTo>
                    <a:pt x="53771" y="189458"/>
                  </a:lnTo>
                  <a:lnTo>
                    <a:pt x="65659" y="177342"/>
                  </a:lnTo>
                  <a:lnTo>
                    <a:pt x="69723" y="173202"/>
                  </a:lnTo>
                  <a:lnTo>
                    <a:pt x="108686" y="222008"/>
                  </a:lnTo>
                  <a:lnTo>
                    <a:pt x="112649" y="226961"/>
                  </a:lnTo>
                  <a:lnTo>
                    <a:pt x="177736" y="226961"/>
                  </a:lnTo>
                  <a:close/>
                </a:path>
                <a:path w="335279" h="227330">
                  <a:moveTo>
                    <a:pt x="245389" y="16979"/>
                  </a:moveTo>
                  <a:lnTo>
                    <a:pt x="191617" y="16979"/>
                  </a:lnTo>
                  <a:lnTo>
                    <a:pt x="191897" y="226974"/>
                  </a:lnTo>
                  <a:lnTo>
                    <a:pt x="245389" y="226974"/>
                  </a:lnTo>
                  <a:lnTo>
                    <a:pt x="245389" y="16979"/>
                  </a:lnTo>
                  <a:close/>
                </a:path>
                <a:path w="335279" h="227330">
                  <a:moveTo>
                    <a:pt x="333984" y="73863"/>
                  </a:moveTo>
                  <a:lnTo>
                    <a:pt x="280771" y="73583"/>
                  </a:lnTo>
                  <a:lnTo>
                    <a:pt x="280212" y="73571"/>
                  </a:lnTo>
                  <a:lnTo>
                    <a:pt x="280771" y="226974"/>
                  </a:lnTo>
                  <a:lnTo>
                    <a:pt x="333984" y="226974"/>
                  </a:lnTo>
                  <a:lnTo>
                    <a:pt x="333984" y="73863"/>
                  </a:lnTo>
                  <a:close/>
                </a:path>
                <a:path w="335279" h="227330">
                  <a:moveTo>
                    <a:pt x="335114" y="19799"/>
                  </a:moveTo>
                  <a:lnTo>
                    <a:pt x="332473" y="13208"/>
                  </a:lnTo>
                  <a:lnTo>
                    <a:pt x="321906" y="2628"/>
                  </a:lnTo>
                  <a:lnTo>
                    <a:pt x="315201" y="0"/>
                  </a:lnTo>
                  <a:lnTo>
                    <a:pt x="298970" y="0"/>
                  </a:lnTo>
                  <a:lnTo>
                    <a:pt x="292277" y="2628"/>
                  </a:lnTo>
                  <a:lnTo>
                    <a:pt x="281711" y="13208"/>
                  </a:lnTo>
                  <a:lnTo>
                    <a:pt x="279069" y="19799"/>
                  </a:lnTo>
                  <a:lnTo>
                    <a:pt x="279069" y="36029"/>
                  </a:lnTo>
                  <a:lnTo>
                    <a:pt x="281711" y="42773"/>
                  </a:lnTo>
                  <a:lnTo>
                    <a:pt x="292277" y="53149"/>
                  </a:lnTo>
                  <a:lnTo>
                    <a:pt x="298970" y="55753"/>
                  </a:lnTo>
                  <a:lnTo>
                    <a:pt x="307086" y="55753"/>
                  </a:lnTo>
                  <a:lnTo>
                    <a:pt x="315201" y="55562"/>
                  </a:lnTo>
                  <a:lnTo>
                    <a:pt x="321906" y="52920"/>
                  </a:lnTo>
                  <a:lnTo>
                    <a:pt x="332473" y="42735"/>
                  </a:lnTo>
                  <a:lnTo>
                    <a:pt x="335114" y="36029"/>
                  </a:lnTo>
                  <a:lnTo>
                    <a:pt x="335114" y="19799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" name="object 42" descr=""/>
          <p:cNvGrpSpPr/>
          <p:nvPr/>
        </p:nvGrpSpPr>
        <p:grpSpPr>
          <a:xfrm>
            <a:off x="3463861" y="1233766"/>
            <a:ext cx="1039494" cy="231140"/>
            <a:chOff x="3463861" y="1233766"/>
            <a:chExt cx="1039494" cy="231140"/>
          </a:xfrm>
        </p:grpSpPr>
        <p:pic>
          <p:nvPicPr>
            <p:cNvPr id="43" name="object 4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463861" y="1258671"/>
              <a:ext cx="171221" cy="206032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657168" y="1233766"/>
              <a:ext cx="368426" cy="229527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4050588" y="1250746"/>
              <a:ext cx="53975" cy="210185"/>
            </a:xfrm>
            <a:custGeom>
              <a:avLst/>
              <a:gdLst/>
              <a:ahLst/>
              <a:cxnLst/>
              <a:rect l="l" t="t" r="r" b="b"/>
              <a:pathLst>
                <a:path w="53975" h="210184">
                  <a:moveTo>
                    <a:pt x="53771" y="209994"/>
                  </a:moveTo>
                  <a:lnTo>
                    <a:pt x="53771" y="0"/>
                  </a:lnTo>
                  <a:lnTo>
                    <a:pt x="0" y="0"/>
                  </a:lnTo>
                  <a:lnTo>
                    <a:pt x="279" y="209994"/>
                  </a:lnTo>
                  <a:lnTo>
                    <a:pt x="53771" y="209994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129544" y="1304798"/>
              <a:ext cx="166331" cy="158496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320870" y="1304798"/>
              <a:ext cx="182232" cy="158496"/>
            </a:xfrm>
            <a:prstGeom prst="rect">
              <a:avLst/>
            </a:prstGeom>
          </p:spPr>
        </p:pic>
      </p:grpSp>
      <p:grpSp>
        <p:nvGrpSpPr>
          <p:cNvPr id="48" name="object 48" descr=""/>
          <p:cNvGrpSpPr/>
          <p:nvPr/>
        </p:nvGrpSpPr>
        <p:grpSpPr>
          <a:xfrm>
            <a:off x="4613198" y="1262633"/>
            <a:ext cx="869950" cy="242570"/>
            <a:chOff x="4613198" y="1262633"/>
            <a:chExt cx="869950" cy="242570"/>
          </a:xfrm>
        </p:grpSpPr>
        <p:pic>
          <p:nvPicPr>
            <p:cNvPr id="49" name="object 49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613198" y="1262633"/>
              <a:ext cx="155371" cy="198107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789525" y="1304797"/>
              <a:ext cx="287032" cy="158496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101450" y="1273098"/>
              <a:ext cx="381241" cy="232079"/>
            </a:xfrm>
            <a:prstGeom prst="rect">
              <a:avLst/>
            </a:prstGeom>
          </p:spPr>
        </p:pic>
      </p:grpSp>
      <p:grpSp>
        <p:nvGrpSpPr>
          <p:cNvPr id="52" name="object 52" descr=""/>
          <p:cNvGrpSpPr/>
          <p:nvPr/>
        </p:nvGrpSpPr>
        <p:grpSpPr>
          <a:xfrm>
            <a:off x="5592788" y="1250734"/>
            <a:ext cx="742950" cy="212725"/>
            <a:chOff x="5592788" y="1250734"/>
            <a:chExt cx="742950" cy="212725"/>
          </a:xfrm>
        </p:grpSpPr>
        <p:pic>
          <p:nvPicPr>
            <p:cNvPr id="53" name="object 53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592788" y="1262634"/>
              <a:ext cx="358863" cy="200455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977940" y="1304798"/>
              <a:ext cx="159905" cy="158496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157709" y="1250734"/>
              <a:ext cx="177736" cy="209994"/>
            </a:xfrm>
            <a:prstGeom prst="rect">
              <a:avLst/>
            </a:prstGeom>
          </p:spPr>
        </p:pic>
      </p:grpSp>
      <p:pic>
        <p:nvPicPr>
          <p:cNvPr id="56" name="object 56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423177" y="1260209"/>
            <a:ext cx="196697" cy="204461"/>
          </a:xfrm>
          <a:prstGeom prst="rect">
            <a:avLst/>
          </a:prstGeom>
        </p:spPr>
      </p:pic>
      <p:grpSp>
        <p:nvGrpSpPr>
          <p:cNvPr id="57" name="object 57" descr=""/>
          <p:cNvGrpSpPr/>
          <p:nvPr/>
        </p:nvGrpSpPr>
        <p:grpSpPr>
          <a:xfrm>
            <a:off x="6705637" y="1233766"/>
            <a:ext cx="988060" cy="229870"/>
            <a:chOff x="6705637" y="1233766"/>
            <a:chExt cx="988060" cy="229870"/>
          </a:xfrm>
        </p:grpSpPr>
        <p:pic>
          <p:nvPicPr>
            <p:cNvPr id="58" name="object 58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705637" y="1250746"/>
              <a:ext cx="405282" cy="212547"/>
            </a:xfrm>
            <a:prstGeom prst="rect">
              <a:avLst/>
            </a:prstGeom>
          </p:spPr>
        </p:pic>
        <p:sp>
          <p:nvSpPr>
            <p:cNvPr id="59" name="object 59" descr=""/>
            <p:cNvSpPr/>
            <p:nvPr/>
          </p:nvSpPr>
          <p:spPr>
            <a:xfrm>
              <a:off x="7145452" y="1233766"/>
              <a:ext cx="351155" cy="227329"/>
            </a:xfrm>
            <a:custGeom>
              <a:avLst/>
              <a:gdLst/>
              <a:ahLst/>
              <a:cxnLst/>
              <a:rect l="l" t="t" r="r" b="b"/>
              <a:pathLst>
                <a:path w="351154" h="227330">
                  <a:moveTo>
                    <a:pt x="261797" y="139242"/>
                  </a:moveTo>
                  <a:lnTo>
                    <a:pt x="253733" y="100469"/>
                  </a:lnTo>
                  <a:lnTo>
                    <a:pt x="224409" y="75095"/>
                  </a:lnTo>
                  <a:lnTo>
                    <a:pt x="199821" y="71031"/>
                  </a:lnTo>
                  <a:lnTo>
                    <a:pt x="189369" y="71704"/>
                  </a:lnTo>
                  <a:lnTo>
                    <a:pt x="179730" y="73647"/>
                  </a:lnTo>
                  <a:lnTo>
                    <a:pt x="179539" y="73685"/>
                  </a:lnTo>
                  <a:lnTo>
                    <a:pt x="147269" y="94284"/>
                  </a:lnTo>
                  <a:lnTo>
                    <a:pt x="146558" y="95262"/>
                  </a:lnTo>
                  <a:lnTo>
                    <a:pt x="140652" y="87693"/>
                  </a:lnTo>
                  <a:lnTo>
                    <a:pt x="97078" y="71031"/>
                  </a:lnTo>
                  <a:lnTo>
                    <a:pt x="88226" y="71564"/>
                  </a:lnTo>
                  <a:lnTo>
                    <a:pt x="51231" y="89623"/>
                  </a:lnTo>
                  <a:lnTo>
                    <a:pt x="51231" y="73571"/>
                  </a:lnTo>
                  <a:lnTo>
                    <a:pt x="0" y="73571"/>
                  </a:lnTo>
                  <a:lnTo>
                    <a:pt x="0" y="226974"/>
                  </a:lnTo>
                  <a:lnTo>
                    <a:pt x="41046" y="226974"/>
                  </a:lnTo>
                  <a:lnTo>
                    <a:pt x="51231" y="226974"/>
                  </a:lnTo>
                  <a:lnTo>
                    <a:pt x="53771" y="226974"/>
                  </a:lnTo>
                  <a:lnTo>
                    <a:pt x="53771" y="142913"/>
                  </a:lnTo>
                  <a:lnTo>
                    <a:pt x="54952" y="136461"/>
                  </a:lnTo>
                  <a:lnTo>
                    <a:pt x="59677" y="126453"/>
                  </a:lnTo>
                  <a:lnTo>
                    <a:pt x="62877" y="122732"/>
                  </a:lnTo>
                  <a:lnTo>
                    <a:pt x="70993" y="117830"/>
                  </a:lnTo>
                  <a:lnTo>
                    <a:pt x="75666" y="116598"/>
                  </a:lnTo>
                  <a:lnTo>
                    <a:pt x="88226" y="116598"/>
                  </a:lnTo>
                  <a:lnTo>
                    <a:pt x="94018" y="119100"/>
                  </a:lnTo>
                  <a:lnTo>
                    <a:pt x="102120" y="129095"/>
                  </a:lnTo>
                  <a:lnTo>
                    <a:pt x="104152" y="137071"/>
                  </a:lnTo>
                  <a:lnTo>
                    <a:pt x="104152" y="226974"/>
                  </a:lnTo>
                  <a:lnTo>
                    <a:pt x="136982" y="226974"/>
                  </a:lnTo>
                  <a:lnTo>
                    <a:pt x="154533" y="226974"/>
                  </a:lnTo>
                  <a:lnTo>
                    <a:pt x="157937" y="226974"/>
                  </a:lnTo>
                  <a:lnTo>
                    <a:pt x="157937" y="142913"/>
                  </a:lnTo>
                  <a:lnTo>
                    <a:pt x="191985" y="116598"/>
                  </a:lnTo>
                  <a:lnTo>
                    <a:pt x="197650" y="119100"/>
                  </a:lnTo>
                  <a:lnTo>
                    <a:pt x="205943" y="129095"/>
                  </a:lnTo>
                  <a:lnTo>
                    <a:pt x="208026" y="137071"/>
                  </a:lnTo>
                  <a:lnTo>
                    <a:pt x="208026" y="226974"/>
                  </a:lnTo>
                  <a:lnTo>
                    <a:pt x="261797" y="226974"/>
                  </a:lnTo>
                  <a:lnTo>
                    <a:pt x="261797" y="139242"/>
                  </a:lnTo>
                  <a:close/>
                </a:path>
                <a:path w="351154" h="227330">
                  <a:moveTo>
                    <a:pt x="349542" y="73863"/>
                  </a:moveTo>
                  <a:lnTo>
                    <a:pt x="296329" y="73583"/>
                  </a:lnTo>
                  <a:lnTo>
                    <a:pt x="295770" y="73571"/>
                  </a:lnTo>
                  <a:lnTo>
                    <a:pt x="296329" y="226974"/>
                  </a:lnTo>
                  <a:lnTo>
                    <a:pt x="349542" y="226974"/>
                  </a:lnTo>
                  <a:lnTo>
                    <a:pt x="349542" y="73863"/>
                  </a:lnTo>
                  <a:close/>
                </a:path>
                <a:path w="351154" h="227330">
                  <a:moveTo>
                    <a:pt x="350672" y="19799"/>
                  </a:moveTo>
                  <a:lnTo>
                    <a:pt x="348030" y="13208"/>
                  </a:lnTo>
                  <a:lnTo>
                    <a:pt x="337464" y="2628"/>
                  </a:lnTo>
                  <a:lnTo>
                    <a:pt x="330758" y="0"/>
                  </a:lnTo>
                  <a:lnTo>
                    <a:pt x="314528" y="0"/>
                  </a:lnTo>
                  <a:lnTo>
                    <a:pt x="307835" y="2628"/>
                  </a:lnTo>
                  <a:lnTo>
                    <a:pt x="297268" y="13208"/>
                  </a:lnTo>
                  <a:lnTo>
                    <a:pt x="294627" y="19799"/>
                  </a:lnTo>
                  <a:lnTo>
                    <a:pt x="294627" y="36029"/>
                  </a:lnTo>
                  <a:lnTo>
                    <a:pt x="297268" y="42773"/>
                  </a:lnTo>
                  <a:lnTo>
                    <a:pt x="307835" y="53149"/>
                  </a:lnTo>
                  <a:lnTo>
                    <a:pt x="314528" y="55753"/>
                  </a:lnTo>
                  <a:lnTo>
                    <a:pt x="322643" y="55753"/>
                  </a:lnTo>
                  <a:lnTo>
                    <a:pt x="330758" y="55562"/>
                  </a:lnTo>
                  <a:lnTo>
                    <a:pt x="337464" y="52920"/>
                  </a:lnTo>
                  <a:lnTo>
                    <a:pt x="348030" y="42735"/>
                  </a:lnTo>
                  <a:lnTo>
                    <a:pt x="350672" y="36029"/>
                  </a:lnTo>
                  <a:lnTo>
                    <a:pt x="350672" y="19799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529791" y="1304878"/>
              <a:ext cx="163283" cy="155862"/>
            </a:xfrm>
            <a:prstGeom prst="rect">
              <a:avLst/>
            </a:prstGeom>
          </p:spPr>
        </p:pic>
      </p:grpSp>
      <p:grpSp>
        <p:nvGrpSpPr>
          <p:cNvPr id="61" name="object 61" descr=""/>
          <p:cNvGrpSpPr/>
          <p:nvPr/>
        </p:nvGrpSpPr>
        <p:grpSpPr>
          <a:xfrm>
            <a:off x="7801812" y="1233766"/>
            <a:ext cx="895350" cy="230504"/>
            <a:chOff x="7801812" y="1233766"/>
            <a:chExt cx="895350" cy="230504"/>
          </a:xfrm>
        </p:grpSpPr>
        <p:sp>
          <p:nvSpPr>
            <p:cNvPr id="62" name="object 62" descr=""/>
            <p:cNvSpPr/>
            <p:nvPr/>
          </p:nvSpPr>
          <p:spPr>
            <a:xfrm>
              <a:off x="7801813" y="1233766"/>
              <a:ext cx="535940" cy="230504"/>
            </a:xfrm>
            <a:custGeom>
              <a:avLst/>
              <a:gdLst/>
              <a:ahLst/>
              <a:cxnLst/>
              <a:rect l="l" t="t" r="r" b="b"/>
              <a:pathLst>
                <a:path w="535940" h="230505">
                  <a:moveTo>
                    <a:pt x="219303" y="127914"/>
                  </a:moveTo>
                  <a:lnTo>
                    <a:pt x="211378" y="86868"/>
                  </a:lnTo>
                  <a:lnTo>
                    <a:pt x="188290" y="54330"/>
                  </a:lnTo>
                  <a:lnTo>
                    <a:pt x="163525" y="37109"/>
                  </a:lnTo>
                  <a:lnTo>
                    <a:pt x="163525" y="127914"/>
                  </a:lnTo>
                  <a:lnTo>
                    <a:pt x="163525" y="136588"/>
                  </a:lnTo>
                  <a:lnTo>
                    <a:pt x="143027" y="174091"/>
                  </a:lnTo>
                  <a:lnTo>
                    <a:pt x="130835" y="180555"/>
                  </a:lnTo>
                  <a:lnTo>
                    <a:pt x="124587" y="183108"/>
                  </a:lnTo>
                  <a:lnTo>
                    <a:pt x="124358" y="183197"/>
                  </a:lnTo>
                  <a:lnTo>
                    <a:pt x="117424" y="184670"/>
                  </a:lnTo>
                  <a:lnTo>
                    <a:pt x="117195" y="184708"/>
                  </a:lnTo>
                  <a:lnTo>
                    <a:pt x="109499" y="185077"/>
                  </a:lnTo>
                  <a:lnTo>
                    <a:pt x="102108" y="184912"/>
                  </a:lnTo>
                  <a:lnTo>
                    <a:pt x="66598" y="164211"/>
                  </a:lnTo>
                  <a:lnTo>
                    <a:pt x="60274" y="151257"/>
                  </a:lnTo>
                  <a:lnTo>
                    <a:pt x="57607" y="144183"/>
                  </a:lnTo>
                  <a:lnTo>
                    <a:pt x="56159" y="136398"/>
                  </a:lnTo>
                  <a:lnTo>
                    <a:pt x="56007" y="127914"/>
                  </a:lnTo>
                  <a:lnTo>
                    <a:pt x="56159" y="119240"/>
                  </a:lnTo>
                  <a:lnTo>
                    <a:pt x="57607" y="111404"/>
                  </a:lnTo>
                  <a:lnTo>
                    <a:pt x="60274" y="104419"/>
                  </a:lnTo>
                  <a:lnTo>
                    <a:pt x="62865" y="97447"/>
                  </a:lnTo>
                  <a:lnTo>
                    <a:pt x="94945" y="72732"/>
                  </a:lnTo>
                  <a:lnTo>
                    <a:pt x="95173" y="72631"/>
                  </a:lnTo>
                  <a:lnTo>
                    <a:pt x="101955" y="71158"/>
                  </a:lnTo>
                  <a:lnTo>
                    <a:pt x="102108" y="71120"/>
                  </a:lnTo>
                  <a:lnTo>
                    <a:pt x="109499" y="70739"/>
                  </a:lnTo>
                  <a:lnTo>
                    <a:pt x="117195" y="70929"/>
                  </a:lnTo>
                  <a:lnTo>
                    <a:pt x="117424" y="70929"/>
                  </a:lnTo>
                  <a:lnTo>
                    <a:pt x="124358" y="72351"/>
                  </a:lnTo>
                  <a:lnTo>
                    <a:pt x="156438" y="97447"/>
                  </a:lnTo>
                  <a:lnTo>
                    <a:pt x="163525" y="127914"/>
                  </a:lnTo>
                  <a:lnTo>
                    <a:pt x="163525" y="37109"/>
                  </a:lnTo>
                  <a:lnTo>
                    <a:pt x="163372" y="37033"/>
                  </a:lnTo>
                  <a:lnTo>
                    <a:pt x="163233" y="36957"/>
                  </a:lnTo>
                  <a:lnTo>
                    <a:pt x="153619" y="32677"/>
                  </a:lnTo>
                  <a:lnTo>
                    <a:pt x="143446" y="29298"/>
                  </a:lnTo>
                  <a:lnTo>
                    <a:pt x="132702" y="26911"/>
                  </a:lnTo>
                  <a:lnTo>
                    <a:pt x="121386" y="25539"/>
                  </a:lnTo>
                  <a:lnTo>
                    <a:pt x="109499" y="25171"/>
                  </a:lnTo>
                  <a:lnTo>
                    <a:pt x="98082" y="25654"/>
                  </a:lnTo>
                  <a:lnTo>
                    <a:pt x="56159" y="37122"/>
                  </a:lnTo>
                  <a:lnTo>
                    <a:pt x="24117" y="61760"/>
                  </a:lnTo>
                  <a:lnTo>
                    <a:pt x="4368" y="96532"/>
                  </a:lnTo>
                  <a:lnTo>
                    <a:pt x="0" y="127914"/>
                  </a:lnTo>
                  <a:lnTo>
                    <a:pt x="495" y="138760"/>
                  </a:lnTo>
                  <a:lnTo>
                    <a:pt x="12471" y="177927"/>
                  </a:lnTo>
                  <a:lnTo>
                    <a:pt x="38696" y="208241"/>
                  </a:lnTo>
                  <a:lnTo>
                    <a:pt x="56007" y="218846"/>
                  </a:lnTo>
                  <a:lnTo>
                    <a:pt x="56159" y="218935"/>
                  </a:lnTo>
                  <a:lnTo>
                    <a:pt x="98082" y="230022"/>
                  </a:lnTo>
                  <a:lnTo>
                    <a:pt x="109499" y="230365"/>
                  </a:lnTo>
                  <a:lnTo>
                    <a:pt x="117195" y="230212"/>
                  </a:lnTo>
                  <a:lnTo>
                    <a:pt x="121386" y="230136"/>
                  </a:lnTo>
                  <a:lnTo>
                    <a:pt x="132702" y="228854"/>
                  </a:lnTo>
                  <a:lnTo>
                    <a:pt x="143027" y="226618"/>
                  </a:lnTo>
                  <a:lnTo>
                    <a:pt x="143446" y="226529"/>
                  </a:lnTo>
                  <a:lnTo>
                    <a:pt x="153619" y="223151"/>
                  </a:lnTo>
                  <a:lnTo>
                    <a:pt x="163233" y="218897"/>
                  </a:lnTo>
                  <a:lnTo>
                    <a:pt x="163372" y="218821"/>
                  </a:lnTo>
                  <a:lnTo>
                    <a:pt x="163525" y="218732"/>
                  </a:lnTo>
                  <a:lnTo>
                    <a:pt x="172212" y="213880"/>
                  </a:lnTo>
                  <a:lnTo>
                    <a:pt x="201485" y="186639"/>
                  </a:lnTo>
                  <a:lnTo>
                    <a:pt x="217474" y="149390"/>
                  </a:lnTo>
                  <a:lnTo>
                    <a:pt x="218922" y="138874"/>
                  </a:lnTo>
                  <a:lnTo>
                    <a:pt x="219303" y="127914"/>
                  </a:lnTo>
                  <a:close/>
                </a:path>
                <a:path w="535940" h="230505">
                  <a:moveTo>
                    <a:pt x="352577" y="22352"/>
                  </a:moveTo>
                  <a:lnTo>
                    <a:pt x="348310" y="19710"/>
                  </a:lnTo>
                  <a:lnTo>
                    <a:pt x="342900" y="17729"/>
                  </a:lnTo>
                  <a:lnTo>
                    <a:pt x="330098" y="15087"/>
                  </a:lnTo>
                  <a:lnTo>
                    <a:pt x="323545" y="14427"/>
                  </a:lnTo>
                  <a:lnTo>
                    <a:pt x="316915" y="14427"/>
                  </a:lnTo>
                  <a:lnTo>
                    <a:pt x="278701" y="23749"/>
                  </a:lnTo>
                  <a:lnTo>
                    <a:pt x="254012" y="62115"/>
                  </a:lnTo>
                  <a:lnTo>
                    <a:pt x="252984" y="75272"/>
                  </a:lnTo>
                  <a:lnTo>
                    <a:pt x="252984" y="79248"/>
                  </a:lnTo>
                  <a:lnTo>
                    <a:pt x="230657" y="79248"/>
                  </a:lnTo>
                  <a:lnTo>
                    <a:pt x="230657" y="119430"/>
                  </a:lnTo>
                  <a:lnTo>
                    <a:pt x="252984" y="119430"/>
                  </a:lnTo>
                  <a:lnTo>
                    <a:pt x="252984" y="226974"/>
                  </a:lnTo>
                  <a:lnTo>
                    <a:pt x="306781" y="226974"/>
                  </a:lnTo>
                  <a:lnTo>
                    <a:pt x="306781" y="119430"/>
                  </a:lnTo>
                  <a:lnTo>
                    <a:pt x="341833" y="119430"/>
                  </a:lnTo>
                  <a:lnTo>
                    <a:pt x="341833" y="79248"/>
                  </a:lnTo>
                  <a:lnTo>
                    <a:pt x="305333" y="79248"/>
                  </a:lnTo>
                  <a:lnTo>
                    <a:pt x="305333" y="69049"/>
                  </a:lnTo>
                  <a:lnTo>
                    <a:pt x="306933" y="64008"/>
                  </a:lnTo>
                  <a:lnTo>
                    <a:pt x="309981" y="60706"/>
                  </a:lnTo>
                  <a:lnTo>
                    <a:pt x="313105" y="57404"/>
                  </a:lnTo>
                  <a:lnTo>
                    <a:pt x="317525" y="55753"/>
                  </a:lnTo>
                  <a:lnTo>
                    <a:pt x="325983" y="55753"/>
                  </a:lnTo>
                  <a:lnTo>
                    <a:pt x="328803" y="56172"/>
                  </a:lnTo>
                  <a:lnTo>
                    <a:pt x="334518" y="57873"/>
                  </a:lnTo>
                  <a:lnTo>
                    <a:pt x="337032" y="58953"/>
                  </a:lnTo>
                  <a:lnTo>
                    <a:pt x="339318" y="60274"/>
                  </a:lnTo>
                  <a:lnTo>
                    <a:pt x="352577" y="22352"/>
                  </a:lnTo>
                  <a:close/>
                </a:path>
                <a:path w="535940" h="230505">
                  <a:moveTo>
                    <a:pt x="471449" y="22352"/>
                  </a:moveTo>
                  <a:lnTo>
                    <a:pt x="467106" y="19710"/>
                  </a:lnTo>
                  <a:lnTo>
                    <a:pt x="461695" y="17729"/>
                  </a:lnTo>
                  <a:lnTo>
                    <a:pt x="448894" y="15087"/>
                  </a:lnTo>
                  <a:lnTo>
                    <a:pt x="442341" y="14427"/>
                  </a:lnTo>
                  <a:lnTo>
                    <a:pt x="435787" y="14427"/>
                  </a:lnTo>
                  <a:lnTo>
                    <a:pt x="397522" y="23749"/>
                  </a:lnTo>
                  <a:lnTo>
                    <a:pt x="372821" y="62115"/>
                  </a:lnTo>
                  <a:lnTo>
                    <a:pt x="371779" y="75272"/>
                  </a:lnTo>
                  <a:lnTo>
                    <a:pt x="371779" y="79248"/>
                  </a:lnTo>
                  <a:lnTo>
                    <a:pt x="349453" y="79248"/>
                  </a:lnTo>
                  <a:lnTo>
                    <a:pt x="349453" y="119430"/>
                  </a:lnTo>
                  <a:lnTo>
                    <a:pt x="371779" y="119430"/>
                  </a:lnTo>
                  <a:lnTo>
                    <a:pt x="371779" y="226974"/>
                  </a:lnTo>
                  <a:lnTo>
                    <a:pt x="425577" y="226974"/>
                  </a:lnTo>
                  <a:lnTo>
                    <a:pt x="425577" y="119430"/>
                  </a:lnTo>
                  <a:lnTo>
                    <a:pt x="460705" y="119430"/>
                  </a:lnTo>
                  <a:lnTo>
                    <a:pt x="460705" y="79248"/>
                  </a:lnTo>
                  <a:lnTo>
                    <a:pt x="424129" y="79248"/>
                  </a:lnTo>
                  <a:lnTo>
                    <a:pt x="424129" y="69049"/>
                  </a:lnTo>
                  <a:lnTo>
                    <a:pt x="425729" y="64008"/>
                  </a:lnTo>
                  <a:lnTo>
                    <a:pt x="431977" y="57404"/>
                  </a:lnTo>
                  <a:lnTo>
                    <a:pt x="436321" y="55753"/>
                  </a:lnTo>
                  <a:lnTo>
                    <a:pt x="444855" y="55753"/>
                  </a:lnTo>
                  <a:lnTo>
                    <a:pt x="447675" y="56172"/>
                  </a:lnTo>
                  <a:lnTo>
                    <a:pt x="453313" y="57873"/>
                  </a:lnTo>
                  <a:lnTo>
                    <a:pt x="455828" y="58953"/>
                  </a:lnTo>
                  <a:lnTo>
                    <a:pt x="458114" y="60274"/>
                  </a:lnTo>
                  <a:lnTo>
                    <a:pt x="471449" y="22352"/>
                  </a:lnTo>
                  <a:close/>
                </a:path>
                <a:path w="535940" h="230505">
                  <a:moveTo>
                    <a:pt x="534238" y="73863"/>
                  </a:moveTo>
                  <a:lnTo>
                    <a:pt x="481050" y="73583"/>
                  </a:lnTo>
                  <a:lnTo>
                    <a:pt x="480517" y="73571"/>
                  </a:lnTo>
                  <a:lnTo>
                    <a:pt x="481050" y="226974"/>
                  </a:lnTo>
                  <a:lnTo>
                    <a:pt x="534238" y="226974"/>
                  </a:lnTo>
                  <a:lnTo>
                    <a:pt x="534238" y="73863"/>
                  </a:lnTo>
                  <a:close/>
                </a:path>
                <a:path w="535940" h="230505">
                  <a:moveTo>
                    <a:pt x="535381" y="19799"/>
                  </a:moveTo>
                  <a:lnTo>
                    <a:pt x="532714" y="13208"/>
                  </a:lnTo>
                  <a:lnTo>
                    <a:pt x="522198" y="2628"/>
                  </a:lnTo>
                  <a:lnTo>
                    <a:pt x="515493" y="0"/>
                  </a:lnTo>
                  <a:lnTo>
                    <a:pt x="499262" y="0"/>
                  </a:lnTo>
                  <a:lnTo>
                    <a:pt x="492556" y="2628"/>
                  </a:lnTo>
                  <a:lnTo>
                    <a:pt x="487299" y="7924"/>
                  </a:lnTo>
                  <a:lnTo>
                    <a:pt x="481965" y="13208"/>
                  </a:lnTo>
                  <a:lnTo>
                    <a:pt x="479374" y="19799"/>
                  </a:lnTo>
                  <a:lnTo>
                    <a:pt x="479374" y="36029"/>
                  </a:lnTo>
                  <a:lnTo>
                    <a:pt x="481965" y="42773"/>
                  </a:lnTo>
                  <a:lnTo>
                    <a:pt x="487299" y="47967"/>
                  </a:lnTo>
                  <a:lnTo>
                    <a:pt x="492556" y="53149"/>
                  </a:lnTo>
                  <a:lnTo>
                    <a:pt x="499262" y="55753"/>
                  </a:lnTo>
                  <a:lnTo>
                    <a:pt x="507339" y="55753"/>
                  </a:lnTo>
                  <a:lnTo>
                    <a:pt x="515493" y="55562"/>
                  </a:lnTo>
                  <a:lnTo>
                    <a:pt x="522198" y="52920"/>
                  </a:lnTo>
                  <a:lnTo>
                    <a:pt x="532714" y="42735"/>
                  </a:lnTo>
                  <a:lnTo>
                    <a:pt x="535381" y="36029"/>
                  </a:lnTo>
                  <a:lnTo>
                    <a:pt x="535381" y="19799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361273" y="1304798"/>
              <a:ext cx="335279" cy="158496"/>
            </a:xfrm>
            <a:prstGeom prst="rect">
              <a:avLst/>
            </a:prstGeom>
          </p:spPr>
        </p:pic>
      </p:grpSp>
      <p:pic>
        <p:nvPicPr>
          <p:cNvPr id="64" name="object 64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861409" y="1785283"/>
            <a:ext cx="2647073" cy="4345203"/>
          </a:xfrm>
          <a:prstGeom prst="rect">
            <a:avLst/>
          </a:prstGeom>
        </p:spPr>
      </p:pic>
      <p:sp>
        <p:nvSpPr>
          <p:cNvPr id="65" name="object 65" descr=""/>
          <p:cNvSpPr txBox="1"/>
          <p:nvPr/>
        </p:nvSpPr>
        <p:spPr>
          <a:xfrm>
            <a:off x="1065126" y="2059287"/>
            <a:ext cx="194310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>
                <a:solidFill>
                  <a:srgbClr val="0EA5E9"/>
                </a:solidFill>
                <a:latin typeface="Times New Roman"/>
                <a:cs typeface="Times New Roman"/>
              </a:rPr>
              <a:t> </a:t>
            </a:r>
            <a:endParaRPr sz="1250">
              <a:latin typeface="Times New Roman"/>
              <a:cs typeface="Times New Roman"/>
            </a:endParaRPr>
          </a:p>
        </p:txBody>
      </p:sp>
      <p:pic>
        <p:nvPicPr>
          <p:cNvPr id="66" name="object 66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716585" y="1785283"/>
            <a:ext cx="2638755" cy="4345203"/>
          </a:xfrm>
          <a:prstGeom prst="rect">
            <a:avLst/>
          </a:prstGeom>
        </p:spPr>
      </p:pic>
      <p:sp>
        <p:nvSpPr>
          <p:cNvPr id="67" name="object 67" descr=""/>
          <p:cNvSpPr txBox="1"/>
          <p:nvPr/>
        </p:nvSpPr>
        <p:spPr>
          <a:xfrm>
            <a:off x="3916164" y="2059287"/>
            <a:ext cx="21018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>
                <a:solidFill>
                  <a:srgbClr val="0EA5E9"/>
                </a:solidFill>
                <a:latin typeface="Times New Roman"/>
                <a:cs typeface="Times New Roman"/>
              </a:rPr>
              <a:t> </a:t>
            </a:r>
            <a:endParaRPr sz="1250">
              <a:latin typeface="Times New Roman"/>
              <a:cs typeface="Times New Roman"/>
            </a:endParaRPr>
          </a:p>
        </p:txBody>
      </p:sp>
      <p:pic>
        <p:nvPicPr>
          <p:cNvPr id="68" name="object 68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6563455" y="1785283"/>
            <a:ext cx="2647073" cy="4345203"/>
          </a:xfrm>
          <a:prstGeom prst="rect">
            <a:avLst/>
          </a:prstGeom>
        </p:spPr>
      </p:pic>
      <p:sp>
        <p:nvSpPr>
          <p:cNvPr id="69" name="object 69" descr=""/>
          <p:cNvSpPr txBox="1"/>
          <p:nvPr/>
        </p:nvSpPr>
        <p:spPr>
          <a:xfrm>
            <a:off x="6767194" y="2059287"/>
            <a:ext cx="20891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>
                <a:solidFill>
                  <a:srgbClr val="0EA5E9"/>
                </a:solidFill>
                <a:latin typeface="Times New Roman"/>
                <a:cs typeface="Times New Roman"/>
              </a:rPr>
              <a:t> </a:t>
            </a:r>
            <a:endParaRPr sz="1250">
              <a:latin typeface="Times New Roman"/>
              <a:cs typeface="Times New Roman"/>
            </a:endParaRPr>
          </a:p>
        </p:txBody>
      </p:sp>
      <p:graphicFrame>
        <p:nvGraphicFramePr>
          <p:cNvPr id="70" name="object 70" descr=""/>
          <p:cNvGraphicFramePr>
            <a:graphicFrameLocks noGrp="1"/>
          </p:cNvGraphicFramePr>
          <p:nvPr/>
        </p:nvGraphicFramePr>
        <p:xfrm>
          <a:off x="1046076" y="3122461"/>
          <a:ext cx="5941695" cy="5156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7490"/>
                <a:gridCol w="2851150"/>
                <a:gridCol w="1507489"/>
              </a:tblGrid>
              <a:tr h="158115">
                <a:tc>
                  <a:txBody>
                    <a:bodyPr/>
                    <a:lstStyle/>
                    <a:p>
                      <a:pPr marL="31750">
                        <a:lnSpc>
                          <a:spcPts val="925"/>
                        </a:lnSpc>
                      </a:pPr>
                      <a:r>
                        <a:rPr dirty="0" sz="900">
                          <a:solidFill>
                            <a:srgbClr val="0FB8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25"/>
                        </a:lnSpc>
                      </a:pPr>
                      <a:r>
                        <a:rPr dirty="0" sz="900">
                          <a:solidFill>
                            <a:srgbClr val="0FB8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925"/>
                        </a:lnSpc>
                      </a:pPr>
                      <a:r>
                        <a:rPr dirty="0" sz="900">
                          <a:solidFill>
                            <a:srgbClr val="0FB8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993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900">
                          <a:solidFill>
                            <a:srgbClr val="0FB8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900">
                          <a:solidFill>
                            <a:srgbClr val="0FB8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900">
                          <a:solidFill>
                            <a:srgbClr val="0FB8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590"/>
                </a:tc>
              </a:tr>
              <a:tr h="158115">
                <a:tc>
                  <a:txBody>
                    <a:bodyPr/>
                    <a:lstStyle/>
                    <a:p>
                      <a:pPr marL="31750">
                        <a:lnSpc>
                          <a:spcPts val="980"/>
                        </a:lnSpc>
                        <a:spcBef>
                          <a:spcPts val="170"/>
                        </a:spcBef>
                      </a:pPr>
                      <a:r>
                        <a:rPr dirty="0" sz="900">
                          <a:solidFill>
                            <a:srgbClr val="0FB8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80"/>
                        </a:lnSpc>
                        <a:spcBef>
                          <a:spcPts val="170"/>
                        </a:spcBef>
                      </a:pPr>
                      <a:r>
                        <a:rPr dirty="0" sz="900">
                          <a:solidFill>
                            <a:srgbClr val="0FB8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980"/>
                        </a:lnSpc>
                        <a:spcBef>
                          <a:spcPts val="170"/>
                        </a:spcBef>
                      </a:pPr>
                      <a:r>
                        <a:rPr dirty="0" sz="900">
                          <a:solidFill>
                            <a:srgbClr val="0FB88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590"/>
                </a:tc>
              </a:tr>
            </a:tbl>
          </a:graphicData>
        </a:graphic>
      </p:graphicFrame>
      <p:sp>
        <p:nvSpPr>
          <p:cNvPr id="71" name="object 71" descr=""/>
          <p:cNvSpPr/>
          <p:nvPr/>
        </p:nvSpPr>
        <p:spPr>
          <a:xfrm>
            <a:off x="861402" y="6380327"/>
            <a:ext cx="8349615" cy="8890"/>
          </a:xfrm>
          <a:custGeom>
            <a:avLst/>
            <a:gdLst/>
            <a:ahLst/>
            <a:cxnLst/>
            <a:rect l="l" t="t" r="r" b="b"/>
            <a:pathLst>
              <a:path w="8349615" h="8889">
                <a:moveTo>
                  <a:pt x="8349119" y="8329"/>
                </a:moveTo>
                <a:lnTo>
                  <a:pt x="8349119" y="0"/>
                </a:lnTo>
                <a:lnTo>
                  <a:pt x="0" y="0"/>
                </a:lnTo>
                <a:lnTo>
                  <a:pt x="0" y="8329"/>
                </a:lnTo>
                <a:lnTo>
                  <a:pt x="8349119" y="8329"/>
                </a:lnTo>
                <a:close/>
              </a:path>
            </a:pathLst>
          </a:custGeom>
          <a:solidFill>
            <a:srgbClr val="E1E7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2" name="object 72" descr=""/>
          <p:cNvGrpSpPr/>
          <p:nvPr/>
        </p:nvGrpSpPr>
        <p:grpSpPr>
          <a:xfrm>
            <a:off x="864501" y="6524612"/>
            <a:ext cx="1750060" cy="109855"/>
            <a:chOff x="864501" y="6524612"/>
            <a:chExt cx="1750060" cy="109855"/>
          </a:xfrm>
        </p:grpSpPr>
        <p:sp>
          <p:nvSpPr>
            <p:cNvPr id="73" name="object 73" descr=""/>
            <p:cNvSpPr/>
            <p:nvPr/>
          </p:nvSpPr>
          <p:spPr>
            <a:xfrm>
              <a:off x="864501" y="6544081"/>
              <a:ext cx="63500" cy="69850"/>
            </a:xfrm>
            <a:custGeom>
              <a:avLst/>
              <a:gdLst/>
              <a:ahLst/>
              <a:cxnLst/>
              <a:rect l="l" t="t" r="r" b="b"/>
              <a:pathLst>
                <a:path w="63500" h="69850">
                  <a:moveTo>
                    <a:pt x="63423" y="69329"/>
                  </a:moveTo>
                  <a:lnTo>
                    <a:pt x="35153" y="0"/>
                  </a:lnTo>
                  <a:lnTo>
                    <a:pt x="28371" y="0"/>
                  </a:lnTo>
                  <a:lnTo>
                    <a:pt x="0" y="69329"/>
                  </a:lnTo>
                  <a:lnTo>
                    <a:pt x="9994" y="69329"/>
                  </a:lnTo>
                  <a:lnTo>
                    <a:pt x="13487" y="60603"/>
                  </a:lnTo>
                  <a:lnTo>
                    <a:pt x="13487" y="45461"/>
                  </a:lnTo>
                  <a:lnTo>
                    <a:pt x="19548" y="45461"/>
                  </a:lnTo>
                  <a:lnTo>
                    <a:pt x="29971" y="19418"/>
                  </a:lnTo>
                  <a:lnTo>
                    <a:pt x="29971" y="10693"/>
                  </a:lnTo>
                  <a:lnTo>
                    <a:pt x="33464" y="10693"/>
                  </a:lnTo>
                  <a:lnTo>
                    <a:pt x="33464" y="19495"/>
                  </a:lnTo>
                  <a:lnTo>
                    <a:pt x="43767" y="45461"/>
                  </a:lnTo>
                  <a:lnTo>
                    <a:pt x="49949" y="45461"/>
                  </a:lnTo>
                  <a:lnTo>
                    <a:pt x="49949" y="61039"/>
                  </a:lnTo>
                  <a:lnTo>
                    <a:pt x="53238" y="69329"/>
                  </a:lnTo>
                  <a:lnTo>
                    <a:pt x="63423" y="69329"/>
                  </a:lnTo>
                  <a:close/>
                </a:path>
                <a:path w="63500" h="69850">
                  <a:moveTo>
                    <a:pt x="19548" y="45461"/>
                  </a:moveTo>
                  <a:lnTo>
                    <a:pt x="13487" y="45461"/>
                  </a:lnTo>
                  <a:lnTo>
                    <a:pt x="13487" y="53644"/>
                  </a:lnTo>
                  <a:lnTo>
                    <a:pt x="16272" y="53644"/>
                  </a:lnTo>
                  <a:lnTo>
                    <a:pt x="19548" y="45461"/>
                  </a:lnTo>
                  <a:close/>
                </a:path>
                <a:path w="63500" h="69850">
                  <a:moveTo>
                    <a:pt x="16272" y="53644"/>
                  </a:moveTo>
                  <a:lnTo>
                    <a:pt x="13487" y="53644"/>
                  </a:lnTo>
                  <a:lnTo>
                    <a:pt x="13487" y="60603"/>
                  </a:lnTo>
                  <a:lnTo>
                    <a:pt x="16272" y="53644"/>
                  </a:lnTo>
                  <a:close/>
                </a:path>
                <a:path w="63500" h="69850">
                  <a:moveTo>
                    <a:pt x="47014" y="53644"/>
                  </a:moveTo>
                  <a:lnTo>
                    <a:pt x="43767" y="45461"/>
                  </a:lnTo>
                  <a:lnTo>
                    <a:pt x="19548" y="45461"/>
                  </a:lnTo>
                  <a:lnTo>
                    <a:pt x="16272" y="53644"/>
                  </a:lnTo>
                  <a:lnTo>
                    <a:pt x="47014" y="53644"/>
                  </a:lnTo>
                  <a:close/>
                </a:path>
                <a:path w="63500" h="69850">
                  <a:moveTo>
                    <a:pt x="33464" y="10693"/>
                  </a:moveTo>
                  <a:lnTo>
                    <a:pt x="29971" y="10693"/>
                  </a:lnTo>
                  <a:lnTo>
                    <a:pt x="31710" y="15075"/>
                  </a:lnTo>
                  <a:lnTo>
                    <a:pt x="33464" y="10693"/>
                  </a:lnTo>
                  <a:close/>
                </a:path>
                <a:path w="63500" h="69850">
                  <a:moveTo>
                    <a:pt x="31710" y="15075"/>
                  </a:moveTo>
                  <a:lnTo>
                    <a:pt x="29971" y="10693"/>
                  </a:lnTo>
                  <a:lnTo>
                    <a:pt x="29971" y="19418"/>
                  </a:lnTo>
                  <a:lnTo>
                    <a:pt x="31710" y="15075"/>
                  </a:lnTo>
                  <a:close/>
                </a:path>
                <a:path w="63500" h="69850">
                  <a:moveTo>
                    <a:pt x="33464" y="19495"/>
                  </a:moveTo>
                  <a:lnTo>
                    <a:pt x="33464" y="10693"/>
                  </a:lnTo>
                  <a:lnTo>
                    <a:pt x="31710" y="15075"/>
                  </a:lnTo>
                  <a:lnTo>
                    <a:pt x="33464" y="19495"/>
                  </a:lnTo>
                  <a:close/>
                </a:path>
                <a:path w="63500" h="69850">
                  <a:moveTo>
                    <a:pt x="49949" y="53644"/>
                  </a:moveTo>
                  <a:lnTo>
                    <a:pt x="49949" y="45461"/>
                  </a:lnTo>
                  <a:lnTo>
                    <a:pt x="43767" y="45461"/>
                  </a:lnTo>
                  <a:lnTo>
                    <a:pt x="47014" y="53644"/>
                  </a:lnTo>
                  <a:lnTo>
                    <a:pt x="49949" y="53644"/>
                  </a:lnTo>
                  <a:close/>
                </a:path>
                <a:path w="63500" h="69850">
                  <a:moveTo>
                    <a:pt x="49949" y="61039"/>
                  </a:moveTo>
                  <a:lnTo>
                    <a:pt x="49949" y="53644"/>
                  </a:lnTo>
                  <a:lnTo>
                    <a:pt x="47014" y="53644"/>
                  </a:lnTo>
                  <a:lnTo>
                    <a:pt x="49949" y="61039"/>
                  </a:lnTo>
                  <a:close/>
                </a:path>
              </a:pathLst>
            </a:custGeom>
            <a:solidFill>
              <a:srgbClr val="93A3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37513" y="6524612"/>
              <a:ext cx="1676666" cy="109657"/>
            </a:xfrm>
            <a:prstGeom prst="rect">
              <a:avLst/>
            </a:prstGeom>
          </p:spPr>
        </p:pic>
      </p:grpSp>
      <p:pic>
        <p:nvPicPr>
          <p:cNvPr id="75" name="object 75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8665464" y="6538696"/>
            <a:ext cx="537514" cy="94894"/>
          </a:xfrm>
          <a:prstGeom prst="rect">
            <a:avLst/>
          </a:prstGeom>
        </p:spPr>
      </p:pic>
      <p:sp>
        <p:nvSpPr>
          <p:cNvPr id="76" name="object 76" descr=""/>
          <p:cNvSpPr txBox="1"/>
          <p:nvPr/>
        </p:nvSpPr>
        <p:spPr>
          <a:xfrm>
            <a:off x="292100" y="162656"/>
            <a:ext cx="807720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 spc="-225">
                <a:latin typeface="Times New Roman"/>
                <a:cs typeface="Times New Roman"/>
              </a:rPr>
              <a:t>1</a:t>
            </a:r>
            <a:r>
              <a:rPr dirty="0" sz="850" spc="30">
                <a:latin typeface="Times New Roman"/>
                <a:cs typeface="Times New Roman"/>
              </a:rPr>
              <a:t> </a:t>
            </a:r>
            <a:r>
              <a:rPr dirty="0" sz="850" spc="-285">
                <a:latin typeface="Times New Roman"/>
                <a:cs typeface="Times New Roman"/>
              </a:rPr>
              <a:t>2m</a:t>
            </a:r>
            <a:r>
              <a:rPr dirty="0" sz="850" spc="-70">
                <a:latin typeface="Times New Roman"/>
                <a:cs typeface="Times New Roman"/>
              </a:rPr>
              <a:t> </a:t>
            </a:r>
            <a:r>
              <a:rPr dirty="0" sz="850" spc="-190">
                <a:latin typeface="Times New Roman"/>
                <a:cs typeface="Times New Roman"/>
              </a:rPr>
              <a:t>06m</a:t>
            </a:r>
            <a:r>
              <a:rPr dirty="0" sz="850" spc="-6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2026</a:t>
            </a:r>
            <a:r>
              <a:rPr dirty="0" sz="850" spc="90">
                <a:latin typeface="Times New Roman"/>
                <a:cs typeface="Times New Roman"/>
              </a:rPr>
              <a:t> </a:t>
            </a:r>
            <a:r>
              <a:rPr dirty="0" sz="850" spc="-95">
                <a:latin typeface="Times New Roman"/>
                <a:cs typeface="Times New Roman"/>
              </a:rPr>
              <a:t>06e</a:t>
            </a:r>
            <a:r>
              <a:rPr dirty="0" sz="850" spc="-70">
                <a:latin typeface="Times New Roman"/>
                <a:cs typeface="Times New Roman"/>
              </a:rPr>
              <a:t> </a:t>
            </a:r>
            <a:r>
              <a:rPr dirty="0" sz="850" spc="-35">
                <a:latin typeface="Times New Roman"/>
                <a:cs typeface="Times New Roman"/>
              </a:rPr>
              <a:t>46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292092" y="7461304"/>
            <a:ext cx="2821940" cy="1358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9"/>
              </a:lnSpc>
            </a:pPr>
            <a:r>
              <a:rPr dirty="0" sz="850" spc="-75">
                <a:latin typeface="Times New Roman"/>
                <a:cs typeface="Times New Roman"/>
              </a:rPr>
              <a:t>f</a:t>
            </a:r>
            <a:r>
              <a:rPr dirty="0" sz="850">
                <a:latin typeface="Times New Roman"/>
                <a:cs typeface="Times New Roman"/>
              </a:rPr>
              <a:t> </a:t>
            </a:r>
            <a:r>
              <a:rPr dirty="0" sz="850" spc="-175">
                <a:latin typeface="Times New Roman"/>
                <a:cs typeface="Times New Roman"/>
              </a:rPr>
              <a:t>i</a:t>
            </a:r>
            <a:r>
              <a:rPr dirty="0" sz="850" spc="-90">
                <a:latin typeface="Times New Roman"/>
                <a:cs typeface="Times New Roman"/>
              </a:rPr>
              <a:t> </a:t>
            </a:r>
            <a:r>
              <a:rPr dirty="0" sz="850" spc="-120">
                <a:latin typeface="Times New Roman"/>
                <a:cs typeface="Times New Roman"/>
              </a:rPr>
              <a:t>ee</a:t>
            </a:r>
            <a:r>
              <a:rPr dirty="0" sz="850" spc="-4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///'e</a:t>
            </a:r>
            <a:r>
              <a:rPr dirty="0" sz="850" spc="-45">
                <a:latin typeface="Times New Roman"/>
                <a:cs typeface="Times New Roman"/>
              </a:rPr>
              <a:t> </a:t>
            </a:r>
            <a:r>
              <a:rPr dirty="0" sz="850" spc="-100">
                <a:latin typeface="Times New Roman"/>
                <a:cs typeface="Times New Roman"/>
              </a:rPr>
              <a:t>/U</a:t>
            </a:r>
            <a:r>
              <a:rPr dirty="0" sz="850" spc="-60">
                <a:latin typeface="Times New Roman"/>
                <a:cs typeface="Times New Roman"/>
              </a:rPr>
              <a:t> </a:t>
            </a:r>
            <a:r>
              <a:rPr dirty="0" sz="850" spc="-10">
                <a:latin typeface="Times New Roman"/>
                <a:cs typeface="Times New Roman"/>
              </a:rPr>
              <a:t>sers/ASU</a:t>
            </a:r>
            <a:r>
              <a:rPr dirty="0" sz="850" spc="-6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S/Desktop/projects/Gor</a:t>
            </a:r>
            <a:r>
              <a:rPr dirty="0" sz="850" spc="110">
                <a:latin typeface="Times New Roman"/>
                <a:cs typeface="Times New Roman"/>
              </a:rPr>
              <a:t> </a:t>
            </a:r>
            <a:r>
              <a:rPr dirty="0" sz="850" spc="-20">
                <a:latin typeface="Times New Roman"/>
                <a:cs typeface="Times New Roman"/>
              </a:rPr>
              <a:t>su</a:t>
            </a:r>
            <a:r>
              <a:rPr dirty="0" sz="850" spc="-8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ru</a:t>
            </a:r>
            <a:r>
              <a:rPr dirty="0" sz="850" spc="-80">
                <a:latin typeface="Times New Roman"/>
                <a:cs typeface="Times New Roman"/>
              </a:rPr>
              <a:t> </a:t>
            </a:r>
            <a:r>
              <a:rPr dirty="0" sz="850" spc="-20">
                <a:latin typeface="Times New Roman"/>
                <a:cs typeface="Times New Roman"/>
              </a:rPr>
              <a:t>m/su</a:t>
            </a:r>
            <a:r>
              <a:rPr dirty="0" sz="850" spc="-8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ru</a:t>
            </a:r>
            <a:r>
              <a:rPr dirty="0" sz="850" spc="-80">
                <a:latin typeface="Times New Roman"/>
                <a:cs typeface="Times New Roman"/>
              </a:rPr>
              <a:t> </a:t>
            </a:r>
            <a:r>
              <a:rPr dirty="0" sz="850" spc="-114">
                <a:latin typeface="Times New Roman"/>
                <a:cs typeface="Times New Roman"/>
              </a:rPr>
              <a:t>m</a:t>
            </a:r>
            <a:r>
              <a:rPr dirty="0" sz="850" spc="-85">
                <a:latin typeface="Times New Roman"/>
                <a:cs typeface="Times New Roman"/>
              </a:rPr>
              <a:t> </a:t>
            </a:r>
            <a:r>
              <a:rPr dirty="0" sz="850" spc="-585">
                <a:latin typeface="Times New Roman"/>
                <a:cs typeface="Times New Roman"/>
              </a:rPr>
              <a:t>m</a:t>
            </a:r>
            <a:r>
              <a:rPr dirty="0" sz="850" spc="-45">
                <a:latin typeface="Times New Roman"/>
                <a:cs typeface="Times New Roman"/>
              </a:rPr>
              <a:t> </a:t>
            </a:r>
            <a:r>
              <a:rPr dirty="0" sz="850" spc="-95">
                <a:latin typeface="Times New Roman"/>
                <a:cs typeface="Times New Roman"/>
              </a:rPr>
              <a:t>h</a:t>
            </a:r>
            <a:r>
              <a:rPr dirty="0" sz="850" spc="-85">
                <a:latin typeface="Times New Roman"/>
                <a:cs typeface="Times New Roman"/>
              </a:rPr>
              <a:t> </a:t>
            </a:r>
            <a:r>
              <a:rPr dirty="0" sz="850" spc="-70">
                <a:latin typeface="Times New Roman"/>
                <a:cs typeface="Times New Roman"/>
              </a:rPr>
              <a:t>tm</a:t>
            </a:r>
            <a:r>
              <a:rPr dirty="0" sz="850" spc="-85">
                <a:latin typeface="Times New Roman"/>
                <a:cs typeface="Times New Roman"/>
              </a:rPr>
              <a:t> </a:t>
            </a:r>
            <a:r>
              <a:rPr dirty="0" sz="850" spc="-50">
                <a:latin typeface="Times New Roman"/>
                <a:cs typeface="Times New Roman"/>
              </a:rPr>
              <a:t>i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9543093" y="7461304"/>
            <a:ext cx="215265" cy="1358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9"/>
              </a:lnSpc>
            </a:pPr>
            <a:r>
              <a:rPr dirty="0" sz="850" spc="-80">
                <a:latin typeface="Times New Roman"/>
                <a:cs typeface="Times New Roman"/>
              </a:rPr>
              <a:t>6/1</a:t>
            </a:r>
            <a:r>
              <a:rPr dirty="0" sz="850" spc="35">
                <a:latin typeface="Times New Roman"/>
                <a:cs typeface="Times New Roman"/>
              </a:rPr>
              <a:t> </a:t>
            </a:r>
            <a:r>
              <a:rPr dirty="0" sz="850" spc="-60">
                <a:latin typeface="Times New Roman"/>
                <a:cs typeface="Times New Roman"/>
              </a:rPr>
              <a:t>2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77" name="object 77" descr=""/>
          <p:cNvSpPr txBox="1"/>
          <p:nvPr/>
        </p:nvSpPr>
        <p:spPr>
          <a:xfrm>
            <a:off x="4406755" y="162656"/>
            <a:ext cx="2402840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>
                <a:latin typeface="Times New Roman"/>
                <a:cs typeface="Times New Roman"/>
              </a:rPr>
              <a:t>Gor</a:t>
            </a:r>
            <a:r>
              <a:rPr dirty="0" sz="850" spc="8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Sargsyar</a:t>
            </a:r>
            <a:r>
              <a:rPr dirty="0" sz="850" spc="204">
                <a:latin typeface="Times New Roman"/>
                <a:cs typeface="Times New Roman"/>
              </a:rPr>
              <a:t>  </a:t>
            </a:r>
            <a:r>
              <a:rPr dirty="0" sz="850" spc="-90">
                <a:latin typeface="Times New Roman"/>
                <a:cs typeface="Times New Roman"/>
              </a:rPr>
              <a:t>Gi</a:t>
            </a:r>
            <a:r>
              <a:rPr dirty="0" sz="850" spc="-9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obai</a:t>
            </a:r>
            <a:r>
              <a:rPr dirty="0" sz="850" spc="10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A</a:t>
            </a:r>
            <a:r>
              <a:rPr dirty="0" sz="850" spc="275">
                <a:latin typeface="Times New Roman"/>
                <a:cs typeface="Times New Roman"/>
              </a:rPr>
              <a:t> </a:t>
            </a:r>
            <a:r>
              <a:rPr dirty="0" sz="850" spc="-195">
                <a:latin typeface="Times New Roman"/>
                <a:cs typeface="Times New Roman"/>
              </a:rPr>
              <a:t>&amp;</a:t>
            </a:r>
            <a:r>
              <a:rPr dirty="0" sz="850" spc="95">
                <a:latin typeface="Times New Roman"/>
                <a:cs typeface="Times New Roman"/>
              </a:rPr>
              <a:t> </a:t>
            </a:r>
            <a:r>
              <a:rPr dirty="0" sz="850" spc="-100">
                <a:latin typeface="Times New Roman"/>
                <a:cs typeface="Times New Roman"/>
              </a:rPr>
              <a:t>E</a:t>
            </a:r>
            <a:r>
              <a:rPr dirty="0" sz="850" spc="-9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korom</a:t>
            </a:r>
            <a:r>
              <a:rPr dirty="0" sz="850" spc="229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Stratej</a:t>
            </a:r>
            <a:r>
              <a:rPr dirty="0" sz="850" spc="229">
                <a:latin typeface="Times New Roman"/>
                <a:cs typeface="Times New Roman"/>
              </a:rPr>
              <a:t> </a:t>
            </a:r>
            <a:r>
              <a:rPr dirty="0" sz="850" spc="-25">
                <a:latin typeface="Times New Roman"/>
                <a:cs typeface="Times New Roman"/>
              </a:rPr>
              <a:t>Su</a:t>
            </a:r>
            <a:r>
              <a:rPr dirty="0" sz="850" spc="-9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ru</a:t>
            </a:r>
            <a:r>
              <a:rPr dirty="0" sz="850" spc="-90">
                <a:latin typeface="Times New Roman"/>
                <a:cs typeface="Times New Roman"/>
              </a:rPr>
              <a:t> </a:t>
            </a:r>
            <a:r>
              <a:rPr dirty="0" sz="850" spc="-25">
                <a:latin typeface="Times New Roman"/>
                <a:cs typeface="Times New Roman"/>
              </a:rPr>
              <a:t>mu</a:t>
            </a:r>
            <a:endParaRPr sz="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5136" y="712444"/>
            <a:ext cx="290474" cy="12559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210487" y="712444"/>
            <a:ext cx="831850" cy="124460"/>
            <a:chOff x="1210487" y="712444"/>
            <a:chExt cx="831850" cy="12446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0487" y="743203"/>
              <a:ext cx="105092" cy="9323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337284" y="712444"/>
              <a:ext cx="22860" cy="124460"/>
            </a:xfrm>
            <a:custGeom>
              <a:avLst/>
              <a:gdLst/>
              <a:ahLst/>
              <a:cxnLst/>
              <a:rect l="l" t="t" r="r" b="b"/>
              <a:pathLst>
                <a:path w="22859" h="124459">
                  <a:moveTo>
                    <a:pt x="21973" y="123990"/>
                  </a:moveTo>
                  <a:lnTo>
                    <a:pt x="21973" y="30759"/>
                  </a:lnTo>
                  <a:lnTo>
                    <a:pt x="393" y="30759"/>
                  </a:lnTo>
                  <a:lnTo>
                    <a:pt x="393" y="123990"/>
                  </a:lnTo>
                  <a:lnTo>
                    <a:pt x="21973" y="123990"/>
                  </a:lnTo>
                  <a:close/>
                </a:path>
                <a:path w="22859" h="124459">
                  <a:moveTo>
                    <a:pt x="22364" y="14465"/>
                  </a:moveTo>
                  <a:lnTo>
                    <a:pt x="7899" y="0"/>
                  </a:lnTo>
                  <a:lnTo>
                    <a:pt x="5207" y="1054"/>
                  </a:lnTo>
                  <a:lnTo>
                    <a:pt x="1041" y="5321"/>
                  </a:lnTo>
                  <a:lnTo>
                    <a:pt x="0" y="7988"/>
                  </a:lnTo>
                  <a:lnTo>
                    <a:pt x="0" y="14465"/>
                  </a:lnTo>
                  <a:lnTo>
                    <a:pt x="1041" y="17170"/>
                  </a:lnTo>
                  <a:lnTo>
                    <a:pt x="5207" y="21437"/>
                  </a:lnTo>
                  <a:lnTo>
                    <a:pt x="7899" y="22504"/>
                  </a:lnTo>
                  <a:lnTo>
                    <a:pt x="14287" y="22415"/>
                  </a:lnTo>
                  <a:lnTo>
                    <a:pt x="16929" y="21323"/>
                  </a:lnTo>
                  <a:lnTo>
                    <a:pt x="21285" y="17157"/>
                  </a:lnTo>
                  <a:lnTo>
                    <a:pt x="22364" y="14465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1366" y="712444"/>
              <a:ext cx="349072" cy="12399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52282" y="712444"/>
              <a:ext cx="289547" cy="123990"/>
            </a:xfrm>
            <a:prstGeom prst="rect">
              <a:avLst/>
            </a:prstGeom>
          </p:spPr>
        </p:pic>
      </p:grpSp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01240" y="737603"/>
            <a:ext cx="1618754" cy="124664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7595647" y="694823"/>
            <a:ext cx="266700" cy="183515"/>
            <a:chOff x="7595647" y="694823"/>
            <a:chExt cx="266700" cy="183515"/>
          </a:xfrm>
        </p:grpSpPr>
        <p:sp>
          <p:nvSpPr>
            <p:cNvPr id="10" name="object 10" descr=""/>
            <p:cNvSpPr/>
            <p:nvPr/>
          </p:nvSpPr>
          <p:spPr>
            <a:xfrm>
              <a:off x="7599832" y="699084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258064" y="149542"/>
                  </a:moveTo>
                  <a:lnTo>
                    <a:pt x="258064" y="25273"/>
                  </a:lnTo>
                  <a:lnTo>
                    <a:pt x="257302" y="21551"/>
                  </a:lnTo>
                  <a:lnTo>
                    <a:pt x="232765" y="0"/>
                  </a:lnTo>
                  <a:lnTo>
                    <a:pt x="25272" y="0"/>
                  </a:lnTo>
                  <a:lnTo>
                    <a:pt x="0" y="25273"/>
                  </a:lnTo>
                  <a:lnTo>
                    <a:pt x="0" y="145681"/>
                  </a:lnTo>
                  <a:lnTo>
                    <a:pt x="0" y="149542"/>
                  </a:lnTo>
                  <a:lnTo>
                    <a:pt x="25273" y="174815"/>
                  </a:lnTo>
                  <a:lnTo>
                    <a:pt x="232765" y="174815"/>
                  </a:lnTo>
                  <a:lnTo>
                    <a:pt x="257302" y="153250"/>
                  </a:lnTo>
                  <a:lnTo>
                    <a:pt x="258064" y="149542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599807" y="698982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47"/>
                  </a:lnTo>
                  <a:lnTo>
                    <a:pt x="21551" y="749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8917" y="0"/>
                  </a:lnTo>
                  <a:lnTo>
                    <a:pt x="232778" y="0"/>
                  </a:lnTo>
                  <a:lnTo>
                    <a:pt x="236499" y="749"/>
                  </a:lnTo>
                  <a:lnTo>
                    <a:pt x="240055" y="2247"/>
                  </a:lnTo>
                  <a:lnTo>
                    <a:pt x="243636" y="3657"/>
                  </a:lnTo>
                  <a:lnTo>
                    <a:pt x="255828" y="17983"/>
                  </a:lnTo>
                  <a:lnTo>
                    <a:pt x="257302" y="21551"/>
                  </a:lnTo>
                  <a:lnTo>
                    <a:pt x="258051" y="25298"/>
                  </a:lnTo>
                  <a:lnTo>
                    <a:pt x="258051" y="29133"/>
                  </a:lnTo>
                  <a:lnTo>
                    <a:pt x="258051" y="145669"/>
                  </a:lnTo>
                  <a:lnTo>
                    <a:pt x="258051" y="149504"/>
                  </a:lnTo>
                  <a:lnTo>
                    <a:pt x="257302" y="153250"/>
                  </a:lnTo>
                  <a:lnTo>
                    <a:pt x="255828" y="156819"/>
                  </a:lnTo>
                  <a:lnTo>
                    <a:pt x="254355" y="160401"/>
                  </a:lnTo>
                  <a:lnTo>
                    <a:pt x="252247" y="163563"/>
                  </a:lnTo>
                  <a:lnTo>
                    <a:pt x="249516" y="166230"/>
                  </a:lnTo>
                  <a:lnTo>
                    <a:pt x="246786" y="168973"/>
                  </a:lnTo>
                  <a:lnTo>
                    <a:pt x="243636" y="171145"/>
                  </a:lnTo>
                  <a:lnTo>
                    <a:pt x="240055" y="172554"/>
                  </a:lnTo>
                  <a:lnTo>
                    <a:pt x="236499" y="174053"/>
                  </a:lnTo>
                  <a:lnTo>
                    <a:pt x="232778" y="174802"/>
                  </a:lnTo>
                  <a:lnTo>
                    <a:pt x="228917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145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63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50"/>
                  </a:lnTo>
                  <a:lnTo>
                    <a:pt x="0" y="149504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75092" y="755408"/>
              <a:ext cx="112395" cy="64376"/>
            </a:xfrm>
            <a:prstGeom prst="rect">
              <a:avLst/>
            </a:prstGeom>
          </p:spPr>
        </p:pic>
      </p:grpSp>
      <p:grpSp>
        <p:nvGrpSpPr>
          <p:cNvPr id="13" name="object 13" descr=""/>
          <p:cNvGrpSpPr/>
          <p:nvPr/>
        </p:nvGrpSpPr>
        <p:grpSpPr>
          <a:xfrm>
            <a:off x="7928616" y="694823"/>
            <a:ext cx="274955" cy="183515"/>
            <a:chOff x="7928616" y="694823"/>
            <a:chExt cx="274955" cy="183515"/>
          </a:xfrm>
        </p:grpSpPr>
        <p:sp>
          <p:nvSpPr>
            <p:cNvPr id="14" name="object 14" descr=""/>
            <p:cNvSpPr/>
            <p:nvPr/>
          </p:nvSpPr>
          <p:spPr>
            <a:xfrm>
              <a:off x="7932800" y="699084"/>
              <a:ext cx="266700" cy="175260"/>
            </a:xfrm>
            <a:custGeom>
              <a:avLst/>
              <a:gdLst/>
              <a:ahLst/>
              <a:cxnLst/>
              <a:rect l="l" t="t" r="r" b="b"/>
              <a:pathLst>
                <a:path w="266700" h="175259">
                  <a:moveTo>
                    <a:pt x="266395" y="149542"/>
                  </a:moveTo>
                  <a:lnTo>
                    <a:pt x="266395" y="25273"/>
                  </a:lnTo>
                  <a:lnTo>
                    <a:pt x="265633" y="21551"/>
                  </a:lnTo>
                  <a:lnTo>
                    <a:pt x="241096" y="0"/>
                  </a:lnTo>
                  <a:lnTo>
                    <a:pt x="25298" y="0"/>
                  </a:lnTo>
                  <a:lnTo>
                    <a:pt x="0" y="25273"/>
                  </a:lnTo>
                  <a:lnTo>
                    <a:pt x="0" y="145681"/>
                  </a:lnTo>
                  <a:lnTo>
                    <a:pt x="0" y="149542"/>
                  </a:lnTo>
                  <a:lnTo>
                    <a:pt x="25298" y="174815"/>
                  </a:lnTo>
                  <a:lnTo>
                    <a:pt x="241096" y="174815"/>
                  </a:lnTo>
                  <a:lnTo>
                    <a:pt x="265633" y="153250"/>
                  </a:lnTo>
                  <a:lnTo>
                    <a:pt x="266395" y="149542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932775" y="698982"/>
              <a:ext cx="266700" cy="175260"/>
            </a:xfrm>
            <a:custGeom>
              <a:avLst/>
              <a:gdLst/>
              <a:ahLst/>
              <a:cxnLst/>
              <a:rect l="l" t="t" r="r" b="b"/>
              <a:pathLst>
                <a:path w="266700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47"/>
                  </a:lnTo>
                  <a:lnTo>
                    <a:pt x="21551" y="749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37236" y="0"/>
                  </a:lnTo>
                  <a:lnTo>
                    <a:pt x="241096" y="0"/>
                  </a:lnTo>
                  <a:lnTo>
                    <a:pt x="244817" y="749"/>
                  </a:lnTo>
                  <a:lnTo>
                    <a:pt x="248386" y="2247"/>
                  </a:lnTo>
                  <a:lnTo>
                    <a:pt x="251955" y="3657"/>
                  </a:lnTo>
                  <a:lnTo>
                    <a:pt x="264147" y="17983"/>
                  </a:lnTo>
                  <a:lnTo>
                    <a:pt x="265633" y="21551"/>
                  </a:lnTo>
                  <a:lnTo>
                    <a:pt x="266369" y="25298"/>
                  </a:lnTo>
                  <a:lnTo>
                    <a:pt x="266369" y="29133"/>
                  </a:lnTo>
                  <a:lnTo>
                    <a:pt x="266369" y="145669"/>
                  </a:lnTo>
                  <a:lnTo>
                    <a:pt x="266369" y="149504"/>
                  </a:lnTo>
                  <a:lnTo>
                    <a:pt x="265633" y="153250"/>
                  </a:lnTo>
                  <a:lnTo>
                    <a:pt x="264147" y="156819"/>
                  </a:lnTo>
                  <a:lnTo>
                    <a:pt x="262674" y="160401"/>
                  </a:lnTo>
                  <a:lnTo>
                    <a:pt x="260565" y="163563"/>
                  </a:lnTo>
                  <a:lnTo>
                    <a:pt x="257835" y="166230"/>
                  </a:lnTo>
                  <a:lnTo>
                    <a:pt x="255104" y="168973"/>
                  </a:lnTo>
                  <a:lnTo>
                    <a:pt x="251955" y="171145"/>
                  </a:lnTo>
                  <a:lnTo>
                    <a:pt x="248386" y="172554"/>
                  </a:lnTo>
                  <a:lnTo>
                    <a:pt x="244817" y="174053"/>
                  </a:lnTo>
                  <a:lnTo>
                    <a:pt x="241096" y="174802"/>
                  </a:lnTo>
                  <a:lnTo>
                    <a:pt x="237236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145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63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50"/>
                  </a:lnTo>
                  <a:lnTo>
                    <a:pt x="0" y="149504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12353" y="755408"/>
              <a:ext cx="108584" cy="64376"/>
            </a:xfrm>
            <a:prstGeom prst="rect">
              <a:avLst/>
            </a:prstGeom>
          </p:spPr>
        </p:pic>
      </p:grpSp>
      <p:grpSp>
        <p:nvGrpSpPr>
          <p:cNvPr id="17" name="object 17" descr=""/>
          <p:cNvGrpSpPr/>
          <p:nvPr/>
        </p:nvGrpSpPr>
        <p:grpSpPr>
          <a:xfrm>
            <a:off x="8269903" y="694823"/>
            <a:ext cx="258445" cy="183515"/>
            <a:chOff x="8269903" y="694823"/>
            <a:chExt cx="258445" cy="183515"/>
          </a:xfrm>
        </p:grpSpPr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74101" y="699084"/>
              <a:ext cx="249707" cy="174815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8274062" y="698982"/>
              <a:ext cx="250190" cy="175260"/>
            </a:xfrm>
            <a:custGeom>
              <a:avLst/>
              <a:gdLst/>
              <a:ahLst/>
              <a:cxnLst/>
              <a:rect l="l" t="t" r="r" b="b"/>
              <a:pathLst>
                <a:path w="250190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47"/>
                  </a:lnTo>
                  <a:lnTo>
                    <a:pt x="21551" y="749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0586" y="0"/>
                  </a:lnTo>
                  <a:lnTo>
                    <a:pt x="224447" y="0"/>
                  </a:lnTo>
                  <a:lnTo>
                    <a:pt x="228168" y="749"/>
                  </a:lnTo>
                  <a:lnTo>
                    <a:pt x="231736" y="2247"/>
                  </a:lnTo>
                  <a:lnTo>
                    <a:pt x="235305" y="3657"/>
                  </a:lnTo>
                  <a:lnTo>
                    <a:pt x="247497" y="17983"/>
                  </a:lnTo>
                  <a:lnTo>
                    <a:pt x="248983" y="21551"/>
                  </a:lnTo>
                  <a:lnTo>
                    <a:pt x="249720" y="25298"/>
                  </a:lnTo>
                  <a:lnTo>
                    <a:pt x="249720" y="29133"/>
                  </a:lnTo>
                  <a:lnTo>
                    <a:pt x="249720" y="145669"/>
                  </a:lnTo>
                  <a:lnTo>
                    <a:pt x="249720" y="149504"/>
                  </a:lnTo>
                  <a:lnTo>
                    <a:pt x="248983" y="153250"/>
                  </a:lnTo>
                  <a:lnTo>
                    <a:pt x="247497" y="156819"/>
                  </a:lnTo>
                  <a:lnTo>
                    <a:pt x="246024" y="160401"/>
                  </a:lnTo>
                  <a:lnTo>
                    <a:pt x="243916" y="163563"/>
                  </a:lnTo>
                  <a:lnTo>
                    <a:pt x="241198" y="166230"/>
                  </a:lnTo>
                  <a:lnTo>
                    <a:pt x="238455" y="168973"/>
                  </a:lnTo>
                  <a:lnTo>
                    <a:pt x="235305" y="171145"/>
                  </a:lnTo>
                  <a:lnTo>
                    <a:pt x="231736" y="172554"/>
                  </a:lnTo>
                  <a:lnTo>
                    <a:pt x="228168" y="174053"/>
                  </a:lnTo>
                  <a:lnTo>
                    <a:pt x="224447" y="174802"/>
                  </a:lnTo>
                  <a:lnTo>
                    <a:pt x="220586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145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63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50"/>
                  </a:lnTo>
                  <a:lnTo>
                    <a:pt x="0" y="149504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50529" y="754405"/>
              <a:ext cx="95783" cy="66294"/>
            </a:xfrm>
            <a:prstGeom prst="rect">
              <a:avLst/>
            </a:prstGeom>
          </p:spPr>
        </p:pic>
      </p:grpSp>
      <p:grpSp>
        <p:nvGrpSpPr>
          <p:cNvPr id="21" name="object 21" descr=""/>
          <p:cNvGrpSpPr/>
          <p:nvPr/>
        </p:nvGrpSpPr>
        <p:grpSpPr>
          <a:xfrm>
            <a:off x="8594553" y="694823"/>
            <a:ext cx="266700" cy="183515"/>
            <a:chOff x="8594553" y="694823"/>
            <a:chExt cx="266700" cy="183515"/>
          </a:xfrm>
        </p:grpSpPr>
        <p:sp>
          <p:nvSpPr>
            <p:cNvPr id="22" name="object 22" descr=""/>
            <p:cNvSpPr/>
            <p:nvPr/>
          </p:nvSpPr>
          <p:spPr>
            <a:xfrm>
              <a:off x="8598712" y="699084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258089" y="149542"/>
                  </a:moveTo>
                  <a:lnTo>
                    <a:pt x="258089" y="25273"/>
                  </a:lnTo>
                  <a:lnTo>
                    <a:pt x="257327" y="21551"/>
                  </a:lnTo>
                  <a:lnTo>
                    <a:pt x="232790" y="0"/>
                  </a:lnTo>
                  <a:lnTo>
                    <a:pt x="25298" y="0"/>
                  </a:lnTo>
                  <a:lnTo>
                    <a:pt x="0" y="25273"/>
                  </a:lnTo>
                  <a:lnTo>
                    <a:pt x="0" y="145681"/>
                  </a:lnTo>
                  <a:lnTo>
                    <a:pt x="0" y="149542"/>
                  </a:lnTo>
                  <a:lnTo>
                    <a:pt x="25298" y="174815"/>
                  </a:lnTo>
                  <a:lnTo>
                    <a:pt x="232790" y="174815"/>
                  </a:lnTo>
                  <a:lnTo>
                    <a:pt x="257327" y="153250"/>
                  </a:lnTo>
                  <a:lnTo>
                    <a:pt x="258089" y="149542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598712" y="698982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47"/>
                  </a:lnTo>
                  <a:lnTo>
                    <a:pt x="21551" y="749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8917" y="0"/>
                  </a:lnTo>
                  <a:lnTo>
                    <a:pt x="232740" y="0"/>
                  </a:lnTo>
                  <a:lnTo>
                    <a:pt x="236486" y="749"/>
                  </a:lnTo>
                  <a:lnTo>
                    <a:pt x="240068" y="2247"/>
                  </a:lnTo>
                  <a:lnTo>
                    <a:pt x="243649" y="3657"/>
                  </a:lnTo>
                  <a:lnTo>
                    <a:pt x="255803" y="17983"/>
                  </a:lnTo>
                  <a:lnTo>
                    <a:pt x="257302" y="21551"/>
                  </a:lnTo>
                  <a:lnTo>
                    <a:pt x="258051" y="25298"/>
                  </a:lnTo>
                  <a:lnTo>
                    <a:pt x="258051" y="29133"/>
                  </a:lnTo>
                  <a:lnTo>
                    <a:pt x="258051" y="145669"/>
                  </a:lnTo>
                  <a:lnTo>
                    <a:pt x="258051" y="149504"/>
                  </a:lnTo>
                  <a:lnTo>
                    <a:pt x="257302" y="153250"/>
                  </a:lnTo>
                  <a:lnTo>
                    <a:pt x="255803" y="156819"/>
                  </a:lnTo>
                  <a:lnTo>
                    <a:pt x="254381" y="160401"/>
                  </a:lnTo>
                  <a:lnTo>
                    <a:pt x="252222" y="163563"/>
                  </a:lnTo>
                  <a:lnTo>
                    <a:pt x="249478" y="166230"/>
                  </a:lnTo>
                  <a:lnTo>
                    <a:pt x="246811" y="168973"/>
                  </a:lnTo>
                  <a:lnTo>
                    <a:pt x="243649" y="171145"/>
                  </a:lnTo>
                  <a:lnTo>
                    <a:pt x="240068" y="172554"/>
                  </a:lnTo>
                  <a:lnTo>
                    <a:pt x="236486" y="174053"/>
                  </a:lnTo>
                  <a:lnTo>
                    <a:pt x="232740" y="174802"/>
                  </a:lnTo>
                  <a:lnTo>
                    <a:pt x="228917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145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63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50"/>
                  </a:lnTo>
                  <a:lnTo>
                    <a:pt x="0" y="149504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72550" y="755408"/>
              <a:ext cx="108585" cy="65290"/>
            </a:xfrm>
            <a:prstGeom prst="rect">
              <a:avLst/>
            </a:prstGeom>
          </p:spPr>
        </p:pic>
      </p:grpSp>
      <p:grpSp>
        <p:nvGrpSpPr>
          <p:cNvPr id="25" name="object 25" descr=""/>
          <p:cNvGrpSpPr/>
          <p:nvPr/>
        </p:nvGrpSpPr>
        <p:grpSpPr>
          <a:xfrm>
            <a:off x="8927522" y="694823"/>
            <a:ext cx="283210" cy="183515"/>
            <a:chOff x="8927522" y="694823"/>
            <a:chExt cx="283210" cy="183515"/>
          </a:xfrm>
        </p:grpSpPr>
        <p:sp>
          <p:nvSpPr>
            <p:cNvPr id="26" name="object 26" descr=""/>
            <p:cNvSpPr/>
            <p:nvPr/>
          </p:nvSpPr>
          <p:spPr>
            <a:xfrm>
              <a:off x="8931707" y="699084"/>
              <a:ext cx="274955" cy="175260"/>
            </a:xfrm>
            <a:custGeom>
              <a:avLst/>
              <a:gdLst/>
              <a:ahLst/>
              <a:cxnLst/>
              <a:rect l="l" t="t" r="r" b="b"/>
              <a:pathLst>
                <a:path w="274954" h="175259">
                  <a:moveTo>
                    <a:pt x="274701" y="149542"/>
                  </a:moveTo>
                  <a:lnTo>
                    <a:pt x="274701" y="25273"/>
                  </a:lnTo>
                  <a:lnTo>
                    <a:pt x="273939" y="21551"/>
                  </a:lnTo>
                  <a:lnTo>
                    <a:pt x="249402" y="0"/>
                  </a:lnTo>
                  <a:lnTo>
                    <a:pt x="25222" y="0"/>
                  </a:lnTo>
                  <a:lnTo>
                    <a:pt x="0" y="25273"/>
                  </a:lnTo>
                  <a:lnTo>
                    <a:pt x="0" y="145681"/>
                  </a:lnTo>
                  <a:lnTo>
                    <a:pt x="0" y="149542"/>
                  </a:lnTo>
                  <a:lnTo>
                    <a:pt x="25222" y="174815"/>
                  </a:lnTo>
                  <a:lnTo>
                    <a:pt x="249402" y="174815"/>
                  </a:lnTo>
                  <a:lnTo>
                    <a:pt x="273939" y="153250"/>
                  </a:lnTo>
                  <a:lnTo>
                    <a:pt x="274701" y="149542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8931681" y="698982"/>
              <a:ext cx="274955" cy="175260"/>
            </a:xfrm>
            <a:custGeom>
              <a:avLst/>
              <a:gdLst/>
              <a:ahLst/>
              <a:cxnLst/>
              <a:rect l="l" t="t" r="r" b="b"/>
              <a:pathLst>
                <a:path w="274954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49" y="21551"/>
                  </a:lnTo>
                  <a:lnTo>
                    <a:pt x="2247" y="17983"/>
                  </a:lnTo>
                  <a:lnTo>
                    <a:pt x="3657" y="14401"/>
                  </a:lnTo>
                  <a:lnTo>
                    <a:pt x="17983" y="2247"/>
                  </a:lnTo>
                  <a:lnTo>
                    <a:pt x="21564" y="749"/>
                  </a:lnTo>
                  <a:lnTo>
                    <a:pt x="25298" y="0"/>
                  </a:lnTo>
                  <a:lnTo>
                    <a:pt x="29133" y="0"/>
                  </a:lnTo>
                  <a:lnTo>
                    <a:pt x="245567" y="0"/>
                  </a:lnTo>
                  <a:lnTo>
                    <a:pt x="249389" y="0"/>
                  </a:lnTo>
                  <a:lnTo>
                    <a:pt x="253136" y="749"/>
                  </a:lnTo>
                  <a:lnTo>
                    <a:pt x="256717" y="2247"/>
                  </a:lnTo>
                  <a:lnTo>
                    <a:pt x="260299" y="3657"/>
                  </a:lnTo>
                  <a:lnTo>
                    <a:pt x="272453" y="17983"/>
                  </a:lnTo>
                  <a:lnTo>
                    <a:pt x="273951" y="21551"/>
                  </a:lnTo>
                  <a:lnTo>
                    <a:pt x="274701" y="25298"/>
                  </a:lnTo>
                  <a:lnTo>
                    <a:pt x="274701" y="29133"/>
                  </a:lnTo>
                  <a:lnTo>
                    <a:pt x="274701" y="145669"/>
                  </a:lnTo>
                  <a:lnTo>
                    <a:pt x="274701" y="149504"/>
                  </a:lnTo>
                  <a:lnTo>
                    <a:pt x="273951" y="153250"/>
                  </a:lnTo>
                  <a:lnTo>
                    <a:pt x="272453" y="156819"/>
                  </a:lnTo>
                  <a:lnTo>
                    <a:pt x="271030" y="160401"/>
                  </a:lnTo>
                  <a:lnTo>
                    <a:pt x="268871" y="163563"/>
                  </a:lnTo>
                  <a:lnTo>
                    <a:pt x="266128" y="166230"/>
                  </a:lnTo>
                  <a:lnTo>
                    <a:pt x="263461" y="168973"/>
                  </a:lnTo>
                  <a:lnTo>
                    <a:pt x="260299" y="171145"/>
                  </a:lnTo>
                  <a:lnTo>
                    <a:pt x="256717" y="172554"/>
                  </a:lnTo>
                  <a:lnTo>
                    <a:pt x="253136" y="174053"/>
                  </a:lnTo>
                  <a:lnTo>
                    <a:pt x="249389" y="174802"/>
                  </a:lnTo>
                  <a:lnTo>
                    <a:pt x="245567" y="174802"/>
                  </a:lnTo>
                  <a:lnTo>
                    <a:pt x="29133" y="174802"/>
                  </a:lnTo>
                  <a:lnTo>
                    <a:pt x="25298" y="174802"/>
                  </a:lnTo>
                  <a:lnTo>
                    <a:pt x="21564" y="174053"/>
                  </a:lnTo>
                  <a:lnTo>
                    <a:pt x="17983" y="172554"/>
                  </a:lnTo>
                  <a:lnTo>
                    <a:pt x="14401" y="171145"/>
                  </a:lnTo>
                  <a:lnTo>
                    <a:pt x="11239" y="168973"/>
                  </a:lnTo>
                  <a:lnTo>
                    <a:pt x="8572" y="166230"/>
                  </a:lnTo>
                  <a:lnTo>
                    <a:pt x="5829" y="163563"/>
                  </a:lnTo>
                  <a:lnTo>
                    <a:pt x="3657" y="160401"/>
                  </a:lnTo>
                  <a:lnTo>
                    <a:pt x="2247" y="156819"/>
                  </a:lnTo>
                  <a:lnTo>
                    <a:pt x="749" y="153250"/>
                  </a:lnTo>
                  <a:lnTo>
                    <a:pt x="0" y="149504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009964" y="755408"/>
              <a:ext cx="120015" cy="64376"/>
            </a:xfrm>
            <a:prstGeom prst="rect">
              <a:avLst/>
            </a:prstGeom>
          </p:spPr>
        </p:pic>
      </p:grpSp>
      <p:sp>
        <p:nvSpPr>
          <p:cNvPr id="29" name="object 29" descr=""/>
          <p:cNvSpPr txBox="1"/>
          <p:nvPr/>
        </p:nvSpPr>
        <p:spPr>
          <a:xfrm>
            <a:off x="848702" y="1140335"/>
            <a:ext cx="342265" cy="3949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>
                <a:solidFill>
                  <a:srgbClr val="0FB880"/>
                </a:solidFill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1324483" y="1191310"/>
            <a:ext cx="543560" cy="272415"/>
            <a:chOff x="1324483" y="1191310"/>
            <a:chExt cx="543560" cy="272415"/>
          </a:xfrm>
        </p:grpSpPr>
        <p:sp>
          <p:nvSpPr>
            <p:cNvPr id="31" name="object 31" descr=""/>
            <p:cNvSpPr/>
            <p:nvPr/>
          </p:nvSpPr>
          <p:spPr>
            <a:xfrm>
              <a:off x="1324483" y="1191310"/>
              <a:ext cx="147320" cy="269875"/>
            </a:xfrm>
            <a:custGeom>
              <a:avLst/>
              <a:gdLst/>
              <a:ahLst/>
              <a:cxnLst/>
              <a:rect l="l" t="t" r="r" b="b"/>
              <a:pathLst>
                <a:path w="147319" h="269875">
                  <a:moveTo>
                    <a:pt x="56032" y="71310"/>
                  </a:moveTo>
                  <a:lnTo>
                    <a:pt x="0" y="71310"/>
                  </a:lnTo>
                  <a:lnTo>
                    <a:pt x="279" y="269430"/>
                  </a:lnTo>
                  <a:lnTo>
                    <a:pt x="56032" y="269430"/>
                  </a:lnTo>
                  <a:lnTo>
                    <a:pt x="56032" y="71310"/>
                  </a:lnTo>
                  <a:close/>
                </a:path>
                <a:path w="147319" h="269875">
                  <a:moveTo>
                    <a:pt x="56032" y="19812"/>
                  </a:moveTo>
                  <a:lnTo>
                    <a:pt x="53390" y="13195"/>
                  </a:lnTo>
                  <a:lnTo>
                    <a:pt x="42824" y="2628"/>
                  </a:lnTo>
                  <a:lnTo>
                    <a:pt x="36118" y="0"/>
                  </a:lnTo>
                  <a:lnTo>
                    <a:pt x="19900" y="0"/>
                  </a:lnTo>
                  <a:lnTo>
                    <a:pt x="13208" y="2628"/>
                  </a:lnTo>
                  <a:lnTo>
                    <a:pt x="2628" y="13195"/>
                  </a:lnTo>
                  <a:lnTo>
                    <a:pt x="0" y="19812"/>
                  </a:lnTo>
                  <a:lnTo>
                    <a:pt x="0" y="36029"/>
                  </a:lnTo>
                  <a:lnTo>
                    <a:pt x="2628" y="42773"/>
                  </a:lnTo>
                  <a:lnTo>
                    <a:pt x="13208" y="53149"/>
                  </a:lnTo>
                  <a:lnTo>
                    <a:pt x="19900" y="55753"/>
                  </a:lnTo>
                  <a:lnTo>
                    <a:pt x="28016" y="55753"/>
                  </a:lnTo>
                  <a:lnTo>
                    <a:pt x="36118" y="55562"/>
                  </a:lnTo>
                  <a:lnTo>
                    <a:pt x="42824" y="52920"/>
                  </a:lnTo>
                  <a:lnTo>
                    <a:pt x="53390" y="42722"/>
                  </a:lnTo>
                  <a:lnTo>
                    <a:pt x="56032" y="36029"/>
                  </a:lnTo>
                  <a:lnTo>
                    <a:pt x="56032" y="19812"/>
                  </a:lnTo>
                  <a:close/>
                </a:path>
                <a:path w="147319" h="269875">
                  <a:moveTo>
                    <a:pt x="147154" y="59423"/>
                  </a:moveTo>
                  <a:lnTo>
                    <a:pt x="93383" y="59423"/>
                  </a:lnTo>
                  <a:lnTo>
                    <a:pt x="93675" y="269430"/>
                  </a:lnTo>
                  <a:lnTo>
                    <a:pt x="147154" y="269430"/>
                  </a:lnTo>
                  <a:lnTo>
                    <a:pt x="147154" y="59423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88160" y="1304798"/>
              <a:ext cx="102743" cy="155943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96834" y="1304810"/>
              <a:ext cx="166331" cy="158483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1811870" y="1233754"/>
              <a:ext cx="56515" cy="227329"/>
            </a:xfrm>
            <a:custGeom>
              <a:avLst/>
              <a:gdLst/>
              <a:ahLst/>
              <a:cxnLst/>
              <a:rect l="l" t="t" r="r" b="b"/>
              <a:pathLst>
                <a:path w="56514" h="227330">
                  <a:moveTo>
                    <a:pt x="54914" y="226987"/>
                  </a:moveTo>
                  <a:lnTo>
                    <a:pt x="54914" y="73875"/>
                  </a:lnTo>
                  <a:lnTo>
                    <a:pt x="1701" y="73586"/>
                  </a:lnTo>
                  <a:lnTo>
                    <a:pt x="1143" y="73583"/>
                  </a:lnTo>
                  <a:lnTo>
                    <a:pt x="1701" y="226987"/>
                  </a:lnTo>
                  <a:lnTo>
                    <a:pt x="54914" y="226987"/>
                  </a:lnTo>
                  <a:close/>
                </a:path>
                <a:path w="56514" h="227330">
                  <a:moveTo>
                    <a:pt x="56045" y="36042"/>
                  </a:moveTo>
                  <a:lnTo>
                    <a:pt x="56045" y="19812"/>
                  </a:lnTo>
                  <a:lnTo>
                    <a:pt x="53403" y="13208"/>
                  </a:lnTo>
                  <a:lnTo>
                    <a:pt x="42837" y="2641"/>
                  </a:lnTo>
                  <a:lnTo>
                    <a:pt x="36131" y="0"/>
                  </a:lnTo>
                  <a:lnTo>
                    <a:pt x="19913" y="0"/>
                  </a:lnTo>
                  <a:lnTo>
                    <a:pt x="13220" y="2641"/>
                  </a:lnTo>
                  <a:lnTo>
                    <a:pt x="2641" y="13208"/>
                  </a:lnTo>
                  <a:lnTo>
                    <a:pt x="0" y="19812"/>
                  </a:lnTo>
                  <a:lnTo>
                    <a:pt x="0" y="36042"/>
                  </a:lnTo>
                  <a:lnTo>
                    <a:pt x="2641" y="42786"/>
                  </a:lnTo>
                  <a:lnTo>
                    <a:pt x="13220" y="53162"/>
                  </a:lnTo>
                  <a:lnTo>
                    <a:pt x="19913" y="55753"/>
                  </a:lnTo>
                  <a:lnTo>
                    <a:pt x="28016" y="55753"/>
                  </a:lnTo>
                  <a:lnTo>
                    <a:pt x="36131" y="55562"/>
                  </a:lnTo>
                  <a:lnTo>
                    <a:pt x="42837" y="52920"/>
                  </a:lnTo>
                  <a:lnTo>
                    <a:pt x="53403" y="42735"/>
                  </a:lnTo>
                  <a:lnTo>
                    <a:pt x="56045" y="36042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 descr=""/>
          <p:cNvGrpSpPr/>
          <p:nvPr/>
        </p:nvGrpSpPr>
        <p:grpSpPr>
          <a:xfrm>
            <a:off x="1986508" y="1233754"/>
            <a:ext cx="704850" cy="229870"/>
            <a:chOff x="1986508" y="1233754"/>
            <a:chExt cx="704850" cy="229870"/>
          </a:xfrm>
        </p:grpSpPr>
        <p:pic>
          <p:nvPicPr>
            <p:cNvPr id="36" name="object 3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986508" y="1262621"/>
              <a:ext cx="188493" cy="198120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202446" y="1304810"/>
              <a:ext cx="322922" cy="158483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2547442" y="1233753"/>
              <a:ext cx="143510" cy="227329"/>
            </a:xfrm>
            <a:custGeom>
              <a:avLst/>
              <a:gdLst/>
              <a:ahLst/>
              <a:cxnLst/>
              <a:rect l="l" t="t" r="r" b="b"/>
              <a:pathLst>
                <a:path w="143510" h="227330">
                  <a:moveTo>
                    <a:pt x="54914" y="73875"/>
                  </a:moveTo>
                  <a:lnTo>
                    <a:pt x="1701" y="73596"/>
                  </a:lnTo>
                  <a:lnTo>
                    <a:pt x="1143" y="73583"/>
                  </a:lnTo>
                  <a:lnTo>
                    <a:pt x="1701" y="226987"/>
                  </a:lnTo>
                  <a:lnTo>
                    <a:pt x="54914" y="226987"/>
                  </a:lnTo>
                  <a:lnTo>
                    <a:pt x="54914" y="73875"/>
                  </a:lnTo>
                  <a:close/>
                </a:path>
                <a:path w="143510" h="227330">
                  <a:moveTo>
                    <a:pt x="56045" y="19812"/>
                  </a:moveTo>
                  <a:lnTo>
                    <a:pt x="53403" y="13208"/>
                  </a:lnTo>
                  <a:lnTo>
                    <a:pt x="42837" y="2641"/>
                  </a:lnTo>
                  <a:lnTo>
                    <a:pt x="36131" y="0"/>
                  </a:lnTo>
                  <a:lnTo>
                    <a:pt x="19913" y="0"/>
                  </a:lnTo>
                  <a:lnTo>
                    <a:pt x="13220" y="2641"/>
                  </a:lnTo>
                  <a:lnTo>
                    <a:pt x="2641" y="13208"/>
                  </a:lnTo>
                  <a:lnTo>
                    <a:pt x="0" y="19812"/>
                  </a:lnTo>
                  <a:lnTo>
                    <a:pt x="0" y="36042"/>
                  </a:lnTo>
                  <a:lnTo>
                    <a:pt x="2641" y="42786"/>
                  </a:lnTo>
                  <a:lnTo>
                    <a:pt x="13220" y="53162"/>
                  </a:lnTo>
                  <a:lnTo>
                    <a:pt x="19913" y="55753"/>
                  </a:lnTo>
                  <a:lnTo>
                    <a:pt x="28028" y="55753"/>
                  </a:lnTo>
                  <a:lnTo>
                    <a:pt x="36131" y="55562"/>
                  </a:lnTo>
                  <a:lnTo>
                    <a:pt x="42837" y="52920"/>
                  </a:lnTo>
                  <a:lnTo>
                    <a:pt x="53403" y="42735"/>
                  </a:lnTo>
                  <a:lnTo>
                    <a:pt x="56045" y="36042"/>
                  </a:lnTo>
                  <a:lnTo>
                    <a:pt x="56045" y="19812"/>
                  </a:lnTo>
                  <a:close/>
                </a:path>
                <a:path w="143510" h="227330">
                  <a:moveTo>
                    <a:pt x="143497" y="16979"/>
                  </a:moveTo>
                  <a:lnTo>
                    <a:pt x="89725" y="16979"/>
                  </a:lnTo>
                  <a:lnTo>
                    <a:pt x="90017" y="226987"/>
                  </a:lnTo>
                  <a:lnTo>
                    <a:pt x="143497" y="226987"/>
                  </a:lnTo>
                  <a:lnTo>
                    <a:pt x="143497" y="16979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" name="object 39" descr=""/>
          <p:cNvGrpSpPr/>
          <p:nvPr/>
        </p:nvGrpSpPr>
        <p:grpSpPr>
          <a:xfrm>
            <a:off x="2810954" y="1233754"/>
            <a:ext cx="1308735" cy="229870"/>
            <a:chOff x="2810954" y="1233754"/>
            <a:chExt cx="1308735" cy="229870"/>
          </a:xfrm>
        </p:grpSpPr>
        <p:sp>
          <p:nvSpPr>
            <p:cNvPr id="40" name="object 40" descr=""/>
            <p:cNvSpPr/>
            <p:nvPr/>
          </p:nvSpPr>
          <p:spPr>
            <a:xfrm>
              <a:off x="2810954" y="1262621"/>
              <a:ext cx="260985" cy="198120"/>
            </a:xfrm>
            <a:custGeom>
              <a:avLst/>
              <a:gdLst/>
              <a:ahLst/>
              <a:cxnLst/>
              <a:rect l="l" t="t" r="r" b="b"/>
              <a:pathLst>
                <a:path w="260985" h="198119">
                  <a:moveTo>
                    <a:pt x="158750" y="154952"/>
                  </a:moveTo>
                  <a:lnTo>
                    <a:pt x="54610" y="154952"/>
                  </a:lnTo>
                  <a:lnTo>
                    <a:pt x="54610" y="118465"/>
                  </a:lnTo>
                  <a:lnTo>
                    <a:pt x="143510" y="118465"/>
                  </a:lnTo>
                  <a:lnTo>
                    <a:pt x="143510" y="76860"/>
                  </a:lnTo>
                  <a:lnTo>
                    <a:pt x="54787" y="76860"/>
                  </a:lnTo>
                  <a:lnTo>
                    <a:pt x="54787" y="76720"/>
                  </a:lnTo>
                  <a:lnTo>
                    <a:pt x="54622" y="43154"/>
                  </a:lnTo>
                  <a:lnTo>
                    <a:pt x="54622" y="76720"/>
                  </a:lnTo>
                  <a:lnTo>
                    <a:pt x="54610" y="118325"/>
                  </a:lnTo>
                  <a:lnTo>
                    <a:pt x="50800" y="118325"/>
                  </a:lnTo>
                  <a:lnTo>
                    <a:pt x="50800" y="76720"/>
                  </a:lnTo>
                  <a:lnTo>
                    <a:pt x="51206" y="76720"/>
                  </a:lnTo>
                  <a:lnTo>
                    <a:pt x="50939" y="118313"/>
                  </a:lnTo>
                  <a:lnTo>
                    <a:pt x="54610" y="118325"/>
                  </a:lnTo>
                  <a:lnTo>
                    <a:pt x="54610" y="76720"/>
                  </a:lnTo>
                  <a:lnTo>
                    <a:pt x="54610" y="43154"/>
                  </a:lnTo>
                  <a:lnTo>
                    <a:pt x="143510" y="43154"/>
                  </a:lnTo>
                  <a:lnTo>
                    <a:pt x="143510" y="43294"/>
                  </a:lnTo>
                  <a:lnTo>
                    <a:pt x="154940" y="43294"/>
                  </a:lnTo>
                  <a:lnTo>
                    <a:pt x="154940" y="0"/>
                  </a:lnTo>
                  <a:lnTo>
                    <a:pt x="143510" y="0"/>
                  </a:lnTo>
                  <a:lnTo>
                    <a:pt x="54610" y="0"/>
                  </a:lnTo>
                  <a:lnTo>
                    <a:pt x="50800" y="0"/>
                  </a:lnTo>
                  <a:lnTo>
                    <a:pt x="0" y="0"/>
                  </a:lnTo>
                  <a:lnTo>
                    <a:pt x="0" y="198120"/>
                  </a:lnTo>
                  <a:lnTo>
                    <a:pt x="50800" y="198120"/>
                  </a:lnTo>
                  <a:lnTo>
                    <a:pt x="54610" y="198120"/>
                  </a:lnTo>
                  <a:lnTo>
                    <a:pt x="158750" y="198120"/>
                  </a:lnTo>
                  <a:lnTo>
                    <a:pt x="158750" y="154952"/>
                  </a:lnTo>
                  <a:close/>
                </a:path>
                <a:path w="260985" h="198119">
                  <a:moveTo>
                    <a:pt x="260654" y="138125"/>
                  </a:moveTo>
                  <a:lnTo>
                    <a:pt x="260362" y="97078"/>
                  </a:lnTo>
                  <a:lnTo>
                    <a:pt x="178015" y="96799"/>
                  </a:lnTo>
                  <a:lnTo>
                    <a:pt x="178574" y="138125"/>
                  </a:lnTo>
                  <a:lnTo>
                    <a:pt x="260654" y="138125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075711" y="1233754"/>
              <a:ext cx="250583" cy="226987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350336" y="1304798"/>
              <a:ext cx="324065" cy="158495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708374" y="1273111"/>
              <a:ext cx="410984" cy="190182"/>
            </a:xfrm>
            <a:prstGeom prst="rect">
              <a:avLst/>
            </a:prstGeom>
          </p:spPr>
        </p:pic>
      </p:grpSp>
      <p:grpSp>
        <p:nvGrpSpPr>
          <p:cNvPr id="44" name="object 44" descr=""/>
          <p:cNvGrpSpPr/>
          <p:nvPr/>
        </p:nvGrpSpPr>
        <p:grpSpPr>
          <a:xfrm>
            <a:off x="4211053" y="1233754"/>
            <a:ext cx="1487805" cy="231140"/>
            <a:chOff x="4211053" y="1233754"/>
            <a:chExt cx="1487805" cy="231140"/>
          </a:xfrm>
        </p:grpSpPr>
        <p:pic>
          <p:nvPicPr>
            <p:cNvPr id="45" name="object 4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211053" y="1258658"/>
              <a:ext cx="171221" cy="206044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4404360" y="1233754"/>
              <a:ext cx="56515" cy="227329"/>
            </a:xfrm>
            <a:custGeom>
              <a:avLst/>
              <a:gdLst/>
              <a:ahLst/>
              <a:cxnLst/>
              <a:rect l="l" t="t" r="r" b="b"/>
              <a:pathLst>
                <a:path w="56514" h="227330">
                  <a:moveTo>
                    <a:pt x="54914" y="226987"/>
                  </a:moveTo>
                  <a:lnTo>
                    <a:pt x="54914" y="73875"/>
                  </a:lnTo>
                  <a:lnTo>
                    <a:pt x="1701" y="73586"/>
                  </a:lnTo>
                  <a:lnTo>
                    <a:pt x="1143" y="73583"/>
                  </a:lnTo>
                  <a:lnTo>
                    <a:pt x="1701" y="226987"/>
                  </a:lnTo>
                  <a:lnTo>
                    <a:pt x="54914" y="226987"/>
                  </a:lnTo>
                  <a:close/>
                </a:path>
                <a:path w="56514" h="227330">
                  <a:moveTo>
                    <a:pt x="56045" y="36042"/>
                  </a:moveTo>
                  <a:lnTo>
                    <a:pt x="56045" y="19812"/>
                  </a:lnTo>
                  <a:lnTo>
                    <a:pt x="53403" y="13208"/>
                  </a:lnTo>
                  <a:lnTo>
                    <a:pt x="42837" y="2641"/>
                  </a:lnTo>
                  <a:lnTo>
                    <a:pt x="36131" y="0"/>
                  </a:lnTo>
                  <a:lnTo>
                    <a:pt x="19900" y="0"/>
                  </a:lnTo>
                  <a:lnTo>
                    <a:pt x="13208" y="2641"/>
                  </a:lnTo>
                  <a:lnTo>
                    <a:pt x="2641" y="13208"/>
                  </a:lnTo>
                  <a:lnTo>
                    <a:pt x="0" y="19812"/>
                  </a:lnTo>
                  <a:lnTo>
                    <a:pt x="0" y="36042"/>
                  </a:lnTo>
                  <a:lnTo>
                    <a:pt x="2641" y="42786"/>
                  </a:lnTo>
                  <a:lnTo>
                    <a:pt x="13208" y="53162"/>
                  </a:lnTo>
                  <a:lnTo>
                    <a:pt x="19900" y="55753"/>
                  </a:lnTo>
                  <a:lnTo>
                    <a:pt x="28016" y="55753"/>
                  </a:lnTo>
                  <a:lnTo>
                    <a:pt x="36131" y="55562"/>
                  </a:lnTo>
                  <a:lnTo>
                    <a:pt x="42837" y="52920"/>
                  </a:lnTo>
                  <a:lnTo>
                    <a:pt x="53403" y="42735"/>
                  </a:lnTo>
                  <a:lnTo>
                    <a:pt x="56045" y="36042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481919" y="1273111"/>
              <a:ext cx="445681" cy="190182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4952593" y="1250733"/>
              <a:ext cx="349885" cy="210185"/>
            </a:xfrm>
            <a:custGeom>
              <a:avLst/>
              <a:gdLst/>
              <a:ahLst/>
              <a:cxnLst/>
              <a:rect l="l" t="t" r="r" b="b"/>
              <a:pathLst>
                <a:path w="349885" h="210184">
                  <a:moveTo>
                    <a:pt x="261797" y="122275"/>
                  </a:moveTo>
                  <a:lnTo>
                    <a:pt x="253733" y="83489"/>
                  </a:lnTo>
                  <a:lnTo>
                    <a:pt x="224409" y="58127"/>
                  </a:lnTo>
                  <a:lnTo>
                    <a:pt x="199809" y="54063"/>
                  </a:lnTo>
                  <a:lnTo>
                    <a:pt x="189357" y="54737"/>
                  </a:lnTo>
                  <a:lnTo>
                    <a:pt x="153987" y="70485"/>
                  </a:lnTo>
                  <a:lnTo>
                    <a:pt x="146558" y="78295"/>
                  </a:lnTo>
                  <a:lnTo>
                    <a:pt x="140639" y="70726"/>
                  </a:lnTo>
                  <a:lnTo>
                    <a:pt x="97078" y="54063"/>
                  </a:lnTo>
                  <a:lnTo>
                    <a:pt x="88226" y="54597"/>
                  </a:lnTo>
                  <a:lnTo>
                    <a:pt x="51231" y="72644"/>
                  </a:lnTo>
                  <a:lnTo>
                    <a:pt x="51231" y="56603"/>
                  </a:lnTo>
                  <a:lnTo>
                    <a:pt x="0" y="56603"/>
                  </a:lnTo>
                  <a:lnTo>
                    <a:pt x="0" y="210007"/>
                  </a:lnTo>
                  <a:lnTo>
                    <a:pt x="41033" y="210007"/>
                  </a:lnTo>
                  <a:lnTo>
                    <a:pt x="51231" y="210007"/>
                  </a:lnTo>
                  <a:lnTo>
                    <a:pt x="53771" y="210007"/>
                  </a:lnTo>
                  <a:lnTo>
                    <a:pt x="53771" y="125945"/>
                  </a:lnTo>
                  <a:lnTo>
                    <a:pt x="54952" y="119494"/>
                  </a:lnTo>
                  <a:lnTo>
                    <a:pt x="59677" y="109486"/>
                  </a:lnTo>
                  <a:lnTo>
                    <a:pt x="62877" y="105752"/>
                  </a:lnTo>
                  <a:lnTo>
                    <a:pt x="70993" y="100850"/>
                  </a:lnTo>
                  <a:lnTo>
                    <a:pt x="75653" y="99618"/>
                  </a:lnTo>
                  <a:lnTo>
                    <a:pt x="88226" y="99618"/>
                  </a:lnTo>
                  <a:lnTo>
                    <a:pt x="94005" y="102133"/>
                  </a:lnTo>
                  <a:lnTo>
                    <a:pt x="102120" y="112128"/>
                  </a:lnTo>
                  <a:lnTo>
                    <a:pt x="104152" y="120103"/>
                  </a:lnTo>
                  <a:lnTo>
                    <a:pt x="104152" y="210007"/>
                  </a:lnTo>
                  <a:lnTo>
                    <a:pt x="136982" y="210007"/>
                  </a:lnTo>
                  <a:lnTo>
                    <a:pt x="154520" y="210007"/>
                  </a:lnTo>
                  <a:lnTo>
                    <a:pt x="157924" y="210007"/>
                  </a:lnTo>
                  <a:lnTo>
                    <a:pt x="157924" y="125945"/>
                  </a:lnTo>
                  <a:lnTo>
                    <a:pt x="191985" y="99618"/>
                  </a:lnTo>
                  <a:lnTo>
                    <a:pt x="197637" y="102133"/>
                  </a:lnTo>
                  <a:lnTo>
                    <a:pt x="205943" y="112128"/>
                  </a:lnTo>
                  <a:lnTo>
                    <a:pt x="208013" y="120103"/>
                  </a:lnTo>
                  <a:lnTo>
                    <a:pt x="208013" y="210007"/>
                  </a:lnTo>
                  <a:lnTo>
                    <a:pt x="261797" y="210007"/>
                  </a:lnTo>
                  <a:lnTo>
                    <a:pt x="261797" y="122275"/>
                  </a:lnTo>
                  <a:close/>
                </a:path>
                <a:path w="349885" h="210184">
                  <a:moveTo>
                    <a:pt x="349529" y="0"/>
                  </a:moveTo>
                  <a:lnTo>
                    <a:pt x="295757" y="0"/>
                  </a:lnTo>
                  <a:lnTo>
                    <a:pt x="296037" y="210007"/>
                  </a:lnTo>
                  <a:lnTo>
                    <a:pt x="349529" y="210007"/>
                  </a:lnTo>
                  <a:lnTo>
                    <a:pt x="349529" y="0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327307" y="1304810"/>
              <a:ext cx="166331" cy="158483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518645" y="1304798"/>
              <a:ext cx="102730" cy="155943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5642356" y="1233754"/>
              <a:ext cx="56515" cy="227329"/>
            </a:xfrm>
            <a:custGeom>
              <a:avLst/>
              <a:gdLst/>
              <a:ahLst/>
              <a:cxnLst/>
              <a:rect l="l" t="t" r="r" b="b"/>
              <a:pathLst>
                <a:path w="56514" h="227330">
                  <a:moveTo>
                    <a:pt x="54914" y="226987"/>
                  </a:moveTo>
                  <a:lnTo>
                    <a:pt x="54914" y="73875"/>
                  </a:lnTo>
                  <a:lnTo>
                    <a:pt x="1701" y="73586"/>
                  </a:lnTo>
                  <a:lnTo>
                    <a:pt x="1143" y="73583"/>
                  </a:lnTo>
                  <a:lnTo>
                    <a:pt x="1701" y="226987"/>
                  </a:lnTo>
                  <a:lnTo>
                    <a:pt x="54914" y="226987"/>
                  </a:lnTo>
                  <a:close/>
                </a:path>
                <a:path w="56514" h="227330">
                  <a:moveTo>
                    <a:pt x="56045" y="36042"/>
                  </a:moveTo>
                  <a:lnTo>
                    <a:pt x="56045" y="19812"/>
                  </a:lnTo>
                  <a:lnTo>
                    <a:pt x="53403" y="13208"/>
                  </a:lnTo>
                  <a:lnTo>
                    <a:pt x="42837" y="2641"/>
                  </a:lnTo>
                  <a:lnTo>
                    <a:pt x="36131" y="0"/>
                  </a:lnTo>
                  <a:lnTo>
                    <a:pt x="19900" y="0"/>
                  </a:lnTo>
                  <a:lnTo>
                    <a:pt x="13208" y="2641"/>
                  </a:lnTo>
                  <a:lnTo>
                    <a:pt x="2641" y="13208"/>
                  </a:lnTo>
                  <a:lnTo>
                    <a:pt x="0" y="19812"/>
                  </a:lnTo>
                  <a:lnTo>
                    <a:pt x="0" y="36042"/>
                  </a:lnTo>
                  <a:lnTo>
                    <a:pt x="2641" y="42786"/>
                  </a:lnTo>
                  <a:lnTo>
                    <a:pt x="13208" y="53162"/>
                  </a:lnTo>
                  <a:lnTo>
                    <a:pt x="19900" y="55753"/>
                  </a:lnTo>
                  <a:lnTo>
                    <a:pt x="28016" y="55753"/>
                  </a:lnTo>
                  <a:lnTo>
                    <a:pt x="36131" y="55562"/>
                  </a:lnTo>
                  <a:lnTo>
                    <a:pt x="42837" y="52920"/>
                  </a:lnTo>
                  <a:lnTo>
                    <a:pt x="53403" y="42735"/>
                  </a:lnTo>
                  <a:lnTo>
                    <a:pt x="56045" y="36042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2" name="object 52" descr=""/>
          <p:cNvGrpSpPr/>
          <p:nvPr/>
        </p:nvGrpSpPr>
        <p:grpSpPr>
          <a:xfrm>
            <a:off x="861409" y="1785296"/>
            <a:ext cx="4004310" cy="4345305"/>
            <a:chOff x="861409" y="1785296"/>
            <a:chExt cx="4004310" cy="4345305"/>
          </a:xfrm>
        </p:grpSpPr>
        <p:pic>
          <p:nvPicPr>
            <p:cNvPr id="53" name="object 5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61409" y="1785296"/>
              <a:ext cx="4003916" cy="4345203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246581" y="2772638"/>
              <a:ext cx="3029419" cy="212509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248105" y="3083979"/>
              <a:ext cx="3226904" cy="255676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247673" y="3420617"/>
              <a:ext cx="3222129" cy="250926"/>
            </a:xfrm>
            <a:prstGeom prst="rect">
              <a:avLst/>
            </a:prstGeom>
          </p:spPr>
        </p:pic>
      </p:grpSp>
      <p:sp>
        <p:nvSpPr>
          <p:cNvPr id="57" name="object 57" descr=""/>
          <p:cNvSpPr txBox="1"/>
          <p:nvPr/>
        </p:nvSpPr>
        <p:spPr>
          <a:xfrm>
            <a:off x="1065126" y="1967717"/>
            <a:ext cx="18478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>
                <a:solidFill>
                  <a:srgbClr val="0EA5E9"/>
                </a:solidFill>
                <a:latin typeface="Times New Roman"/>
                <a:cs typeface="Times New Roman"/>
              </a:rPr>
              <a:t> 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5196078" y="2874263"/>
            <a:ext cx="4194175" cy="2024380"/>
            <a:chOff x="5196078" y="2874263"/>
            <a:chExt cx="4194175" cy="2024380"/>
          </a:xfrm>
        </p:grpSpPr>
        <p:pic>
          <p:nvPicPr>
            <p:cNvPr id="59" name="object 59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196078" y="2874263"/>
              <a:ext cx="4194048" cy="1170432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198294" y="3017272"/>
              <a:ext cx="4012247" cy="815759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198294" y="3999515"/>
              <a:ext cx="4012247" cy="899007"/>
            </a:xfrm>
            <a:prstGeom prst="rect">
              <a:avLst/>
            </a:prstGeom>
          </p:spPr>
        </p:pic>
      </p:grpSp>
      <p:sp>
        <p:nvSpPr>
          <p:cNvPr id="62" name="object 62" descr=""/>
          <p:cNvSpPr txBox="1"/>
          <p:nvPr/>
        </p:nvSpPr>
        <p:spPr>
          <a:xfrm>
            <a:off x="1065126" y="2720531"/>
            <a:ext cx="125730" cy="833119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00" spc="-60">
                <a:solidFill>
                  <a:srgbClr val="0FB880"/>
                </a:solidFill>
                <a:latin typeface="Times New Roman"/>
                <a:cs typeface="Times New Roman"/>
              </a:rPr>
              <a:t>�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900" spc="-60">
                <a:solidFill>
                  <a:srgbClr val="0FB880"/>
                </a:solidFill>
                <a:latin typeface="Times New Roman"/>
                <a:cs typeface="Times New Roman"/>
              </a:rPr>
              <a:t>�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65"/>
              </a:spcBef>
            </a:pPr>
            <a:endParaRPr sz="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900" spc="-60">
                <a:solidFill>
                  <a:srgbClr val="0FB880"/>
                </a:solidFill>
                <a:latin typeface="Times New Roman"/>
                <a:cs typeface="Times New Roman"/>
              </a:rPr>
              <a:t>�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3" name="object 63" descr=""/>
          <p:cNvSpPr/>
          <p:nvPr/>
        </p:nvSpPr>
        <p:spPr>
          <a:xfrm>
            <a:off x="861402" y="6380340"/>
            <a:ext cx="8349615" cy="8890"/>
          </a:xfrm>
          <a:custGeom>
            <a:avLst/>
            <a:gdLst/>
            <a:ahLst/>
            <a:cxnLst/>
            <a:rect l="l" t="t" r="r" b="b"/>
            <a:pathLst>
              <a:path w="8349615" h="8889">
                <a:moveTo>
                  <a:pt x="8349119" y="8321"/>
                </a:moveTo>
                <a:lnTo>
                  <a:pt x="8349119" y="0"/>
                </a:lnTo>
                <a:lnTo>
                  <a:pt x="0" y="0"/>
                </a:lnTo>
                <a:lnTo>
                  <a:pt x="0" y="8321"/>
                </a:lnTo>
                <a:lnTo>
                  <a:pt x="8349119" y="8321"/>
                </a:lnTo>
                <a:close/>
              </a:path>
            </a:pathLst>
          </a:custGeom>
          <a:solidFill>
            <a:srgbClr val="E1E7F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4" name="object 64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866089" y="6524612"/>
            <a:ext cx="2221115" cy="109600"/>
          </a:xfrm>
          <a:prstGeom prst="rect">
            <a:avLst/>
          </a:prstGeom>
        </p:spPr>
      </p:pic>
      <p:grpSp>
        <p:nvGrpSpPr>
          <p:cNvPr id="65" name="object 65" descr=""/>
          <p:cNvGrpSpPr/>
          <p:nvPr/>
        </p:nvGrpSpPr>
        <p:grpSpPr>
          <a:xfrm>
            <a:off x="8672855" y="6538696"/>
            <a:ext cx="530225" cy="95250"/>
            <a:chOff x="8672855" y="6538696"/>
            <a:chExt cx="530225" cy="95250"/>
          </a:xfrm>
        </p:grpSpPr>
        <p:pic>
          <p:nvPicPr>
            <p:cNvPr id="66" name="object 66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672855" y="6541185"/>
              <a:ext cx="227075" cy="92405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924696" y="6542087"/>
              <a:ext cx="109347" cy="72258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9056522" y="6538696"/>
              <a:ext cx="38100" cy="80010"/>
            </a:xfrm>
            <a:custGeom>
              <a:avLst/>
              <a:gdLst/>
              <a:ahLst/>
              <a:cxnLst/>
              <a:rect l="l" t="t" r="r" b="b"/>
              <a:pathLst>
                <a:path w="38100" h="80009">
                  <a:moveTo>
                    <a:pt x="38023" y="0"/>
                  </a:moveTo>
                  <a:lnTo>
                    <a:pt x="26212" y="0"/>
                  </a:lnTo>
                  <a:lnTo>
                    <a:pt x="0" y="79413"/>
                  </a:lnTo>
                  <a:lnTo>
                    <a:pt x="11734" y="79413"/>
                  </a:lnTo>
                  <a:lnTo>
                    <a:pt x="38023" y="0"/>
                  </a:lnTo>
                  <a:close/>
                </a:path>
              </a:pathLst>
            </a:custGeom>
            <a:solidFill>
              <a:srgbClr val="0EA5E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116948" y="6542087"/>
              <a:ext cx="86105" cy="71323"/>
            </a:xfrm>
            <a:prstGeom prst="rect">
              <a:avLst/>
            </a:prstGeom>
          </p:spPr>
        </p:pic>
      </p:grpSp>
      <p:sp>
        <p:nvSpPr>
          <p:cNvPr id="70" name="object 70" descr=""/>
          <p:cNvSpPr txBox="1"/>
          <p:nvPr/>
        </p:nvSpPr>
        <p:spPr>
          <a:xfrm>
            <a:off x="292100" y="162656"/>
            <a:ext cx="807720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 spc="-225">
                <a:latin typeface="Times New Roman"/>
                <a:cs typeface="Times New Roman"/>
              </a:rPr>
              <a:t>1</a:t>
            </a:r>
            <a:r>
              <a:rPr dirty="0" sz="850" spc="30">
                <a:latin typeface="Times New Roman"/>
                <a:cs typeface="Times New Roman"/>
              </a:rPr>
              <a:t> </a:t>
            </a:r>
            <a:r>
              <a:rPr dirty="0" sz="850" spc="-285">
                <a:latin typeface="Times New Roman"/>
                <a:cs typeface="Times New Roman"/>
              </a:rPr>
              <a:t>2m</a:t>
            </a:r>
            <a:r>
              <a:rPr dirty="0" sz="850" spc="-70">
                <a:latin typeface="Times New Roman"/>
                <a:cs typeface="Times New Roman"/>
              </a:rPr>
              <a:t> </a:t>
            </a:r>
            <a:r>
              <a:rPr dirty="0" sz="850" spc="-190">
                <a:latin typeface="Times New Roman"/>
                <a:cs typeface="Times New Roman"/>
              </a:rPr>
              <a:t>06m</a:t>
            </a:r>
            <a:r>
              <a:rPr dirty="0" sz="850" spc="-6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2026</a:t>
            </a:r>
            <a:r>
              <a:rPr dirty="0" sz="850" spc="90">
                <a:latin typeface="Times New Roman"/>
                <a:cs typeface="Times New Roman"/>
              </a:rPr>
              <a:t> </a:t>
            </a:r>
            <a:r>
              <a:rPr dirty="0" sz="850" spc="-95">
                <a:latin typeface="Times New Roman"/>
                <a:cs typeface="Times New Roman"/>
              </a:rPr>
              <a:t>06e</a:t>
            </a:r>
            <a:r>
              <a:rPr dirty="0" sz="850" spc="-70">
                <a:latin typeface="Times New Roman"/>
                <a:cs typeface="Times New Roman"/>
              </a:rPr>
              <a:t> </a:t>
            </a:r>
            <a:r>
              <a:rPr dirty="0" sz="850" spc="-35">
                <a:latin typeface="Times New Roman"/>
                <a:cs typeface="Times New Roman"/>
              </a:rPr>
              <a:t>46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292092" y="7461303"/>
            <a:ext cx="2821940" cy="1358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9"/>
              </a:lnSpc>
            </a:pPr>
            <a:r>
              <a:rPr dirty="0" sz="850" spc="-75">
                <a:latin typeface="Times New Roman"/>
                <a:cs typeface="Times New Roman"/>
              </a:rPr>
              <a:t>f</a:t>
            </a:r>
            <a:r>
              <a:rPr dirty="0" sz="850" spc="-5">
                <a:latin typeface="Times New Roman"/>
                <a:cs typeface="Times New Roman"/>
              </a:rPr>
              <a:t> </a:t>
            </a:r>
            <a:r>
              <a:rPr dirty="0" sz="850" spc="-175">
                <a:latin typeface="Times New Roman"/>
                <a:cs typeface="Times New Roman"/>
              </a:rPr>
              <a:t>i</a:t>
            </a:r>
            <a:r>
              <a:rPr dirty="0" sz="850" spc="-85">
                <a:latin typeface="Times New Roman"/>
                <a:cs typeface="Times New Roman"/>
              </a:rPr>
              <a:t> </a:t>
            </a:r>
            <a:r>
              <a:rPr dirty="0" sz="850" spc="-120">
                <a:latin typeface="Times New Roman"/>
                <a:cs typeface="Times New Roman"/>
              </a:rPr>
              <a:t>ee</a:t>
            </a:r>
            <a:r>
              <a:rPr dirty="0" sz="850" spc="-45">
                <a:latin typeface="Times New Roman"/>
                <a:cs typeface="Times New Roman"/>
              </a:rPr>
              <a:t> </a:t>
            </a:r>
            <a:r>
              <a:rPr dirty="0" sz="850" spc="-105">
                <a:latin typeface="Times New Roman"/>
                <a:cs typeface="Times New Roman"/>
              </a:rPr>
              <a:t>///%e</a:t>
            </a:r>
            <a:r>
              <a:rPr dirty="0" sz="850" spc="-40">
                <a:latin typeface="Times New Roman"/>
                <a:cs typeface="Times New Roman"/>
              </a:rPr>
              <a:t> </a:t>
            </a:r>
            <a:r>
              <a:rPr dirty="0" sz="850" spc="-100">
                <a:latin typeface="Times New Roman"/>
                <a:cs typeface="Times New Roman"/>
              </a:rPr>
              <a:t>/U</a:t>
            </a:r>
            <a:r>
              <a:rPr dirty="0" sz="850" spc="-65">
                <a:latin typeface="Times New Roman"/>
                <a:cs typeface="Times New Roman"/>
              </a:rPr>
              <a:t> </a:t>
            </a:r>
            <a:r>
              <a:rPr dirty="0" sz="850" spc="-10">
                <a:latin typeface="Times New Roman"/>
                <a:cs typeface="Times New Roman"/>
              </a:rPr>
              <a:t>sers/ASU</a:t>
            </a:r>
            <a:r>
              <a:rPr dirty="0" sz="850" spc="-6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S/Desktop/projects/Gor</a:t>
            </a:r>
            <a:r>
              <a:rPr dirty="0" sz="850" spc="110">
                <a:latin typeface="Times New Roman"/>
                <a:cs typeface="Times New Roman"/>
              </a:rPr>
              <a:t> </a:t>
            </a:r>
            <a:r>
              <a:rPr dirty="0" sz="850" spc="-20">
                <a:latin typeface="Times New Roman"/>
                <a:cs typeface="Times New Roman"/>
              </a:rPr>
              <a:t>su</a:t>
            </a:r>
            <a:r>
              <a:rPr dirty="0" sz="850" spc="-8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ru</a:t>
            </a:r>
            <a:r>
              <a:rPr dirty="0" sz="850" spc="-80">
                <a:latin typeface="Times New Roman"/>
                <a:cs typeface="Times New Roman"/>
              </a:rPr>
              <a:t> </a:t>
            </a:r>
            <a:r>
              <a:rPr dirty="0" sz="850" spc="-20">
                <a:latin typeface="Times New Roman"/>
                <a:cs typeface="Times New Roman"/>
              </a:rPr>
              <a:t>m/su</a:t>
            </a:r>
            <a:r>
              <a:rPr dirty="0" sz="850" spc="-8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ru</a:t>
            </a:r>
            <a:r>
              <a:rPr dirty="0" sz="850" spc="-80">
                <a:latin typeface="Times New Roman"/>
                <a:cs typeface="Times New Roman"/>
              </a:rPr>
              <a:t> </a:t>
            </a:r>
            <a:r>
              <a:rPr dirty="0" sz="850" spc="-114">
                <a:latin typeface="Times New Roman"/>
                <a:cs typeface="Times New Roman"/>
              </a:rPr>
              <a:t>m</a:t>
            </a:r>
            <a:r>
              <a:rPr dirty="0" sz="850" spc="-90">
                <a:latin typeface="Times New Roman"/>
                <a:cs typeface="Times New Roman"/>
              </a:rPr>
              <a:t> </a:t>
            </a:r>
            <a:r>
              <a:rPr dirty="0" sz="850" spc="-585">
                <a:latin typeface="Times New Roman"/>
                <a:cs typeface="Times New Roman"/>
              </a:rPr>
              <a:t>m</a:t>
            </a:r>
            <a:r>
              <a:rPr dirty="0" sz="850" spc="-40">
                <a:latin typeface="Times New Roman"/>
                <a:cs typeface="Times New Roman"/>
              </a:rPr>
              <a:t> </a:t>
            </a:r>
            <a:r>
              <a:rPr dirty="0" sz="850" spc="-95">
                <a:latin typeface="Times New Roman"/>
                <a:cs typeface="Times New Roman"/>
              </a:rPr>
              <a:t>h</a:t>
            </a:r>
            <a:r>
              <a:rPr dirty="0" sz="850" spc="-85">
                <a:latin typeface="Times New Roman"/>
                <a:cs typeface="Times New Roman"/>
              </a:rPr>
              <a:t> </a:t>
            </a:r>
            <a:r>
              <a:rPr dirty="0" sz="850" spc="-70">
                <a:latin typeface="Times New Roman"/>
                <a:cs typeface="Times New Roman"/>
              </a:rPr>
              <a:t>tm</a:t>
            </a:r>
            <a:r>
              <a:rPr dirty="0" sz="850" spc="-90">
                <a:latin typeface="Times New Roman"/>
                <a:cs typeface="Times New Roman"/>
              </a:rPr>
              <a:t> </a:t>
            </a:r>
            <a:r>
              <a:rPr dirty="0" sz="850" spc="-50">
                <a:latin typeface="Times New Roman"/>
                <a:cs typeface="Times New Roman"/>
              </a:rPr>
              <a:t>i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9543093" y="7461303"/>
            <a:ext cx="215265" cy="1358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9"/>
              </a:lnSpc>
            </a:pPr>
            <a:r>
              <a:rPr dirty="0" sz="850" spc="-95">
                <a:latin typeface="Times New Roman"/>
                <a:cs typeface="Times New Roman"/>
              </a:rPr>
              <a:t>+/1</a:t>
            </a:r>
            <a:r>
              <a:rPr dirty="0" sz="850" spc="30">
                <a:latin typeface="Times New Roman"/>
                <a:cs typeface="Times New Roman"/>
              </a:rPr>
              <a:t> </a:t>
            </a:r>
            <a:r>
              <a:rPr dirty="0" sz="850" spc="-50">
                <a:latin typeface="Times New Roman"/>
                <a:cs typeface="Times New Roman"/>
              </a:rPr>
              <a:t>2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4406755" y="162656"/>
            <a:ext cx="2402840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>
                <a:latin typeface="Times New Roman"/>
                <a:cs typeface="Times New Roman"/>
              </a:rPr>
              <a:t>Gor</a:t>
            </a:r>
            <a:r>
              <a:rPr dirty="0" sz="850" spc="8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Sargsyar</a:t>
            </a:r>
            <a:r>
              <a:rPr dirty="0" sz="850" spc="204">
                <a:latin typeface="Times New Roman"/>
                <a:cs typeface="Times New Roman"/>
              </a:rPr>
              <a:t>  </a:t>
            </a:r>
            <a:r>
              <a:rPr dirty="0" sz="850" spc="-90">
                <a:latin typeface="Times New Roman"/>
                <a:cs typeface="Times New Roman"/>
              </a:rPr>
              <a:t>Gi</a:t>
            </a:r>
            <a:r>
              <a:rPr dirty="0" sz="850" spc="-9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obai</a:t>
            </a:r>
            <a:r>
              <a:rPr dirty="0" sz="850" spc="10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A</a:t>
            </a:r>
            <a:r>
              <a:rPr dirty="0" sz="850" spc="275">
                <a:latin typeface="Times New Roman"/>
                <a:cs typeface="Times New Roman"/>
              </a:rPr>
              <a:t> </a:t>
            </a:r>
            <a:r>
              <a:rPr dirty="0" sz="850" spc="-195">
                <a:latin typeface="Times New Roman"/>
                <a:cs typeface="Times New Roman"/>
              </a:rPr>
              <a:t>&amp;</a:t>
            </a:r>
            <a:r>
              <a:rPr dirty="0" sz="850" spc="95">
                <a:latin typeface="Times New Roman"/>
                <a:cs typeface="Times New Roman"/>
              </a:rPr>
              <a:t> </a:t>
            </a:r>
            <a:r>
              <a:rPr dirty="0" sz="850" spc="-100">
                <a:latin typeface="Times New Roman"/>
                <a:cs typeface="Times New Roman"/>
              </a:rPr>
              <a:t>E</a:t>
            </a:r>
            <a:r>
              <a:rPr dirty="0" sz="850" spc="-9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korom</a:t>
            </a:r>
            <a:r>
              <a:rPr dirty="0" sz="850" spc="229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Stratej</a:t>
            </a:r>
            <a:r>
              <a:rPr dirty="0" sz="850" spc="229">
                <a:latin typeface="Times New Roman"/>
                <a:cs typeface="Times New Roman"/>
              </a:rPr>
              <a:t> </a:t>
            </a:r>
            <a:r>
              <a:rPr dirty="0" sz="850" spc="-25">
                <a:latin typeface="Times New Roman"/>
                <a:cs typeface="Times New Roman"/>
              </a:rPr>
              <a:t>Su</a:t>
            </a:r>
            <a:r>
              <a:rPr dirty="0" sz="850" spc="-9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ru</a:t>
            </a:r>
            <a:r>
              <a:rPr dirty="0" sz="850" spc="-90">
                <a:latin typeface="Times New Roman"/>
                <a:cs typeface="Times New Roman"/>
              </a:rPr>
              <a:t> </a:t>
            </a:r>
            <a:r>
              <a:rPr dirty="0" sz="850" spc="-25">
                <a:latin typeface="Times New Roman"/>
                <a:cs typeface="Times New Roman"/>
              </a:rPr>
              <a:t>mu</a:t>
            </a:r>
            <a:endParaRPr sz="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5136" y="712431"/>
            <a:ext cx="290474" cy="125590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210487" y="712431"/>
            <a:ext cx="831850" cy="124460"/>
            <a:chOff x="1210487" y="712431"/>
            <a:chExt cx="831850" cy="12446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0487" y="743204"/>
              <a:ext cx="105092" cy="9323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337284" y="712431"/>
              <a:ext cx="22860" cy="124460"/>
            </a:xfrm>
            <a:custGeom>
              <a:avLst/>
              <a:gdLst/>
              <a:ahLst/>
              <a:cxnLst/>
              <a:rect l="l" t="t" r="r" b="b"/>
              <a:pathLst>
                <a:path w="22859" h="124459">
                  <a:moveTo>
                    <a:pt x="21973" y="124002"/>
                  </a:moveTo>
                  <a:lnTo>
                    <a:pt x="21973" y="30769"/>
                  </a:lnTo>
                  <a:lnTo>
                    <a:pt x="393" y="30769"/>
                  </a:lnTo>
                  <a:lnTo>
                    <a:pt x="393" y="124002"/>
                  </a:lnTo>
                  <a:lnTo>
                    <a:pt x="21973" y="124002"/>
                  </a:lnTo>
                  <a:close/>
                </a:path>
                <a:path w="22859" h="124459">
                  <a:moveTo>
                    <a:pt x="22364" y="14478"/>
                  </a:moveTo>
                  <a:lnTo>
                    <a:pt x="7899" y="0"/>
                  </a:lnTo>
                  <a:lnTo>
                    <a:pt x="5207" y="1066"/>
                  </a:lnTo>
                  <a:lnTo>
                    <a:pt x="1041" y="5334"/>
                  </a:lnTo>
                  <a:lnTo>
                    <a:pt x="0" y="7988"/>
                  </a:lnTo>
                  <a:lnTo>
                    <a:pt x="0" y="14478"/>
                  </a:lnTo>
                  <a:lnTo>
                    <a:pt x="1041" y="17183"/>
                  </a:lnTo>
                  <a:lnTo>
                    <a:pt x="5207" y="21450"/>
                  </a:lnTo>
                  <a:lnTo>
                    <a:pt x="7899" y="22517"/>
                  </a:lnTo>
                  <a:lnTo>
                    <a:pt x="14287" y="22428"/>
                  </a:lnTo>
                  <a:lnTo>
                    <a:pt x="16929" y="21336"/>
                  </a:lnTo>
                  <a:lnTo>
                    <a:pt x="21285" y="17157"/>
                  </a:lnTo>
                  <a:lnTo>
                    <a:pt x="22364" y="14478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1366" y="712431"/>
              <a:ext cx="349072" cy="124002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52282" y="712431"/>
              <a:ext cx="289547" cy="124002"/>
            </a:xfrm>
            <a:prstGeom prst="rect">
              <a:avLst/>
            </a:prstGeom>
          </p:spPr>
        </p:pic>
      </p:grpSp>
      <p:sp>
        <p:nvSpPr>
          <p:cNvPr id="8" name="object 8" descr=""/>
          <p:cNvSpPr/>
          <p:nvPr/>
        </p:nvSpPr>
        <p:spPr>
          <a:xfrm>
            <a:off x="2101240" y="737603"/>
            <a:ext cx="19050" cy="125095"/>
          </a:xfrm>
          <a:custGeom>
            <a:avLst/>
            <a:gdLst/>
            <a:ahLst/>
            <a:cxnLst/>
            <a:rect l="l" t="t" r="r" b="b"/>
            <a:pathLst>
              <a:path w="19050" h="125094">
                <a:moveTo>
                  <a:pt x="19042" y="124665"/>
                </a:moveTo>
                <a:lnTo>
                  <a:pt x="19042" y="0"/>
                </a:lnTo>
                <a:lnTo>
                  <a:pt x="0" y="0"/>
                </a:lnTo>
                <a:lnTo>
                  <a:pt x="0" y="124665"/>
                </a:lnTo>
                <a:lnTo>
                  <a:pt x="19042" y="124665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80259" y="741603"/>
            <a:ext cx="1146619" cy="96418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7595647" y="694836"/>
            <a:ext cx="266700" cy="183515"/>
            <a:chOff x="7595647" y="694836"/>
            <a:chExt cx="266700" cy="183515"/>
          </a:xfrm>
        </p:grpSpPr>
        <p:sp>
          <p:nvSpPr>
            <p:cNvPr id="11" name="object 11" descr=""/>
            <p:cNvSpPr/>
            <p:nvPr/>
          </p:nvSpPr>
          <p:spPr>
            <a:xfrm>
              <a:off x="7599832" y="699084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258064" y="149529"/>
                  </a:moveTo>
                  <a:lnTo>
                    <a:pt x="258064" y="25260"/>
                  </a:lnTo>
                  <a:lnTo>
                    <a:pt x="257302" y="21551"/>
                  </a:lnTo>
                  <a:lnTo>
                    <a:pt x="232765" y="0"/>
                  </a:lnTo>
                  <a:lnTo>
                    <a:pt x="25272" y="0"/>
                  </a:lnTo>
                  <a:lnTo>
                    <a:pt x="0" y="25260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73" y="174802"/>
                  </a:lnTo>
                  <a:lnTo>
                    <a:pt x="232765" y="174802"/>
                  </a:lnTo>
                  <a:lnTo>
                    <a:pt x="257302" y="153238"/>
                  </a:lnTo>
                  <a:lnTo>
                    <a:pt x="258064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599807" y="698995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47"/>
                  </a:lnTo>
                  <a:lnTo>
                    <a:pt x="21551" y="749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8917" y="0"/>
                  </a:lnTo>
                  <a:lnTo>
                    <a:pt x="232778" y="0"/>
                  </a:lnTo>
                  <a:lnTo>
                    <a:pt x="236499" y="749"/>
                  </a:lnTo>
                  <a:lnTo>
                    <a:pt x="240055" y="2247"/>
                  </a:lnTo>
                  <a:lnTo>
                    <a:pt x="243636" y="3657"/>
                  </a:lnTo>
                  <a:lnTo>
                    <a:pt x="255828" y="17983"/>
                  </a:lnTo>
                  <a:lnTo>
                    <a:pt x="257302" y="21551"/>
                  </a:lnTo>
                  <a:lnTo>
                    <a:pt x="258051" y="25298"/>
                  </a:lnTo>
                  <a:lnTo>
                    <a:pt x="258051" y="29133"/>
                  </a:lnTo>
                  <a:lnTo>
                    <a:pt x="258051" y="145669"/>
                  </a:lnTo>
                  <a:lnTo>
                    <a:pt x="258051" y="149491"/>
                  </a:lnTo>
                  <a:lnTo>
                    <a:pt x="257302" y="153238"/>
                  </a:lnTo>
                  <a:lnTo>
                    <a:pt x="255828" y="156819"/>
                  </a:lnTo>
                  <a:lnTo>
                    <a:pt x="254355" y="160401"/>
                  </a:lnTo>
                  <a:lnTo>
                    <a:pt x="240055" y="172554"/>
                  </a:lnTo>
                  <a:lnTo>
                    <a:pt x="236499" y="174053"/>
                  </a:lnTo>
                  <a:lnTo>
                    <a:pt x="232778" y="174802"/>
                  </a:lnTo>
                  <a:lnTo>
                    <a:pt x="228917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145"/>
                  </a:lnTo>
                  <a:lnTo>
                    <a:pt x="0" y="149491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75092" y="755408"/>
              <a:ext cx="112395" cy="64376"/>
            </a:xfrm>
            <a:prstGeom prst="rect">
              <a:avLst/>
            </a:prstGeom>
          </p:spPr>
        </p:pic>
      </p:grpSp>
      <p:grpSp>
        <p:nvGrpSpPr>
          <p:cNvPr id="14" name="object 14" descr=""/>
          <p:cNvGrpSpPr/>
          <p:nvPr/>
        </p:nvGrpSpPr>
        <p:grpSpPr>
          <a:xfrm>
            <a:off x="7928616" y="694836"/>
            <a:ext cx="274955" cy="183515"/>
            <a:chOff x="7928616" y="694836"/>
            <a:chExt cx="274955" cy="183515"/>
          </a:xfrm>
        </p:grpSpPr>
        <p:sp>
          <p:nvSpPr>
            <p:cNvPr id="15" name="object 15" descr=""/>
            <p:cNvSpPr/>
            <p:nvPr/>
          </p:nvSpPr>
          <p:spPr>
            <a:xfrm>
              <a:off x="7932800" y="699084"/>
              <a:ext cx="266700" cy="175260"/>
            </a:xfrm>
            <a:custGeom>
              <a:avLst/>
              <a:gdLst/>
              <a:ahLst/>
              <a:cxnLst/>
              <a:rect l="l" t="t" r="r" b="b"/>
              <a:pathLst>
                <a:path w="266700" h="175259">
                  <a:moveTo>
                    <a:pt x="266395" y="149529"/>
                  </a:moveTo>
                  <a:lnTo>
                    <a:pt x="266395" y="25260"/>
                  </a:lnTo>
                  <a:lnTo>
                    <a:pt x="265633" y="21551"/>
                  </a:lnTo>
                  <a:lnTo>
                    <a:pt x="241096" y="0"/>
                  </a:lnTo>
                  <a:lnTo>
                    <a:pt x="25298" y="0"/>
                  </a:lnTo>
                  <a:lnTo>
                    <a:pt x="0" y="25260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98" y="174802"/>
                  </a:lnTo>
                  <a:lnTo>
                    <a:pt x="241096" y="174802"/>
                  </a:lnTo>
                  <a:lnTo>
                    <a:pt x="265633" y="153238"/>
                  </a:lnTo>
                  <a:lnTo>
                    <a:pt x="266395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932775" y="698995"/>
              <a:ext cx="266700" cy="175260"/>
            </a:xfrm>
            <a:custGeom>
              <a:avLst/>
              <a:gdLst/>
              <a:ahLst/>
              <a:cxnLst/>
              <a:rect l="l" t="t" r="r" b="b"/>
              <a:pathLst>
                <a:path w="266700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47"/>
                  </a:lnTo>
                  <a:lnTo>
                    <a:pt x="21551" y="749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37236" y="0"/>
                  </a:lnTo>
                  <a:lnTo>
                    <a:pt x="241096" y="0"/>
                  </a:lnTo>
                  <a:lnTo>
                    <a:pt x="244817" y="749"/>
                  </a:lnTo>
                  <a:lnTo>
                    <a:pt x="248386" y="2247"/>
                  </a:lnTo>
                  <a:lnTo>
                    <a:pt x="251955" y="3657"/>
                  </a:lnTo>
                  <a:lnTo>
                    <a:pt x="264147" y="17983"/>
                  </a:lnTo>
                  <a:lnTo>
                    <a:pt x="265633" y="21551"/>
                  </a:lnTo>
                  <a:lnTo>
                    <a:pt x="266369" y="25298"/>
                  </a:lnTo>
                  <a:lnTo>
                    <a:pt x="266369" y="29133"/>
                  </a:lnTo>
                  <a:lnTo>
                    <a:pt x="266369" y="145669"/>
                  </a:lnTo>
                  <a:lnTo>
                    <a:pt x="266369" y="149491"/>
                  </a:lnTo>
                  <a:lnTo>
                    <a:pt x="265633" y="153238"/>
                  </a:lnTo>
                  <a:lnTo>
                    <a:pt x="264147" y="156819"/>
                  </a:lnTo>
                  <a:lnTo>
                    <a:pt x="262674" y="160401"/>
                  </a:lnTo>
                  <a:lnTo>
                    <a:pt x="248386" y="172554"/>
                  </a:lnTo>
                  <a:lnTo>
                    <a:pt x="244817" y="174053"/>
                  </a:lnTo>
                  <a:lnTo>
                    <a:pt x="241096" y="174802"/>
                  </a:lnTo>
                  <a:lnTo>
                    <a:pt x="237236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145"/>
                  </a:lnTo>
                  <a:lnTo>
                    <a:pt x="0" y="149491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12353" y="755408"/>
              <a:ext cx="108584" cy="64376"/>
            </a:xfrm>
            <a:prstGeom prst="rect">
              <a:avLst/>
            </a:prstGeom>
          </p:spPr>
        </p:pic>
      </p:grpSp>
      <p:grpSp>
        <p:nvGrpSpPr>
          <p:cNvPr id="18" name="object 18" descr=""/>
          <p:cNvGrpSpPr/>
          <p:nvPr/>
        </p:nvGrpSpPr>
        <p:grpSpPr>
          <a:xfrm>
            <a:off x="8269903" y="694836"/>
            <a:ext cx="258445" cy="183515"/>
            <a:chOff x="8269903" y="694836"/>
            <a:chExt cx="258445" cy="183515"/>
          </a:xfrm>
        </p:grpSpPr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74101" y="699084"/>
              <a:ext cx="249707" cy="174802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8274062" y="698995"/>
              <a:ext cx="250190" cy="175260"/>
            </a:xfrm>
            <a:custGeom>
              <a:avLst/>
              <a:gdLst/>
              <a:ahLst/>
              <a:cxnLst/>
              <a:rect l="l" t="t" r="r" b="b"/>
              <a:pathLst>
                <a:path w="250190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47"/>
                  </a:lnTo>
                  <a:lnTo>
                    <a:pt x="21551" y="749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0586" y="0"/>
                  </a:lnTo>
                  <a:lnTo>
                    <a:pt x="224447" y="0"/>
                  </a:lnTo>
                  <a:lnTo>
                    <a:pt x="228168" y="749"/>
                  </a:lnTo>
                  <a:lnTo>
                    <a:pt x="231736" y="2247"/>
                  </a:lnTo>
                  <a:lnTo>
                    <a:pt x="235305" y="3657"/>
                  </a:lnTo>
                  <a:lnTo>
                    <a:pt x="247497" y="17983"/>
                  </a:lnTo>
                  <a:lnTo>
                    <a:pt x="248983" y="21551"/>
                  </a:lnTo>
                  <a:lnTo>
                    <a:pt x="249720" y="25298"/>
                  </a:lnTo>
                  <a:lnTo>
                    <a:pt x="249720" y="29133"/>
                  </a:lnTo>
                  <a:lnTo>
                    <a:pt x="249720" y="145669"/>
                  </a:lnTo>
                  <a:lnTo>
                    <a:pt x="249720" y="149491"/>
                  </a:lnTo>
                  <a:lnTo>
                    <a:pt x="248983" y="153238"/>
                  </a:lnTo>
                  <a:lnTo>
                    <a:pt x="247497" y="156819"/>
                  </a:lnTo>
                  <a:lnTo>
                    <a:pt x="246024" y="160401"/>
                  </a:lnTo>
                  <a:lnTo>
                    <a:pt x="231736" y="172554"/>
                  </a:lnTo>
                  <a:lnTo>
                    <a:pt x="228168" y="174053"/>
                  </a:lnTo>
                  <a:lnTo>
                    <a:pt x="224447" y="174802"/>
                  </a:lnTo>
                  <a:lnTo>
                    <a:pt x="220586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145"/>
                  </a:lnTo>
                  <a:lnTo>
                    <a:pt x="0" y="149491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50529" y="754405"/>
              <a:ext cx="95783" cy="66294"/>
            </a:xfrm>
            <a:prstGeom prst="rect">
              <a:avLst/>
            </a:prstGeom>
          </p:spPr>
        </p:pic>
      </p:grpSp>
      <p:grpSp>
        <p:nvGrpSpPr>
          <p:cNvPr id="22" name="object 22" descr=""/>
          <p:cNvGrpSpPr/>
          <p:nvPr/>
        </p:nvGrpSpPr>
        <p:grpSpPr>
          <a:xfrm>
            <a:off x="8594553" y="694836"/>
            <a:ext cx="266700" cy="183515"/>
            <a:chOff x="8594553" y="694836"/>
            <a:chExt cx="266700" cy="183515"/>
          </a:xfrm>
        </p:grpSpPr>
        <p:sp>
          <p:nvSpPr>
            <p:cNvPr id="23" name="object 23" descr=""/>
            <p:cNvSpPr/>
            <p:nvPr/>
          </p:nvSpPr>
          <p:spPr>
            <a:xfrm>
              <a:off x="8598712" y="699084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258089" y="149529"/>
                  </a:moveTo>
                  <a:lnTo>
                    <a:pt x="258089" y="25260"/>
                  </a:lnTo>
                  <a:lnTo>
                    <a:pt x="257327" y="21551"/>
                  </a:lnTo>
                  <a:lnTo>
                    <a:pt x="232790" y="0"/>
                  </a:lnTo>
                  <a:lnTo>
                    <a:pt x="25298" y="0"/>
                  </a:lnTo>
                  <a:lnTo>
                    <a:pt x="0" y="25260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98" y="174802"/>
                  </a:lnTo>
                  <a:lnTo>
                    <a:pt x="232790" y="174802"/>
                  </a:lnTo>
                  <a:lnTo>
                    <a:pt x="257327" y="153238"/>
                  </a:lnTo>
                  <a:lnTo>
                    <a:pt x="258089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598712" y="698995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47"/>
                  </a:lnTo>
                  <a:lnTo>
                    <a:pt x="21551" y="749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8917" y="0"/>
                  </a:lnTo>
                  <a:lnTo>
                    <a:pt x="232740" y="0"/>
                  </a:lnTo>
                  <a:lnTo>
                    <a:pt x="236486" y="749"/>
                  </a:lnTo>
                  <a:lnTo>
                    <a:pt x="240068" y="2247"/>
                  </a:lnTo>
                  <a:lnTo>
                    <a:pt x="243649" y="3657"/>
                  </a:lnTo>
                  <a:lnTo>
                    <a:pt x="255803" y="17983"/>
                  </a:lnTo>
                  <a:lnTo>
                    <a:pt x="257302" y="21551"/>
                  </a:lnTo>
                  <a:lnTo>
                    <a:pt x="258051" y="25298"/>
                  </a:lnTo>
                  <a:lnTo>
                    <a:pt x="258051" y="29133"/>
                  </a:lnTo>
                  <a:lnTo>
                    <a:pt x="258051" y="145669"/>
                  </a:lnTo>
                  <a:lnTo>
                    <a:pt x="258051" y="149491"/>
                  </a:lnTo>
                  <a:lnTo>
                    <a:pt x="257302" y="153238"/>
                  </a:lnTo>
                  <a:lnTo>
                    <a:pt x="255803" y="156819"/>
                  </a:lnTo>
                  <a:lnTo>
                    <a:pt x="254381" y="160401"/>
                  </a:lnTo>
                  <a:lnTo>
                    <a:pt x="252222" y="163563"/>
                  </a:lnTo>
                  <a:lnTo>
                    <a:pt x="249478" y="166306"/>
                  </a:lnTo>
                  <a:lnTo>
                    <a:pt x="246811" y="168973"/>
                  </a:lnTo>
                  <a:lnTo>
                    <a:pt x="243649" y="171145"/>
                  </a:lnTo>
                  <a:lnTo>
                    <a:pt x="240068" y="172554"/>
                  </a:lnTo>
                  <a:lnTo>
                    <a:pt x="236486" y="174053"/>
                  </a:lnTo>
                  <a:lnTo>
                    <a:pt x="232740" y="174802"/>
                  </a:lnTo>
                  <a:lnTo>
                    <a:pt x="228917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145"/>
                  </a:lnTo>
                  <a:lnTo>
                    <a:pt x="0" y="149491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72550" y="755408"/>
              <a:ext cx="108585" cy="65290"/>
            </a:xfrm>
            <a:prstGeom prst="rect">
              <a:avLst/>
            </a:prstGeom>
          </p:spPr>
        </p:pic>
      </p:grpSp>
      <p:grpSp>
        <p:nvGrpSpPr>
          <p:cNvPr id="26" name="object 26" descr=""/>
          <p:cNvGrpSpPr/>
          <p:nvPr/>
        </p:nvGrpSpPr>
        <p:grpSpPr>
          <a:xfrm>
            <a:off x="8927522" y="694836"/>
            <a:ext cx="283210" cy="183515"/>
            <a:chOff x="8927522" y="694836"/>
            <a:chExt cx="283210" cy="183515"/>
          </a:xfrm>
        </p:grpSpPr>
        <p:sp>
          <p:nvSpPr>
            <p:cNvPr id="27" name="object 27" descr=""/>
            <p:cNvSpPr/>
            <p:nvPr/>
          </p:nvSpPr>
          <p:spPr>
            <a:xfrm>
              <a:off x="8931707" y="699084"/>
              <a:ext cx="274955" cy="175260"/>
            </a:xfrm>
            <a:custGeom>
              <a:avLst/>
              <a:gdLst/>
              <a:ahLst/>
              <a:cxnLst/>
              <a:rect l="l" t="t" r="r" b="b"/>
              <a:pathLst>
                <a:path w="274954" h="175259">
                  <a:moveTo>
                    <a:pt x="274701" y="149529"/>
                  </a:moveTo>
                  <a:lnTo>
                    <a:pt x="274701" y="25260"/>
                  </a:lnTo>
                  <a:lnTo>
                    <a:pt x="273939" y="21551"/>
                  </a:lnTo>
                  <a:lnTo>
                    <a:pt x="249402" y="0"/>
                  </a:lnTo>
                  <a:lnTo>
                    <a:pt x="25222" y="0"/>
                  </a:lnTo>
                  <a:lnTo>
                    <a:pt x="0" y="25260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22" y="174802"/>
                  </a:lnTo>
                  <a:lnTo>
                    <a:pt x="249402" y="174802"/>
                  </a:lnTo>
                  <a:lnTo>
                    <a:pt x="273939" y="153238"/>
                  </a:lnTo>
                  <a:lnTo>
                    <a:pt x="274701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8931681" y="698995"/>
              <a:ext cx="274955" cy="175260"/>
            </a:xfrm>
            <a:custGeom>
              <a:avLst/>
              <a:gdLst/>
              <a:ahLst/>
              <a:cxnLst/>
              <a:rect l="l" t="t" r="r" b="b"/>
              <a:pathLst>
                <a:path w="274954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49" y="21551"/>
                  </a:lnTo>
                  <a:lnTo>
                    <a:pt x="2247" y="17983"/>
                  </a:lnTo>
                  <a:lnTo>
                    <a:pt x="3657" y="14401"/>
                  </a:lnTo>
                  <a:lnTo>
                    <a:pt x="17983" y="2247"/>
                  </a:lnTo>
                  <a:lnTo>
                    <a:pt x="21564" y="749"/>
                  </a:lnTo>
                  <a:lnTo>
                    <a:pt x="25298" y="0"/>
                  </a:lnTo>
                  <a:lnTo>
                    <a:pt x="29133" y="0"/>
                  </a:lnTo>
                  <a:lnTo>
                    <a:pt x="245567" y="0"/>
                  </a:lnTo>
                  <a:lnTo>
                    <a:pt x="249389" y="0"/>
                  </a:lnTo>
                  <a:lnTo>
                    <a:pt x="253136" y="749"/>
                  </a:lnTo>
                  <a:lnTo>
                    <a:pt x="256717" y="2247"/>
                  </a:lnTo>
                  <a:lnTo>
                    <a:pt x="260299" y="3657"/>
                  </a:lnTo>
                  <a:lnTo>
                    <a:pt x="272453" y="17983"/>
                  </a:lnTo>
                  <a:lnTo>
                    <a:pt x="273951" y="21551"/>
                  </a:lnTo>
                  <a:lnTo>
                    <a:pt x="274701" y="25298"/>
                  </a:lnTo>
                  <a:lnTo>
                    <a:pt x="274701" y="29133"/>
                  </a:lnTo>
                  <a:lnTo>
                    <a:pt x="274701" y="145669"/>
                  </a:lnTo>
                  <a:lnTo>
                    <a:pt x="274701" y="149491"/>
                  </a:lnTo>
                  <a:lnTo>
                    <a:pt x="273951" y="153238"/>
                  </a:lnTo>
                  <a:lnTo>
                    <a:pt x="272453" y="156819"/>
                  </a:lnTo>
                  <a:lnTo>
                    <a:pt x="271030" y="160401"/>
                  </a:lnTo>
                  <a:lnTo>
                    <a:pt x="268871" y="163563"/>
                  </a:lnTo>
                  <a:lnTo>
                    <a:pt x="266128" y="166306"/>
                  </a:lnTo>
                  <a:lnTo>
                    <a:pt x="263461" y="168973"/>
                  </a:lnTo>
                  <a:lnTo>
                    <a:pt x="260299" y="171145"/>
                  </a:lnTo>
                  <a:lnTo>
                    <a:pt x="256717" y="172554"/>
                  </a:lnTo>
                  <a:lnTo>
                    <a:pt x="253136" y="174053"/>
                  </a:lnTo>
                  <a:lnTo>
                    <a:pt x="249389" y="174802"/>
                  </a:lnTo>
                  <a:lnTo>
                    <a:pt x="245567" y="174802"/>
                  </a:lnTo>
                  <a:lnTo>
                    <a:pt x="29133" y="174802"/>
                  </a:lnTo>
                  <a:lnTo>
                    <a:pt x="25298" y="174802"/>
                  </a:lnTo>
                  <a:lnTo>
                    <a:pt x="21564" y="174053"/>
                  </a:lnTo>
                  <a:lnTo>
                    <a:pt x="17983" y="172554"/>
                  </a:lnTo>
                  <a:lnTo>
                    <a:pt x="14401" y="171145"/>
                  </a:lnTo>
                  <a:lnTo>
                    <a:pt x="11239" y="168973"/>
                  </a:lnTo>
                  <a:lnTo>
                    <a:pt x="8572" y="166306"/>
                  </a:lnTo>
                  <a:lnTo>
                    <a:pt x="5829" y="163563"/>
                  </a:lnTo>
                  <a:lnTo>
                    <a:pt x="3657" y="160401"/>
                  </a:lnTo>
                  <a:lnTo>
                    <a:pt x="2247" y="156819"/>
                  </a:lnTo>
                  <a:lnTo>
                    <a:pt x="749" y="153238"/>
                  </a:lnTo>
                  <a:lnTo>
                    <a:pt x="0" y="149491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009964" y="755408"/>
              <a:ext cx="120015" cy="64376"/>
            </a:xfrm>
            <a:prstGeom prst="rect">
              <a:avLst/>
            </a:prstGeom>
          </p:spPr>
        </p:pic>
      </p:grpSp>
      <p:sp>
        <p:nvSpPr>
          <p:cNvPr id="30" name="object 30" descr=""/>
          <p:cNvSpPr txBox="1"/>
          <p:nvPr/>
        </p:nvSpPr>
        <p:spPr>
          <a:xfrm>
            <a:off x="848702" y="1315145"/>
            <a:ext cx="308610" cy="3949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>
                <a:solidFill>
                  <a:srgbClr val="0FB880"/>
                </a:solidFill>
                <a:latin typeface="Times New Roman"/>
                <a:cs typeface="Times New Roman"/>
              </a:rPr>
              <a:t> 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1289100" y="1244803"/>
            <a:ext cx="960119" cy="273685"/>
            <a:chOff x="1289100" y="1244803"/>
            <a:chExt cx="960119" cy="273685"/>
          </a:xfrm>
        </p:grpSpPr>
        <p:pic>
          <p:nvPicPr>
            <p:cNvPr id="32" name="object 3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89100" y="1262621"/>
              <a:ext cx="188493" cy="198120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1503629" y="1244802"/>
              <a:ext cx="533400" cy="273685"/>
            </a:xfrm>
            <a:custGeom>
              <a:avLst/>
              <a:gdLst/>
              <a:ahLst/>
              <a:cxnLst/>
              <a:rect l="l" t="t" r="r" b="b"/>
              <a:pathLst>
                <a:path w="533400" h="273684">
                  <a:moveTo>
                    <a:pt x="73291" y="15748"/>
                  </a:moveTo>
                  <a:lnTo>
                    <a:pt x="71132" y="10375"/>
                  </a:lnTo>
                  <a:lnTo>
                    <a:pt x="62445" y="2070"/>
                  </a:lnTo>
                  <a:lnTo>
                    <a:pt x="57162" y="0"/>
                  </a:lnTo>
                  <a:lnTo>
                    <a:pt x="44716" y="0"/>
                  </a:lnTo>
                  <a:lnTo>
                    <a:pt x="39433" y="2070"/>
                  </a:lnTo>
                  <a:lnTo>
                    <a:pt x="30746" y="10375"/>
                  </a:lnTo>
                  <a:lnTo>
                    <a:pt x="28575" y="15748"/>
                  </a:lnTo>
                  <a:lnTo>
                    <a:pt x="28575" y="28956"/>
                  </a:lnTo>
                  <a:lnTo>
                    <a:pt x="30746" y="34290"/>
                  </a:lnTo>
                  <a:lnTo>
                    <a:pt x="39433" y="42405"/>
                  </a:lnTo>
                  <a:lnTo>
                    <a:pt x="44716" y="44437"/>
                  </a:lnTo>
                  <a:lnTo>
                    <a:pt x="57162" y="44437"/>
                  </a:lnTo>
                  <a:lnTo>
                    <a:pt x="62445" y="42405"/>
                  </a:lnTo>
                  <a:lnTo>
                    <a:pt x="71132" y="34290"/>
                  </a:lnTo>
                  <a:lnTo>
                    <a:pt x="73291" y="28956"/>
                  </a:lnTo>
                  <a:lnTo>
                    <a:pt x="73291" y="15748"/>
                  </a:lnTo>
                  <a:close/>
                </a:path>
                <a:path w="533400" h="273684">
                  <a:moveTo>
                    <a:pt x="133299" y="15748"/>
                  </a:moveTo>
                  <a:lnTo>
                    <a:pt x="131127" y="10375"/>
                  </a:lnTo>
                  <a:lnTo>
                    <a:pt x="122453" y="2070"/>
                  </a:lnTo>
                  <a:lnTo>
                    <a:pt x="117157" y="0"/>
                  </a:lnTo>
                  <a:lnTo>
                    <a:pt x="104711" y="0"/>
                  </a:lnTo>
                  <a:lnTo>
                    <a:pt x="99428" y="2070"/>
                  </a:lnTo>
                  <a:lnTo>
                    <a:pt x="90754" y="10375"/>
                  </a:lnTo>
                  <a:lnTo>
                    <a:pt x="88582" y="15748"/>
                  </a:lnTo>
                  <a:lnTo>
                    <a:pt x="88582" y="28956"/>
                  </a:lnTo>
                  <a:lnTo>
                    <a:pt x="90754" y="34290"/>
                  </a:lnTo>
                  <a:lnTo>
                    <a:pt x="99428" y="42405"/>
                  </a:lnTo>
                  <a:lnTo>
                    <a:pt x="104711" y="44437"/>
                  </a:lnTo>
                  <a:lnTo>
                    <a:pt x="117157" y="44437"/>
                  </a:lnTo>
                  <a:lnTo>
                    <a:pt x="122453" y="42405"/>
                  </a:lnTo>
                  <a:lnTo>
                    <a:pt x="131127" y="34290"/>
                  </a:lnTo>
                  <a:lnTo>
                    <a:pt x="133299" y="28956"/>
                  </a:lnTo>
                  <a:lnTo>
                    <a:pt x="133299" y="15748"/>
                  </a:lnTo>
                  <a:close/>
                </a:path>
                <a:path w="533400" h="273684">
                  <a:moveTo>
                    <a:pt x="161886" y="62547"/>
                  </a:moveTo>
                  <a:lnTo>
                    <a:pt x="108115" y="62547"/>
                  </a:lnTo>
                  <a:lnTo>
                    <a:pt x="108115" y="144907"/>
                  </a:lnTo>
                  <a:lnTo>
                    <a:pt x="106781" y="151841"/>
                  </a:lnTo>
                  <a:lnTo>
                    <a:pt x="101498" y="162598"/>
                  </a:lnTo>
                  <a:lnTo>
                    <a:pt x="98018" y="166509"/>
                  </a:lnTo>
                  <a:lnTo>
                    <a:pt x="89331" y="171411"/>
                  </a:lnTo>
                  <a:lnTo>
                    <a:pt x="84531" y="172643"/>
                  </a:lnTo>
                  <a:lnTo>
                    <a:pt x="71132" y="172643"/>
                  </a:lnTo>
                  <a:lnTo>
                    <a:pt x="53771" y="139522"/>
                  </a:lnTo>
                  <a:lnTo>
                    <a:pt x="53771" y="62547"/>
                  </a:lnTo>
                  <a:lnTo>
                    <a:pt x="0" y="62547"/>
                  </a:lnTo>
                  <a:lnTo>
                    <a:pt x="0" y="148297"/>
                  </a:lnTo>
                  <a:lnTo>
                    <a:pt x="520" y="159816"/>
                  </a:lnTo>
                  <a:lnTo>
                    <a:pt x="18313" y="201688"/>
                  </a:lnTo>
                  <a:lnTo>
                    <a:pt x="55422" y="217944"/>
                  </a:lnTo>
                  <a:lnTo>
                    <a:pt x="55981" y="218033"/>
                  </a:lnTo>
                  <a:lnTo>
                    <a:pt x="64846" y="218490"/>
                  </a:lnTo>
                  <a:lnTo>
                    <a:pt x="65087" y="218490"/>
                  </a:lnTo>
                  <a:lnTo>
                    <a:pt x="104686" y="205435"/>
                  </a:lnTo>
                  <a:lnTo>
                    <a:pt x="110655" y="199834"/>
                  </a:lnTo>
                  <a:lnTo>
                    <a:pt x="110655" y="215950"/>
                  </a:lnTo>
                  <a:lnTo>
                    <a:pt x="120561" y="215950"/>
                  </a:lnTo>
                  <a:lnTo>
                    <a:pt x="161886" y="215950"/>
                  </a:lnTo>
                  <a:lnTo>
                    <a:pt x="161886" y="62547"/>
                  </a:lnTo>
                  <a:close/>
                </a:path>
                <a:path w="533400" h="273684">
                  <a:moveTo>
                    <a:pt x="358013" y="62534"/>
                  </a:moveTo>
                  <a:lnTo>
                    <a:pt x="306793" y="62534"/>
                  </a:lnTo>
                  <a:lnTo>
                    <a:pt x="268884" y="156260"/>
                  </a:lnTo>
                  <a:lnTo>
                    <a:pt x="231228" y="62534"/>
                  </a:lnTo>
                  <a:lnTo>
                    <a:pt x="176034" y="62534"/>
                  </a:lnTo>
                  <a:lnTo>
                    <a:pt x="241833" y="218109"/>
                  </a:lnTo>
                  <a:lnTo>
                    <a:pt x="240944" y="220179"/>
                  </a:lnTo>
                  <a:lnTo>
                    <a:pt x="238023" y="224332"/>
                  </a:lnTo>
                  <a:lnTo>
                    <a:pt x="231228" y="229616"/>
                  </a:lnTo>
                  <a:lnTo>
                    <a:pt x="226606" y="230936"/>
                  </a:lnTo>
                  <a:lnTo>
                    <a:pt x="216611" y="230936"/>
                  </a:lnTo>
                  <a:lnTo>
                    <a:pt x="212407" y="230136"/>
                  </a:lnTo>
                  <a:lnTo>
                    <a:pt x="203911" y="226923"/>
                  </a:lnTo>
                  <a:lnTo>
                    <a:pt x="200190" y="224713"/>
                  </a:lnTo>
                  <a:lnTo>
                    <a:pt x="196977" y="221881"/>
                  </a:lnTo>
                  <a:lnTo>
                    <a:pt x="178295" y="259524"/>
                  </a:lnTo>
                  <a:lnTo>
                    <a:pt x="183400" y="263664"/>
                  </a:lnTo>
                  <a:lnTo>
                    <a:pt x="190042" y="267017"/>
                  </a:lnTo>
                  <a:lnTo>
                    <a:pt x="206463" y="272122"/>
                  </a:lnTo>
                  <a:lnTo>
                    <a:pt x="214630" y="273392"/>
                  </a:lnTo>
                  <a:lnTo>
                    <a:pt x="222732" y="273392"/>
                  </a:lnTo>
                  <a:lnTo>
                    <a:pt x="230200" y="273113"/>
                  </a:lnTo>
                  <a:lnTo>
                    <a:pt x="237337" y="272262"/>
                  </a:lnTo>
                  <a:lnTo>
                    <a:pt x="243395" y="271005"/>
                  </a:lnTo>
                  <a:lnTo>
                    <a:pt x="243674" y="270941"/>
                  </a:lnTo>
                  <a:lnTo>
                    <a:pt x="244132" y="270852"/>
                  </a:lnTo>
                  <a:lnTo>
                    <a:pt x="278549" y="247027"/>
                  </a:lnTo>
                  <a:lnTo>
                    <a:pt x="291795" y="222161"/>
                  </a:lnTo>
                  <a:lnTo>
                    <a:pt x="358013" y="62534"/>
                  </a:lnTo>
                  <a:close/>
                </a:path>
                <a:path w="533400" h="273684">
                  <a:moveTo>
                    <a:pt x="444627" y="15748"/>
                  </a:moveTo>
                  <a:lnTo>
                    <a:pt x="442455" y="10375"/>
                  </a:lnTo>
                  <a:lnTo>
                    <a:pt x="433781" y="2070"/>
                  </a:lnTo>
                  <a:lnTo>
                    <a:pt x="428498" y="0"/>
                  </a:lnTo>
                  <a:lnTo>
                    <a:pt x="416039" y="0"/>
                  </a:lnTo>
                  <a:lnTo>
                    <a:pt x="410756" y="2070"/>
                  </a:lnTo>
                  <a:lnTo>
                    <a:pt x="402082" y="10375"/>
                  </a:lnTo>
                  <a:lnTo>
                    <a:pt x="399910" y="15748"/>
                  </a:lnTo>
                  <a:lnTo>
                    <a:pt x="399910" y="28956"/>
                  </a:lnTo>
                  <a:lnTo>
                    <a:pt x="402082" y="34290"/>
                  </a:lnTo>
                  <a:lnTo>
                    <a:pt x="410756" y="42405"/>
                  </a:lnTo>
                  <a:lnTo>
                    <a:pt x="416039" y="44437"/>
                  </a:lnTo>
                  <a:lnTo>
                    <a:pt x="428498" y="44437"/>
                  </a:lnTo>
                  <a:lnTo>
                    <a:pt x="433781" y="42405"/>
                  </a:lnTo>
                  <a:lnTo>
                    <a:pt x="442455" y="34290"/>
                  </a:lnTo>
                  <a:lnTo>
                    <a:pt x="444627" y="28956"/>
                  </a:lnTo>
                  <a:lnTo>
                    <a:pt x="444627" y="15748"/>
                  </a:lnTo>
                  <a:close/>
                </a:path>
                <a:path w="533400" h="273684">
                  <a:moveTo>
                    <a:pt x="504634" y="15748"/>
                  </a:moveTo>
                  <a:lnTo>
                    <a:pt x="502462" y="10375"/>
                  </a:lnTo>
                  <a:lnTo>
                    <a:pt x="493776" y="2070"/>
                  </a:lnTo>
                  <a:lnTo>
                    <a:pt x="488492" y="0"/>
                  </a:lnTo>
                  <a:lnTo>
                    <a:pt x="476034" y="0"/>
                  </a:lnTo>
                  <a:lnTo>
                    <a:pt x="470763" y="2070"/>
                  </a:lnTo>
                  <a:lnTo>
                    <a:pt x="462076" y="10375"/>
                  </a:lnTo>
                  <a:lnTo>
                    <a:pt x="459905" y="15748"/>
                  </a:lnTo>
                  <a:lnTo>
                    <a:pt x="459905" y="28956"/>
                  </a:lnTo>
                  <a:lnTo>
                    <a:pt x="462076" y="34290"/>
                  </a:lnTo>
                  <a:lnTo>
                    <a:pt x="470763" y="42405"/>
                  </a:lnTo>
                  <a:lnTo>
                    <a:pt x="476034" y="44437"/>
                  </a:lnTo>
                  <a:lnTo>
                    <a:pt x="488492" y="44437"/>
                  </a:lnTo>
                  <a:lnTo>
                    <a:pt x="493776" y="42405"/>
                  </a:lnTo>
                  <a:lnTo>
                    <a:pt x="502462" y="34290"/>
                  </a:lnTo>
                  <a:lnTo>
                    <a:pt x="504634" y="28956"/>
                  </a:lnTo>
                  <a:lnTo>
                    <a:pt x="504634" y="15748"/>
                  </a:lnTo>
                  <a:close/>
                </a:path>
                <a:path w="533400" h="273684">
                  <a:moveTo>
                    <a:pt x="533209" y="62547"/>
                  </a:moveTo>
                  <a:lnTo>
                    <a:pt x="479437" y="62547"/>
                  </a:lnTo>
                  <a:lnTo>
                    <a:pt x="479437" y="144907"/>
                  </a:lnTo>
                  <a:lnTo>
                    <a:pt x="478116" y="151841"/>
                  </a:lnTo>
                  <a:lnTo>
                    <a:pt x="472833" y="162598"/>
                  </a:lnTo>
                  <a:lnTo>
                    <a:pt x="469341" y="166509"/>
                  </a:lnTo>
                  <a:lnTo>
                    <a:pt x="460667" y="171411"/>
                  </a:lnTo>
                  <a:lnTo>
                    <a:pt x="455853" y="172643"/>
                  </a:lnTo>
                  <a:lnTo>
                    <a:pt x="442455" y="172643"/>
                  </a:lnTo>
                  <a:lnTo>
                    <a:pt x="425094" y="139522"/>
                  </a:lnTo>
                  <a:lnTo>
                    <a:pt x="425094" y="62547"/>
                  </a:lnTo>
                  <a:lnTo>
                    <a:pt x="371322" y="62547"/>
                  </a:lnTo>
                  <a:lnTo>
                    <a:pt x="371322" y="148297"/>
                  </a:lnTo>
                  <a:lnTo>
                    <a:pt x="371843" y="159816"/>
                  </a:lnTo>
                  <a:lnTo>
                    <a:pt x="389648" y="201688"/>
                  </a:lnTo>
                  <a:lnTo>
                    <a:pt x="426758" y="217944"/>
                  </a:lnTo>
                  <a:lnTo>
                    <a:pt x="427316" y="218033"/>
                  </a:lnTo>
                  <a:lnTo>
                    <a:pt x="436181" y="218490"/>
                  </a:lnTo>
                  <a:lnTo>
                    <a:pt x="436422" y="218490"/>
                  </a:lnTo>
                  <a:lnTo>
                    <a:pt x="476021" y="205435"/>
                  </a:lnTo>
                  <a:lnTo>
                    <a:pt x="481977" y="199847"/>
                  </a:lnTo>
                  <a:lnTo>
                    <a:pt x="481977" y="215950"/>
                  </a:lnTo>
                  <a:lnTo>
                    <a:pt x="491883" y="215950"/>
                  </a:lnTo>
                  <a:lnTo>
                    <a:pt x="533209" y="215950"/>
                  </a:lnTo>
                  <a:lnTo>
                    <a:pt x="533209" y="62547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71369" y="1250734"/>
              <a:ext cx="177736" cy="210007"/>
            </a:xfrm>
            <a:prstGeom prst="rect">
              <a:avLst/>
            </a:prstGeom>
          </p:spPr>
        </p:pic>
      </p:grpSp>
      <p:pic>
        <p:nvPicPr>
          <p:cNvPr id="35" name="object 3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324963" y="1304810"/>
            <a:ext cx="348310" cy="158483"/>
          </a:xfrm>
          <a:prstGeom prst="rect">
            <a:avLst/>
          </a:prstGeom>
        </p:spPr>
      </p:pic>
      <p:grpSp>
        <p:nvGrpSpPr>
          <p:cNvPr id="36" name="object 36" descr=""/>
          <p:cNvGrpSpPr/>
          <p:nvPr/>
        </p:nvGrpSpPr>
        <p:grpSpPr>
          <a:xfrm>
            <a:off x="2783179" y="1233754"/>
            <a:ext cx="819785" cy="227329"/>
            <a:chOff x="2783179" y="1233754"/>
            <a:chExt cx="819785" cy="227329"/>
          </a:xfrm>
        </p:grpSpPr>
        <p:pic>
          <p:nvPicPr>
            <p:cNvPr id="37" name="object 3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783179" y="1262621"/>
              <a:ext cx="230378" cy="198120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3049485" y="1233754"/>
              <a:ext cx="56515" cy="227329"/>
            </a:xfrm>
            <a:custGeom>
              <a:avLst/>
              <a:gdLst/>
              <a:ahLst/>
              <a:cxnLst/>
              <a:rect l="l" t="t" r="r" b="b"/>
              <a:pathLst>
                <a:path w="56514" h="227330">
                  <a:moveTo>
                    <a:pt x="54914" y="226987"/>
                  </a:moveTo>
                  <a:lnTo>
                    <a:pt x="54914" y="73875"/>
                  </a:lnTo>
                  <a:lnTo>
                    <a:pt x="1701" y="73586"/>
                  </a:lnTo>
                  <a:lnTo>
                    <a:pt x="1143" y="73583"/>
                  </a:lnTo>
                  <a:lnTo>
                    <a:pt x="1701" y="226987"/>
                  </a:lnTo>
                  <a:lnTo>
                    <a:pt x="54914" y="226987"/>
                  </a:lnTo>
                  <a:close/>
                </a:path>
                <a:path w="56514" h="227330">
                  <a:moveTo>
                    <a:pt x="56045" y="36042"/>
                  </a:moveTo>
                  <a:lnTo>
                    <a:pt x="56045" y="19812"/>
                  </a:lnTo>
                  <a:lnTo>
                    <a:pt x="53403" y="13208"/>
                  </a:lnTo>
                  <a:lnTo>
                    <a:pt x="42837" y="2641"/>
                  </a:lnTo>
                  <a:lnTo>
                    <a:pt x="36131" y="0"/>
                  </a:lnTo>
                  <a:lnTo>
                    <a:pt x="19913" y="0"/>
                  </a:lnTo>
                  <a:lnTo>
                    <a:pt x="13208" y="2641"/>
                  </a:lnTo>
                  <a:lnTo>
                    <a:pt x="2641" y="13208"/>
                  </a:lnTo>
                  <a:lnTo>
                    <a:pt x="0" y="19812"/>
                  </a:lnTo>
                  <a:lnTo>
                    <a:pt x="0" y="36042"/>
                  </a:lnTo>
                  <a:lnTo>
                    <a:pt x="2641" y="42786"/>
                  </a:lnTo>
                  <a:lnTo>
                    <a:pt x="13208" y="53162"/>
                  </a:lnTo>
                  <a:lnTo>
                    <a:pt x="19913" y="55753"/>
                  </a:lnTo>
                  <a:lnTo>
                    <a:pt x="28016" y="55753"/>
                  </a:lnTo>
                  <a:lnTo>
                    <a:pt x="36131" y="55562"/>
                  </a:lnTo>
                  <a:lnTo>
                    <a:pt x="42837" y="52920"/>
                  </a:lnTo>
                  <a:lnTo>
                    <a:pt x="53403" y="42735"/>
                  </a:lnTo>
                  <a:lnTo>
                    <a:pt x="56045" y="36042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139211" y="1304798"/>
              <a:ext cx="163309" cy="155943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3335070" y="1233754"/>
              <a:ext cx="56515" cy="227329"/>
            </a:xfrm>
            <a:custGeom>
              <a:avLst/>
              <a:gdLst/>
              <a:ahLst/>
              <a:cxnLst/>
              <a:rect l="l" t="t" r="r" b="b"/>
              <a:pathLst>
                <a:path w="56514" h="227330">
                  <a:moveTo>
                    <a:pt x="54902" y="226987"/>
                  </a:moveTo>
                  <a:lnTo>
                    <a:pt x="54902" y="73875"/>
                  </a:lnTo>
                  <a:lnTo>
                    <a:pt x="1689" y="73586"/>
                  </a:lnTo>
                  <a:lnTo>
                    <a:pt x="1130" y="73583"/>
                  </a:lnTo>
                  <a:lnTo>
                    <a:pt x="1689" y="226987"/>
                  </a:lnTo>
                  <a:lnTo>
                    <a:pt x="54902" y="226987"/>
                  </a:lnTo>
                  <a:close/>
                </a:path>
                <a:path w="56514" h="227330">
                  <a:moveTo>
                    <a:pt x="56032" y="36042"/>
                  </a:moveTo>
                  <a:lnTo>
                    <a:pt x="56032" y="19812"/>
                  </a:lnTo>
                  <a:lnTo>
                    <a:pt x="53390" y="13208"/>
                  </a:lnTo>
                  <a:lnTo>
                    <a:pt x="42824" y="2641"/>
                  </a:lnTo>
                  <a:lnTo>
                    <a:pt x="36118" y="0"/>
                  </a:lnTo>
                  <a:lnTo>
                    <a:pt x="19900" y="0"/>
                  </a:lnTo>
                  <a:lnTo>
                    <a:pt x="13207" y="2641"/>
                  </a:lnTo>
                  <a:lnTo>
                    <a:pt x="2628" y="13208"/>
                  </a:lnTo>
                  <a:lnTo>
                    <a:pt x="0" y="19812"/>
                  </a:lnTo>
                  <a:lnTo>
                    <a:pt x="0" y="36042"/>
                  </a:lnTo>
                  <a:lnTo>
                    <a:pt x="2628" y="42786"/>
                  </a:lnTo>
                  <a:lnTo>
                    <a:pt x="13207" y="53162"/>
                  </a:lnTo>
                  <a:lnTo>
                    <a:pt x="19900" y="55753"/>
                  </a:lnTo>
                  <a:lnTo>
                    <a:pt x="28016" y="55753"/>
                  </a:lnTo>
                  <a:lnTo>
                    <a:pt x="36118" y="55562"/>
                  </a:lnTo>
                  <a:lnTo>
                    <a:pt x="42824" y="52920"/>
                  </a:lnTo>
                  <a:lnTo>
                    <a:pt x="53390" y="42735"/>
                  </a:lnTo>
                  <a:lnTo>
                    <a:pt x="56032" y="36042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424783" y="1250734"/>
              <a:ext cx="177736" cy="210007"/>
            </a:xfrm>
            <a:prstGeom prst="rect">
              <a:avLst/>
            </a:prstGeom>
          </p:spPr>
        </p:pic>
      </p:grpSp>
      <p:grpSp>
        <p:nvGrpSpPr>
          <p:cNvPr id="42" name="object 42" descr=""/>
          <p:cNvGrpSpPr/>
          <p:nvPr/>
        </p:nvGrpSpPr>
        <p:grpSpPr>
          <a:xfrm>
            <a:off x="3701300" y="1191310"/>
            <a:ext cx="1497965" cy="336550"/>
            <a:chOff x="3701300" y="1191310"/>
            <a:chExt cx="1497965" cy="336550"/>
          </a:xfrm>
        </p:grpSpPr>
        <p:sp>
          <p:nvSpPr>
            <p:cNvPr id="43" name="object 43" descr=""/>
            <p:cNvSpPr/>
            <p:nvPr/>
          </p:nvSpPr>
          <p:spPr>
            <a:xfrm>
              <a:off x="3701300" y="1191310"/>
              <a:ext cx="56515" cy="269875"/>
            </a:xfrm>
            <a:custGeom>
              <a:avLst/>
              <a:gdLst/>
              <a:ahLst/>
              <a:cxnLst/>
              <a:rect l="l" t="t" r="r" b="b"/>
              <a:pathLst>
                <a:path w="56514" h="269875">
                  <a:moveTo>
                    <a:pt x="56032" y="269430"/>
                  </a:moveTo>
                  <a:lnTo>
                    <a:pt x="56032" y="71310"/>
                  </a:lnTo>
                  <a:lnTo>
                    <a:pt x="0" y="71310"/>
                  </a:lnTo>
                  <a:lnTo>
                    <a:pt x="279" y="269430"/>
                  </a:lnTo>
                  <a:lnTo>
                    <a:pt x="56032" y="269430"/>
                  </a:lnTo>
                  <a:close/>
                </a:path>
                <a:path w="56514" h="269875">
                  <a:moveTo>
                    <a:pt x="56032" y="36029"/>
                  </a:moveTo>
                  <a:lnTo>
                    <a:pt x="56032" y="19812"/>
                  </a:lnTo>
                  <a:lnTo>
                    <a:pt x="53403" y="13195"/>
                  </a:lnTo>
                  <a:lnTo>
                    <a:pt x="42824" y="2628"/>
                  </a:lnTo>
                  <a:lnTo>
                    <a:pt x="36131" y="0"/>
                  </a:lnTo>
                  <a:lnTo>
                    <a:pt x="19913" y="0"/>
                  </a:lnTo>
                  <a:lnTo>
                    <a:pt x="13207" y="2628"/>
                  </a:lnTo>
                  <a:lnTo>
                    <a:pt x="2641" y="13195"/>
                  </a:lnTo>
                  <a:lnTo>
                    <a:pt x="0" y="19812"/>
                  </a:lnTo>
                  <a:lnTo>
                    <a:pt x="0" y="36029"/>
                  </a:lnTo>
                  <a:lnTo>
                    <a:pt x="2641" y="42773"/>
                  </a:lnTo>
                  <a:lnTo>
                    <a:pt x="13207" y="53149"/>
                  </a:lnTo>
                  <a:lnTo>
                    <a:pt x="19913" y="55753"/>
                  </a:lnTo>
                  <a:lnTo>
                    <a:pt x="28016" y="55753"/>
                  </a:lnTo>
                  <a:lnTo>
                    <a:pt x="36131" y="55562"/>
                  </a:lnTo>
                  <a:lnTo>
                    <a:pt x="42824" y="52920"/>
                  </a:lnTo>
                  <a:lnTo>
                    <a:pt x="53403" y="42722"/>
                  </a:lnTo>
                  <a:lnTo>
                    <a:pt x="56032" y="36029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782530" y="1304856"/>
              <a:ext cx="143763" cy="222609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3949509" y="1250734"/>
              <a:ext cx="53975" cy="210185"/>
            </a:xfrm>
            <a:custGeom>
              <a:avLst/>
              <a:gdLst/>
              <a:ahLst/>
              <a:cxnLst/>
              <a:rect l="l" t="t" r="r" b="b"/>
              <a:pathLst>
                <a:path w="53975" h="210184">
                  <a:moveTo>
                    <a:pt x="53771" y="210007"/>
                  </a:moveTo>
                  <a:lnTo>
                    <a:pt x="53771" y="0"/>
                  </a:lnTo>
                  <a:lnTo>
                    <a:pt x="0" y="0"/>
                  </a:lnTo>
                  <a:lnTo>
                    <a:pt x="279" y="210007"/>
                  </a:lnTo>
                  <a:lnTo>
                    <a:pt x="53771" y="210007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028465" y="1273111"/>
              <a:ext cx="297180" cy="190182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4346308" y="1304798"/>
              <a:ext cx="262255" cy="156210"/>
            </a:xfrm>
            <a:custGeom>
              <a:avLst/>
              <a:gdLst/>
              <a:ahLst/>
              <a:cxnLst/>
              <a:rect l="l" t="t" r="r" b="b"/>
              <a:pathLst>
                <a:path w="262254" h="156209">
                  <a:moveTo>
                    <a:pt x="51231" y="18577"/>
                  </a:moveTo>
                  <a:lnTo>
                    <a:pt x="51231" y="2539"/>
                  </a:lnTo>
                  <a:lnTo>
                    <a:pt x="0" y="2539"/>
                  </a:lnTo>
                  <a:lnTo>
                    <a:pt x="0" y="155943"/>
                  </a:lnTo>
                  <a:lnTo>
                    <a:pt x="41046" y="155943"/>
                  </a:lnTo>
                  <a:lnTo>
                    <a:pt x="41046" y="33108"/>
                  </a:lnTo>
                  <a:lnTo>
                    <a:pt x="45675" y="25404"/>
                  </a:lnTo>
                  <a:lnTo>
                    <a:pt x="51085" y="18711"/>
                  </a:lnTo>
                  <a:lnTo>
                    <a:pt x="51231" y="18577"/>
                  </a:lnTo>
                  <a:close/>
                </a:path>
                <a:path w="262254" h="156209">
                  <a:moveTo>
                    <a:pt x="146565" y="24223"/>
                  </a:moveTo>
                  <a:lnTo>
                    <a:pt x="107096" y="662"/>
                  </a:lnTo>
                  <a:lnTo>
                    <a:pt x="97078" y="0"/>
                  </a:lnTo>
                  <a:lnTo>
                    <a:pt x="88232" y="521"/>
                  </a:lnTo>
                  <a:lnTo>
                    <a:pt x="51085" y="18711"/>
                  </a:lnTo>
                  <a:lnTo>
                    <a:pt x="41046" y="33108"/>
                  </a:lnTo>
                  <a:lnTo>
                    <a:pt x="51231" y="45275"/>
                  </a:lnTo>
                  <a:lnTo>
                    <a:pt x="51231" y="155943"/>
                  </a:lnTo>
                  <a:lnTo>
                    <a:pt x="53771" y="155943"/>
                  </a:lnTo>
                  <a:lnTo>
                    <a:pt x="53771" y="71881"/>
                  </a:lnTo>
                  <a:lnTo>
                    <a:pt x="54952" y="65430"/>
                  </a:lnTo>
                  <a:lnTo>
                    <a:pt x="59677" y="55422"/>
                  </a:lnTo>
                  <a:lnTo>
                    <a:pt x="62877" y="51688"/>
                  </a:lnTo>
                  <a:lnTo>
                    <a:pt x="70992" y="46786"/>
                  </a:lnTo>
                  <a:lnTo>
                    <a:pt x="75653" y="45554"/>
                  </a:lnTo>
                  <a:lnTo>
                    <a:pt x="88232" y="45554"/>
                  </a:lnTo>
                  <a:lnTo>
                    <a:pt x="94005" y="48069"/>
                  </a:lnTo>
                  <a:lnTo>
                    <a:pt x="102120" y="58064"/>
                  </a:lnTo>
                  <a:lnTo>
                    <a:pt x="104152" y="66039"/>
                  </a:lnTo>
                  <a:lnTo>
                    <a:pt x="104152" y="155943"/>
                  </a:lnTo>
                  <a:lnTo>
                    <a:pt x="136982" y="155943"/>
                  </a:lnTo>
                  <a:lnTo>
                    <a:pt x="136982" y="39903"/>
                  </a:lnTo>
                  <a:lnTo>
                    <a:pt x="141608" y="31065"/>
                  </a:lnTo>
                  <a:lnTo>
                    <a:pt x="146565" y="24223"/>
                  </a:lnTo>
                  <a:close/>
                </a:path>
                <a:path w="262254" h="156209">
                  <a:moveTo>
                    <a:pt x="51231" y="155943"/>
                  </a:moveTo>
                  <a:lnTo>
                    <a:pt x="51231" y="45275"/>
                  </a:lnTo>
                  <a:lnTo>
                    <a:pt x="41046" y="33108"/>
                  </a:lnTo>
                  <a:lnTo>
                    <a:pt x="41046" y="155943"/>
                  </a:lnTo>
                  <a:lnTo>
                    <a:pt x="51231" y="155943"/>
                  </a:lnTo>
                  <a:close/>
                </a:path>
                <a:path w="262254" h="156209">
                  <a:moveTo>
                    <a:pt x="154520" y="43573"/>
                  </a:moveTo>
                  <a:lnTo>
                    <a:pt x="151189" y="33134"/>
                  </a:lnTo>
                  <a:lnTo>
                    <a:pt x="147278" y="25543"/>
                  </a:lnTo>
                  <a:lnTo>
                    <a:pt x="146565" y="24223"/>
                  </a:lnTo>
                  <a:lnTo>
                    <a:pt x="141608" y="31065"/>
                  </a:lnTo>
                  <a:lnTo>
                    <a:pt x="136982" y="39903"/>
                  </a:lnTo>
                  <a:lnTo>
                    <a:pt x="153991" y="43462"/>
                  </a:lnTo>
                  <a:lnTo>
                    <a:pt x="154520" y="43573"/>
                  </a:lnTo>
                  <a:close/>
                </a:path>
                <a:path w="262254" h="156209">
                  <a:moveTo>
                    <a:pt x="154520" y="155943"/>
                  </a:moveTo>
                  <a:lnTo>
                    <a:pt x="154520" y="43573"/>
                  </a:lnTo>
                  <a:lnTo>
                    <a:pt x="136982" y="39903"/>
                  </a:lnTo>
                  <a:lnTo>
                    <a:pt x="136982" y="155943"/>
                  </a:lnTo>
                  <a:lnTo>
                    <a:pt x="154520" y="155943"/>
                  </a:lnTo>
                  <a:close/>
                </a:path>
                <a:path w="262254" h="156209">
                  <a:moveTo>
                    <a:pt x="261797" y="155943"/>
                  </a:moveTo>
                  <a:lnTo>
                    <a:pt x="261797" y="68211"/>
                  </a:lnTo>
                  <a:lnTo>
                    <a:pt x="261293" y="56872"/>
                  </a:lnTo>
                  <a:lnTo>
                    <a:pt x="244178" y="16376"/>
                  </a:lnTo>
                  <a:lnTo>
                    <a:pt x="208486" y="450"/>
                  </a:lnTo>
                  <a:lnTo>
                    <a:pt x="199809" y="0"/>
                  </a:lnTo>
                  <a:lnTo>
                    <a:pt x="189364" y="662"/>
                  </a:lnTo>
                  <a:lnTo>
                    <a:pt x="179717" y="2613"/>
                  </a:lnTo>
                  <a:lnTo>
                    <a:pt x="179539" y="2649"/>
                  </a:lnTo>
                  <a:lnTo>
                    <a:pt x="147278" y="23239"/>
                  </a:lnTo>
                  <a:lnTo>
                    <a:pt x="146565" y="24223"/>
                  </a:lnTo>
                  <a:lnTo>
                    <a:pt x="147278" y="25543"/>
                  </a:lnTo>
                  <a:lnTo>
                    <a:pt x="151189" y="33134"/>
                  </a:lnTo>
                  <a:lnTo>
                    <a:pt x="154520" y="43573"/>
                  </a:lnTo>
                  <a:lnTo>
                    <a:pt x="154520" y="155943"/>
                  </a:lnTo>
                  <a:lnTo>
                    <a:pt x="157924" y="155943"/>
                  </a:lnTo>
                  <a:lnTo>
                    <a:pt x="157924" y="71881"/>
                  </a:lnTo>
                  <a:lnTo>
                    <a:pt x="159054" y="65430"/>
                  </a:lnTo>
                  <a:lnTo>
                    <a:pt x="191985" y="45554"/>
                  </a:lnTo>
                  <a:lnTo>
                    <a:pt x="197637" y="48069"/>
                  </a:lnTo>
                  <a:lnTo>
                    <a:pt x="205943" y="58064"/>
                  </a:lnTo>
                  <a:lnTo>
                    <a:pt x="208013" y="66039"/>
                  </a:lnTo>
                  <a:lnTo>
                    <a:pt x="208013" y="155943"/>
                  </a:lnTo>
                  <a:lnTo>
                    <a:pt x="261797" y="155943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634382" y="1304810"/>
              <a:ext cx="166331" cy="158483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4825720" y="1250734"/>
              <a:ext cx="53975" cy="210185"/>
            </a:xfrm>
            <a:custGeom>
              <a:avLst/>
              <a:gdLst/>
              <a:ahLst/>
              <a:cxnLst/>
              <a:rect l="l" t="t" r="r" b="b"/>
              <a:pathLst>
                <a:path w="53975" h="210184">
                  <a:moveTo>
                    <a:pt x="53771" y="210007"/>
                  </a:moveTo>
                  <a:lnTo>
                    <a:pt x="53771" y="0"/>
                  </a:lnTo>
                  <a:lnTo>
                    <a:pt x="0" y="0"/>
                  </a:lnTo>
                  <a:lnTo>
                    <a:pt x="279" y="210007"/>
                  </a:lnTo>
                  <a:lnTo>
                    <a:pt x="53771" y="210007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904663" y="1304810"/>
              <a:ext cx="166331" cy="158483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096002" y="1304798"/>
              <a:ext cx="102742" cy="155943"/>
            </a:xfrm>
            <a:prstGeom prst="rect">
              <a:avLst/>
            </a:prstGeom>
          </p:spPr>
        </p:pic>
      </p:grpSp>
      <p:grpSp>
        <p:nvGrpSpPr>
          <p:cNvPr id="52" name="object 52" descr=""/>
          <p:cNvGrpSpPr/>
          <p:nvPr/>
        </p:nvGrpSpPr>
        <p:grpSpPr>
          <a:xfrm>
            <a:off x="5306288" y="1191310"/>
            <a:ext cx="515620" cy="336550"/>
            <a:chOff x="5306288" y="1191310"/>
            <a:chExt cx="515620" cy="336550"/>
          </a:xfrm>
        </p:grpSpPr>
        <p:sp>
          <p:nvSpPr>
            <p:cNvPr id="53" name="object 53" descr=""/>
            <p:cNvSpPr/>
            <p:nvPr/>
          </p:nvSpPr>
          <p:spPr>
            <a:xfrm>
              <a:off x="5306288" y="1191310"/>
              <a:ext cx="56515" cy="269875"/>
            </a:xfrm>
            <a:custGeom>
              <a:avLst/>
              <a:gdLst/>
              <a:ahLst/>
              <a:cxnLst/>
              <a:rect l="l" t="t" r="r" b="b"/>
              <a:pathLst>
                <a:path w="56514" h="269875">
                  <a:moveTo>
                    <a:pt x="56032" y="269430"/>
                  </a:moveTo>
                  <a:lnTo>
                    <a:pt x="56032" y="71310"/>
                  </a:lnTo>
                  <a:lnTo>
                    <a:pt x="0" y="71310"/>
                  </a:lnTo>
                  <a:lnTo>
                    <a:pt x="279" y="269430"/>
                  </a:lnTo>
                  <a:lnTo>
                    <a:pt x="56032" y="269430"/>
                  </a:lnTo>
                  <a:close/>
                </a:path>
                <a:path w="56514" h="269875">
                  <a:moveTo>
                    <a:pt x="56032" y="36029"/>
                  </a:moveTo>
                  <a:lnTo>
                    <a:pt x="56032" y="19812"/>
                  </a:lnTo>
                  <a:lnTo>
                    <a:pt x="53390" y="13195"/>
                  </a:lnTo>
                  <a:lnTo>
                    <a:pt x="42824" y="2628"/>
                  </a:lnTo>
                  <a:lnTo>
                    <a:pt x="36131" y="0"/>
                  </a:lnTo>
                  <a:lnTo>
                    <a:pt x="19900" y="0"/>
                  </a:lnTo>
                  <a:lnTo>
                    <a:pt x="13207" y="2628"/>
                  </a:lnTo>
                  <a:lnTo>
                    <a:pt x="2628" y="13195"/>
                  </a:lnTo>
                  <a:lnTo>
                    <a:pt x="0" y="19812"/>
                  </a:lnTo>
                  <a:lnTo>
                    <a:pt x="0" y="36029"/>
                  </a:lnTo>
                  <a:lnTo>
                    <a:pt x="2628" y="42773"/>
                  </a:lnTo>
                  <a:lnTo>
                    <a:pt x="13207" y="53149"/>
                  </a:lnTo>
                  <a:lnTo>
                    <a:pt x="19900" y="55753"/>
                  </a:lnTo>
                  <a:lnTo>
                    <a:pt x="28016" y="55753"/>
                  </a:lnTo>
                  <a:lnTo>
                    <a:pt x="36131" y="55562"/>
                  </a:lnTo>
                  <a:lnTo>
                    <a:pt x="42824" y="52920"/>
                  </a:lnTo>
                  <a:lnTo>
                    <a:pt x="53390" y="42722"/>
                  </a:lnTo>
                  <a:lnTo>
                    <a:pt x="56032" y="36029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390057" y="1233754"/>
              <a:ext cx="234670" cy="293711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658408" y="1304798"/>
              <a:ext cx="163309" cy="155943"/>
            </a:xfrm>
            <a:prstGeom prst="rect">
              <a:avLst/>
            </a:prstGeom>
          </p:spPr>
        </p:pic>
      </p:grpSp>
      <p:grpSp>
        <p:nvGrpSpPr>
          <p:cNvPr id="56" name="object 56" descr=""/>
          <p:cNvGrpSpPr/>
          <p:nvPr/>
        </p:nvGrpSpPr>
        <p:grpSpPr>
          <a:xfrm>
            <a:off x="5940577" y="1233754"/>
            <a:ext cx="1198880" cy="284480"/>
            <a:chOff x="5940577" y="1233754"/>
            <a:chExt cx="1198880" cy="284480"/>
          </a:xfrm>
        </p:grpSpPr>
        <p:pic>
          <p:nvPicPr>
            <p:cNvPr id="57" name="object 57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940577" y="1262621"/>
              <a:ext cx="315531" cy="200456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290081" y="1304798"/>
              <a:ext cx="163309" cy="155943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480238" y="1250746"/>
              <a:ext cx="171792" cy="212547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6685432" y="1233754"/>
              <a:ext cx="56515" cy="227329"/>
            </a:xfrm>
            <a:custGeom>
              <a:avLst/>
              <a:gdLst/>
              <a:ahLst/>
              <a:cxnLst/>
              <a:rect l="l" t="t" r="r" b="b"/>
              <a:pathLst>
                <a:path w="56515" h="227330">
                  <a:moveTo>
                    <a:pt x="54914" y="226987"/>
                  </a:moveTo>
                  <a:lnTo>
                    <a:pt x="54914" y="73875"/>
                  </a:lnTo>
                  <a:lnTo>
                    <a:pt x="1701" y="73586"/>
                  </a:lnTo>
                  <a:lnTo>
                    <a:pt x="1143" y="73583"/>
                  </a:lnTo>
                  <a:lnTo>
                    <a:pt x="1701" y="226987"/>
                  </a:lnTo>
                  <a:lnTo>
                    <a:pt x="54914" y="226987"/>
                  </a:lnTo>
                  <a:close/>
                </a:path>
                <a:path w="56515" h="227330">
                  <a:moveTo>
                    <a:pt x="56045" y="36042"/>
                  </a:moveTo>
                  <a:lnTo>
                    <a:pt x="56045" y="19812"/>
                  </a:lnTo>
                  <a:lnTo>
                    <a:pt x="53403" y="13208"/>
                  </a:lnTo>
                  <a:lnTo>
                    <a:pt x="42837" y="2641"/>
                  </a:lnTo>
                  <a:lnTo>
                    <a:pt x="36131" y="0"/>
                  </a:lnTo>
                  <a:lnTo>
                    <a:pt x="19913" y="0"/>
                  </a:lnTo>
                  <a:lnTo>
                    <a:pt x="13220" y="2641"/>
                  </a:lnTo>
                  <a:lnTo>
                    <a:pt x="2641" y="13208"/>
                  </a:lnTo>
                  <a:lnTo>
                    <a:pt x="0" y="19812"/>
                  </a:lnTo>
                  <a:lnTo>
                    <a:pt x="0" y="36042"/>
                  </a:lnTo>
                  <a:lnTo>
                    <a:pt x="2641" y="42786"/>
                  </a:lnTo>
                  <a:lnTo>
                    <a:pt x="13220" y="53162"/>
                  </a:lnTo>
                  <a:lnTo>
                    <a:pt x="19913" y="55753"/>
                  </a:lnTo>
                  <a:lnTo>
                    <a:pt x="28016" y="55753"/>
                  </a:lnTo>
                  <a:lnTo>
                    <a:pt x="36131" y="55562"/>
                  </a:lnTo>
                  <a:lnTo>
                    <a:pt x="42837" y="52920"/>
                  </a:lnTo>
                  <a:lnTo>
                    <a:pt x="53403" y="42735"/>
                  </a:lnTo>
                  <a:lnTo>
                    <a:pt x="56045" y="36042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775145" y="1304798"/>
              <a:ext cx="163309" cy="155943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964464" y="1304826"/>
              <a:ext cx="174625" cy="213369"/>
            </a:xfrm>
            <a:prstGeom prst="rect">
              <a:avLst/>
            </a:prstGeom>
          </p:spPr>
        </p:pic>
      </p:grpSp>
      <p:grpSp>
        <p:nvGrpSpPr>
          <p:cNvPr id="63" name="object 63" descr=""/>
          <p:cNvGrpSpPr/>
          <p:nvPr/>
        </p:nvGrpSpPr>
        <p:grpSpPr>
          <a:xfrm>
            <a:off x="7258519" y="1262621"/>
            <a:ext cx="737870" cy="255904"/>
            <a:chOff x="7258519" y="1262621"/>
            <a:chExt cx="737870" cy="255904"/>
          </a:xfrm>
        </p:grpSpPr>
        <p:pic>
          <p:nvPicPr>
            <p:cNvPr id="64" name="object 64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258519" y="1262621"/>
              <a:ext cx="345566" cy="200457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630363" y="1304829"/>
              <a:ext cx="174650" cy="213366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829930" y="1304810"/>
              <a:ext cx="166344" cy="158483"/>
            </a:xfrm>
            <a:prstGeom prst="rect">
              <a:avLst/>
            </a:prstGeom>
          </p:spPr>
        </p:pic>
      </p:grpSp>
      <p:grpSp>
        <p:nvGrpSpPr>
          <p:cNvPr id="67" name="object 67" descr=""/>
          <p:cNvGrpSpPr/>
          <p:nvPr/>
        </p:nvGrpSpPr>
        <p:grpSpPr>
          <a:xfrm>
            <a:off x="1289100" y="1600365"/>
            <a:ext cx="1115060" cy="212725"/>
            <a:chOff x="1289100" y="1600365"/>
            <a:chExt cx="1115060" cy="212725"/>
          </a:xfrm>
        </p:grpSpPr>
        <p:pic>
          <p:nvPicPr>
            <p:cNvPr id="68" name="object 68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289100" y="1612252"/>
              <a:ext cx="319379" cy="200443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642452" y="1654416"/>
              <a:ext cx="102743" cy="155943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1767306" y="1600364"/>
              <a:ext cx="245745" cy="210185"/>
            </a:xfrm>
            <a:custGeom>
              <a:avLst/>
              <a:gdLst/>
              <a:ahLst/>
              <a:cxnLst/>
              <a:rect l="l" t="t" r="r" b="b"/>
              <a:pathLst>
                <a:path w="245744" h="210185">
                  <a:moveTo>
                    <a:pt x="177736" y="209994"/>
                  </a:moveTo>
                  <a:lnTo>
                    <a:pt x="108800" y="122237"/>
                  </a:lnTo>
                  <a:lnTo>
                    <a:pt x="172364" y="56603"/>
                  </a:lnTo>
                  <a:lnTo>
                    <a:pt x="108673" y="56603"/>
                  </a:lnTo>
                  <a:lnTo>
                    <a:pt x="53771" y="110020"/>
                  </a:lnTo>
                  <a:lnTo>
                    <a:pt x="53771" y="0"/>
                  </a:lnTo>
                  <a:lnTo>
                    <a:pt x="0" y="0"/>
                  </a:lnTo>
                  <a:lnTo>
                    <a:pt x="0" y="209994"/>
                  </a:lnTo>
                  <a:lnTo>
                    <a:pt x="44716" y="209994"/>
                  </a:lnTo>
                  <a:lnTo>
                    <a:pt x="53771" y="209994"/>
                  </a:lnTo>
                  <a:lnTo>
                    <a:pt x="53771" y="172491"/>
                  </a:lnTo>
                  <a:lnTo>
                    <a:pt x="65659" y="160375"/>
                  </a:lnTo>
                  <a:lnTo>
                    <a:pt x="69723" y="156235"/>
                  </a:lnTo>
                  <a:lnTo>
                    <a:pt x="112636" y="209994"/>
                  </a:lnTo>
                  <a:lnTo>
                    <a:pt x="177736" y="209994"/>
                  </a:lnTo>
                  <a:close/>
                </a:path>
                <a:path w="245744" h="210185">
                  <a:moveTo>
                    <a:pt x="245376" y="0"/>
                  </a:moveTo>
                  <a:lnTo>
                    <a:pt x="191604" y="0"/>
                  </a:lnTo>
                  <a:lnTo>
                    <a:pt x="191884" y="209994"/>
                  </a:lnTo>
                  <a:lnTo>
                    <a:pt x="245376" y="209994"/>
                  </a:lnTo>
                  <a:lnTo>
                    <a:pt x="245376" y="0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038718" y="1654416"/>
              <a:ext cx="152552" cy="158279"/>
            </a:xfrm>
            <a:prstGeom prst="rect">
              <a:avLst/>
            </a:prstGeom>
          </p:spPr>
        </p:pic>
        <p:pic>
          <p:nvPicPr>
            <p:cNvPr id="72" name="object 72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225243" y="1654416"/>
              <a:ext cx="102743" cy="155943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2350096" y="1656956"/>
              <a:ext cx="53975" cy="153670"/>
            </a:xfrm>
            <a:custGeom>
              <a:avLst/>
              <a:gdLst/>
              <a:ahLst/>
              <a:cxnLst/>
              <a:rect l="l" t="t" r="r" b="b"/>
              <a:pathLst>
                <a:path w="53975" h="153669">
                  <a:moveTo>
                    <a:pt x="53771" y="153403"/>
                  </a:moveTo>
                  <a:lnTo>
                    <a:pt x="53771" y="292"/>
                  </a:lnTo>
                  <a:lnTo>
                    <a:pt x="0" y="0"/>
                  </a:lnTo>
                  <a:lnTo>
                    <a:pt x="558" y="153403"/>
                  </a:lnTo>
                  <a:lnTo>
                    <a:pt x="53771" y="153403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4" name="object 74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861409" y="2134914"/>
            <a:ext cx="4003916" cy="3995585"/>
          </a:xfrm>
          <a:prstGeom prst="rect">
            <a:avLst/>
          </a:prstGeom>
        </p:spPr>
      </p:pic>
      <p:sp>
        <p:nvSpPr>
          <p:cNvPr id="75" name="object 75" descr=""/>
          <p:cNvSpPr txBox="1"/>
          <p:nvPr/>
        </p:nvSpPr>
        <p:spPr>
          <a:xfrm>
            <a:off x="1065126" y="2317338"/>
            <a:ext cx="18732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20">
                <a:solidFill>
                  <a:srgbClr val="0EA5E9"/>
                </a:solidFill>
                <a:latin typeface="Times New Roman"/>
                <a:cs typeface="Times New Roman"/>
              </a:rPr>
              <a:t>ı...</a:t>
            </a:r>
            <a:endParaRPr sz="1250">
              <a:latin typeface="Times New Roman"/>
              <a:cs typeface="Times New Roman"/>
            </a:endParaRPr>
          </a:p>
        </p:txBody>
      </p:sp>
      <p:pic>
        <p:nvPicPr>
          <p:cNvPr id="76" name="object 76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5198294" y="2134914"/>
            <a:ext cx="4012247" cy="3995585"/>
          </a:xfrm>
          <a:prstGeom prst="rect">
            <a:avLst/>
          </a:prstGeom>
        </p:spPr>
      </p:pic>
      <p:sp>
        <p:nvSpPr>
          <p:cNvPr id="77" name="object 77" descr=""/>
          <p:cNvSpPr txBox="1"/>
          <p:nvPr/>
        </p:nvSpPr>
        <p:spPr>
          <a:xfrm>
            <a:off x="5404106" y="2408900"/>
            <a:ext cx="137795" cy="22097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>
                <a:solidFill>
                  <a:srgbClr val="0EA5E9"/>
                </a:solidFill>
                <a:latin typeface="Times New Roman"/>
                <a:cs typeface="Times New Roman"/>
              </a:rPr>
              <a:t> 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78" name="object 78" descr=""/>
          <p:cNvSpPr txBox="1"/>
          <p:nvPr/>
        </p:nvSpPr>
        <p:spPr>
          <a:xfrm>
            <a:off x="1065126" y="3011557"/>
            <a:ext cx="125730" cy="82486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900" spc="-60">
                <a:solidFill>
                  <a:srgbClr val="0FB880"/>
                </a:solidFill>
                <a:latin typeface="Times New Roman"/>
                <a:cs typeface="Times New Roman"/>
              </a:rPr>
              <a:t>�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900" spc="-60">
                <a:solidFill>
                  <a:srgbClr val="0FB880"/>
                </a:solidFill>
                <a:latin typeface="Times New Roman"/>
                <a:cs typeface="Times New Roman"/>
              </a:rPr>
              <a:t>�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900" spc="-60">
                <a:solidFill>
                  <a:srgbClr val="0FB880"/>
                </a:solidFill>
                <a:latin typeface="Times New Roman"/>
                <a:cs typeface="Times New Roman"/>
              </a:rPr>
              <a:t>�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900" spc="-60">
                <a:solidFill>
                  <a:srgbClr val="0FB880"/>
                </a:solidFill>
                <a:latin typeface="Times New Roman"/>
                <a:cs typeface="Times New Roman"/>
              </a:rPr>
              <a:t>�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5404106" y="3194680"/>
            <a:ext cx="125730" cy="82486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900" spc="-60">
                <a:solidFill>
                  <a:srgbClr val="0FB880"/>
                </a:solidFill>
                <a:latin typeface="Times New Roman"/>
                <a:cs typeface="Times New Roman"/>
              </a:rPr>
              <a:t>�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900" spc="-60">
                <a:solidFill>
                  <a:srgbClr val="0FB880"/>
                </a:solidFill>
                <a:latin typeface="Times New Roman"/>
                <a:cs typeface="Times New Roman"/>
              </a:rPr>
              <a:t>�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900" spc="-60">
                <a:solidFill>
                  <a:srgbClr val="0FB880"/>
                </a:solidFill>
                <a:latin typeface="Times New Roman"/>
                <a:cs typeface="Times New Roman"/>
              </a:rPr>
              <a:t>�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900" spc="-60">
                <a:solidFill>
                  <a:srgbClr val="0FB880"/>
                </a:solidFill>
                <a:latin typeface="Times New Roman"/>
                <a:cs typeface="Times New Roman"/>
              </a:rPr>
              <a:t>�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80" name="object 80" descr=""/>
          <p:cNvSpPr/>
          <p:nvPr/>
        </p:nvSpPr>
        <p:spPr>
          <a:xfrm>
            <a:off x="861402" y="6380340"/>
            <a:ext cx="8349615" cy="8890"/>
          </a:xfrm>
          <a:custGeom>
            <a:avLst/>
            <a:gdLst/>
            <a:ahLst/>
            <a:cxnLst/>
            <a:rect l="l" t="t" r="r" b="b"/>
            <a:pathLst>
              <a:path w="8349615" h="8889">
                <a:moveTo>
                  <a:pt x="8349119" y="8321"/>
                </a:moveTo>
                <a:lnTo>
                  <a:pt x="8349119" y="0"/>
                </a:lnTo>
                <a:lnTo>
                  <a:pt x="0" y="0"/>
                </a:lnTo>
                <a:lnTo>
                  <a:pt x="0" y="8321"/>
                </a:lnTo>
                <a:lnTo>
                  <a:pt x="8349119" y="8321"/>
                </a:lnTo>
                <a:close/>
              </a:path>
            </a:pathLst>
          </a:custGeom>
          <a:solidFill>
            <a:srgbClr val="E1E7F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1" name="object 81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869594" y="6524612"/>
            <a:ext cx="2754566" cy="109677"/>
          </a:xfrm>
          <a:prstGeom prst="rect">
            <a:avLst/>
          </a:prstGeom>
        </p:spPr>
      </p:pic>
      <p:pic>
        <p:nvPicPr>
          <p:cNvPr id="82" name="object 82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8666759" y="6538696"/>
            <a:ext cx="536219" cy="94894"/>
          </a:xfrm>
          <a:prstGeom prst="rect">
            <a:avLst/>
          </a:prstGeom>
        </p:spPr>
      </p:pic>
      <p:sp>
        <p:nvSpPr>
          <p:cNvPr id="83" name="object 83" descr=""/>
          <p:cNvSpPr txBox="1"/>
          <p:nvPr/>
        </p:nvSpPr>
        <p:spPr>
          <a:xfrm>
            <a:off x="292100" y="162656"/>
            <a:ext cx="807720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 spc="-225">
                <a:latin typeface="Times New Roman"/>
                <a:cs typeface="Times New Roman"/>
              </a:rPr>
              <a:t>1</a:t>
            </a:r>
            <a:r>
              <a:rPr dirty="0" sz="850" spc="30">
                <a:latin typeface="Times New Roman"/>
                <a:cs typeface="Times New Roman"/>
              </a:rPr>
              <a:t> </a:t>
            </a:r>
            <a:r>
              <a:rPr dirty="0" sz="850" spc="-285">
                <a:latin typeface="Times New Roman"/>
                <a:cs typeface="Times New Roman"/>
              </a:rPr>
              <a:t>2m</a:t>
            </a:r>
            <a:r>
              <a:rPr dirty="0" sz="850" spc="-70">
                <a:latin typeface="Times New Roman"/>
                <a:cs typeface="Times New Roman"/>
              </a:rPr>
              <a:t> </a:t>
            </a:r>
            <a:r>
              <a:rPr dirty="0" sz="850" spc="-190">
                <a:latin typeface="Times New Roman"/>
                <a:cs typeface="Times New Roman"/>
              </a:rPr>
              <a:t>06m</a:t>
            </a:r>
            <a:r>
              <a:rPr dirty="0" sz="850" spc="-6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2026</a:t>
            </a:r>
            <a:r>
              <a:rPr dirty="0" sz="850" spc="90">
                <a:latin typeface="Times New Roman"/>
                <a:cs typeface="Times New Roman"/>
              </a:rPr>
              <a:t> </a:t>
            </a:r>
            <a:r>
              <a:rPr dirty="0" sz="850" spc="-95">
                <a:latin typeface="Times New Roman"/>
                <a:cs typeface="Times New Roman"/>
              </a:rPr>
              <a:t>06e</a:t>
            </a:r>
            <a:r>
              <a:rPr dirty="0" sz="850" spc="-70">
                <a:latin typeface="Times New Roman"/>
                <a:cs typeface="Times New Roman"/>
              </a:rPr>
              <a:t> </a:t>
            </a:r>
            <a:r>
              <a:rPr dirty="0" sz="850" spc="-35">
                <a:latin typeface="Times New Roman"/>
                <a:cs typeface="Times New Roman"/>
              </a:rPr>
              <a:t>46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292092" y="7461304"/>
            <a:ext cx="2821940" cy="1358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9"/>
              </a:lnSpc>
            </a:pPr>
            <a:r>
              <a:rPr dirty="0" sz="850" spc="-75">
                <a:latin typeface="Times New Roman"/>
                <a:cs typeface="Times New Roman"/>
              </a:rPr>
              <a:t>f</a:t>
            </a:r>
            <a:r>
              <a:rPr dirty="0" sz="850" spc="-5">
                <a:latin typeface="Times New Roman"/>
                <a:cs typeface="Times New Roman"/>
              </a:rPr>
              <a:t> </a:t>
            </a:r>
            <a:r>
              <a:rPr dirty="0" sz="850" spc="-175">
                <a:latin typeface="Times New Roman"/>
                <a:cs typeface="Times New Roman"/>
              </a:rPr>
              <a:t>i</a:t>
            </a:r>
            <a:r>
              <a:rPr dirty="0" sz="850" spc="-85">
                <a:latin typeface="Times New Roman"/>
                <a:cs typeface="Times New Roman"/>
              </a:rPr>
              <a:t> </a:t>
            </a:r>
            <a:r>
              <a:rPr dirty="0" sz="850" spc="-120">
                <a:latin typeface="Times New Roman"/>
                <a:cs typeface="Times New Roman"/>
              </a:rPr>
              <a:t>ee</a:t>
            </a:r>
            <a:r>
              <a:rPr dirty="0" sz="850" spc="-45">
                <a:latin typeface="Times New Roman"/>
                <a:cs typeface="Times New Roman"/>
              </a:rPr>
              <a:t> </a:t>
            </a:r>
            <a:r>
              <a:rPr dirty="0" sz="850" spc="-95">
                <a:latin typeface="Times New Roman"/>
                <a:cs typeface="Times New Roman"/>
              </a:rPr>
              <a:t>///&amp;e</a:t>
            </a:r>
            <a:r>
              <a:rPr dirty="0" sz="850" spc="-40">
                <a:latin typeface="Times New Roman"/>
                <a:cs typeface="Times New Roman"/>
              </a:rPr>
              <a:t> </a:t>
            </a:r>
            <a:r>
              <a:rPr dirty="0" sz="850" spc="-100">
                <a:latin typeface="Times New Roman"/>
                <a:cs typeface="Times New Roman"/>
              </a:rPr>
              <a:t>/U</a:t>
            </a:r>
            <a:r>
              <a:rPr dirty="0" sz="850" spc="-65">
                <a:latin typeface="Times New Roman"/>
                <a:cs typeface="Times New Roman"/>
              </a:rPr>
              <a:t> </a:t>
            </a:r>
            <a:r>
              <a:rPr dirty="0" sz="850" spc="-10">
                <a:latin typeface="Times New Roman"/>
                <a:cs typeface="Times New Roman"/>
              </a:rPr>
              <a:t>sers/ASU</a:t>
            </a:r>
            <a:r>
              <a:rPr dirty="0" sz="850" spc="-6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S/Desktop/projects/Gor</a:t>
            </a:r>
            <a:r>
              <a:rPr dirty="0" sz="850" spc="110">
                <a:latin typeface="Times New Roman"/>
                <a:cs typeface="Times New Roman"/>
              </a:rPr>
              <a:t> </a:t>
            </a:r>
            <a:r>
              <a:rPr dirty="0" sz="850" spc="-20">
                <a:latin typeface="Times New Roman"/>
                <a:cs typeface="Times New Roman"/>
              </a:rPr>
              <a:t>su</a:t>
            </a:r>
            <a:r>
              <a:rPr dirty="0" sz="850" spc="-8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ru</a:t>
            </a:r>
            <a:r>
              <a:rPr dirty="0" sz="850" spc="-80">
                <a:latin typeface="Times New Roman"/>
                <a:cs typeface="Times New Roman"/>
              </a:rPr>
              <a:t> </a:t>
            </a:r>
            <a:r>
              <a:rPr dirty="0" sz="850" spc="-20">
                <a:latin typeface="Times New Roman"/>
                <a:cs typeface="Times New Roman"/>
              </a:rPr>
              <a:t>m/su</a:t>
            </a:r>
            <a:r>
              <a:rPr dirty="0" sz="850" spc="-8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ru</a:t>
            </a:r>
            <a:r>
              <a:rPr dirty="0" sz="850" spc="-85">
                <a:latin typeface="Times New Roman"/>
                <a:cs typeface="Times New Roman"/>
              </a:rPr>
              <a:t> </a:t>
            </a:r>
            <a:r>
              <a:rPr dirty="0" sz="850" spc="-114">
                <a:latin typeface="Times New Roman"/>
                <a:cs typeface="Times New Roman"/>
              </a:rPr>
              <a:t>m</a:t>
            </a:r>
            <a:r>
              <a:rPr dirty="0" sz="850" spc="-85">
                <a:latin typeface="Times New Roman"/>
                <a:cs typeface="Times New Roman"/>
              </a:rPr>
              <a:t> </a:t>
            </a:r>
            <a:r>
              <a:rPr dirty="0" sz="850" spc="-585">
                <a:latin typeface="Times New Roman"/>
                <a:cs typeface="Times New Roman"/>
              </a:rPr>
              <a:t>m</a:t>
            </a:r>
            <a:r>
              <a:rPr dirty="0" sz="850" spc="-45">
                <a:latin typeface="Times New Roman"/>
                <a:cs typeface="Times New Roman"/>
              </a:rPr>
              <a:t> </a:t>
            </a:r>
            <a:r>
              <a:rPr dirty="0" sz="850" spc="-95">
                <a:latin typeface="Times New Roman"/>
                <a:cs typeface="Times New Roman"/>
              </a:rPr>
              <a:t>h</a:t>
            </a:r>
            <a:r>
              <a:rPr dirty="0" sz="850" spc="-85">
                <a:latin typeface="Times New Roman"/>
                <a:cs typeface="Times New Roman"/>
              </a:rPr>
              <a:t> </a:t>
            </a:r>
            <a:r>
              <a:rPr dirty="0" sz="850" spc="-70">
                <a:latin typeface="Times New Roman"/>
                <a:cs typeface="Times New Roman"/>
              </a:rPr>
              <a:t>tm</a:t>
            </a:r>
            <a:r>
              <a:rPr dirty="0" sz="850" spc="-85">
                <a:latin typeface="Times New Roman"/>
                <a:cs typeface="Times New Roman"/>
              </a:rPr>
              <a:t> </a:t>
            </a:r>
            <a:r>
              <a:rPr dirty="0" sz="850" spc="-50">
                <a:latin typeface="Times New Roman"/>
                <a:cs typeface="Times New Roman"/>
              </a:rPr>
              <a:t>i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86" name="object 86" descr=""/>
          <p:cNvSpPr txBox="1"/>
          <p:nvPr/>
        </p:nvSpPr>
        <p:spPr>
          <a:xfrm>
            <a:off x="9543093" y="7461304"/>
            <a:ext cx="215265" cy="1358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9"/>
              </a:lnSpc>
            </a:pPr>
            <a:r>
              <a:rPr dirty="0" sz="850">
                <a:latin typeface="Times New Roman"/>
                <a:cs typeface="Times New Roman"/>
              </a:rPr>
              <a:t>,/1</a:t>
            </a:r>
            <a:r>
              <a:rPr dirty="0" sz="850" spc="10">
                <a:latin typeface="Times New Roman"/>
                <a:cs typeface="Times New Roman"/>
              </a:rPr>
              <a:t> </a:t>
            </a:r>
            <a:r>
              <a:rPr dirty="0" sz="850" spc="-60">
                <a:latin typeface="Times New Roman"/>
                <a:cs typeface="Times New Roman"/>
              </a:rPr>
              <a:t>2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4406755" y="162656"/>
            <a:ext cx="2402840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>
                <a:latin typeface="Times New Roman"/>
                <a:cs typeface="Times New Roman"/>
              </a:rPr>
              <a:t>Gor</a:t>
            </a:r>
            <a:r>
              <a:rPr dirty="0" sz="850" spc="8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Sargsyar</a:t>
            </a:r>
            <a:r>
              <a:rPr dirty="0" sz="850" spc="204">
                <a:latin typeface="Times New Roman"/>
                <a:cs typeface="Times New Roman"/>
              </a:rPr>
              <a:t>  </a:t>
            </a:r>
            <a:r>
              <a:rPr dirty="0" sz="850" spc="-90">
                <a:latin typeface="Times New Roman"/>
                <a:cs typeface="Times New Roman"/>
              </a:rPr>
              <a:t>Gi</a:t>
            </a:r>
            <a:r>
              <a:rPr dirty="0" sz="850" spc="-9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obai</a:t>
            </a:r>
            <a:r>
              <a:rPr dirty="0" sz="850" spc="10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A</a:t>
            </a:r>
            <a:r>
              <a:rPr dirty="0" sz="850" spc="275">
                <a:latin typeface="Times New Roman"/>
                <a:cs typeface="Times New Roman"/>
              </a:rPr>
              <a:t> </a:t>
            </a:r>
            <a:r>
              <a:rPr dirty="0" sz="850" spc="-195">
                <a:latin typeface="Times New Roman"/>
                <a:cs typeface="Times New Roman"/>
              </a:rPr>
              <a:t>&amp;</a:t>
            </a:r>
            <a:r>
              <a:rPr dirty="0" sz="850" spc="95">
                <a:latin typeface="Times New Roman"/>
                <a:cs typeface="Times New Roman"/>
              </a:rPr>
              <a:t> </a:t>
            </a:r>
            <a:r>
              <a:rPr dirty="0" sz="850" spc="-100">
                <a:latin typeface="Times New Roman"/>
                <a:cs typeface="Times New Roman"/>
              </a:rPr>
              <a:t>E</a:t>
            </a:r>
            <a:r>
              <a:rPr dirty="0" sz="850" spc="-9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korom</a:t>
            </a:r>
            <a:r>
              <a:rPr dirty="0" sz="850" spc="229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Stratej</a:t>
            </a:r>
            <a:r>
              <a:rPr dirty="0" sz="850" spc="229">
                <a:latin typeface="Times New Roman"/>
                <a:cs typeface="Times New Roman"/>
              </a:rPr>
              <a:t> </a:t>
            </a:r>
            <a:r>
              <a:rPr dirty="0" sz="850" spc="-25">
                <a:latin typeface="Times New Roman"/>
                <a:cs typeface="Times New Roman"/>
              </a:rPr>
              <a:t>Su</a:t>
            </a:r>
            <a:r>
              <a:rPr dirty="0" sz="850" spc="-9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ru</a:t>
            </a:r>
            <a:r>
              <a:rPr dirty="0" sz="850" spc="-90">
                <a:latin typeface="Times New Roman"/>
                <a:cs typeface="Times New Roman"/>
              </a:rPr>
              <a:t> </a:t>
            </a:r>
            <a:r>
              <a:rPr dirty="0" sz="850" spc="-25">
                <a:latin typeface="Times New Roman"/>
                <a:cs typeface="Times New Roman"/>
              </a:rPr>
              <a:t>mu</a:t>
            </a:r>
            <a:endParaRPr sz="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597" y="741603"/>
            <a:ext cx="1097673" cy="96431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2024151" y="737603"/>
            <a:ext cx="19050" cy="125095"/>
          </a:xfrm>
          <a:custGeom>
            <a:avLst/>
            <a:gdLst/>
            <a:ahLst/>
            <a:cxnLst/>
            <a:rect l="l" t="t" r="r" b="b"/>
            <a:pathLst>
              <a:path w="19050" h="125094">
                <a:moveTo>
                  <a:pt x="19050" y="124664"/>
                </a:moveTo>
                <a:lnTo>
                  <a:pt x="19050" y="0"/>
                </a:lnTo>
                <a:lnTo>
                  <a:pt x="0" y="0"/>
                </a:lnTo>
                <a:lnTo>
                  <a:pt x="0" y="124664"/>
                </a:lnTo>
                <a:lnTo>
                  <a:pt x="19050" y="124664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97151" y="741603"/>
            <a:ext cx="359651" cy="96431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2504351" y="741603"/>
            <a:ext cx="589915" cy="96520"/>
            <a:chOff x="2504351" y="741603"/>
            <a:chExt cx="589915" cy="96520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04351" y="741603"/>
              <a:ext cx="255066" cy="96431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780741" y="743203"/>
              <a:ext cx="132080" cy="93345"/>
            </a:xfrm>
            <a:custGeom>
              <a:avLst/>
              <a:gdLst/>
              <a:ahLst/>
              <a:cxnLst/>
              <a:rect l="l" t="t" r="r" b="b"/>
              <a:pathLst>
                <a:path w="132080" h="93344">
                  <a:moveTo>
                    <a:pt x="93764" y="46621"/>
                  </a:moveTo>
                  <a:lnTo>
                    <a:pt x="76847" y="9652"/>
                  </a:lnTo>
                  <a:lnTo>
                    <a:pt x="71920" y="7188"/>
                  </a:lnTo>
                  <a:lnTo>
                    <a:pt x="71920" y="40665"/>
                  </a:lnTo>
                  <a:lnTo>
                    <a:pt x="71920" y="52476"/>
                  </a:lnTo>
                  <a:lnTo>
                    <a:pt x="47498" y="75514"/>
                  </a:lnTo>
                  <a:lnTo>
                    <a:pt x="21577" y="75514"/>
                  </a:lnTo>
                  <a:lnTo>
                    <a:pt x="21577" y="17716"/>
                  </a:lnTo>
                  <a:lnTo>
                    <a:pt x="47498" y="17716"/>
                  </a:lnTo>
                  <a:lnTo>
                    <a:pt x="71920" y="40665"/>
                  </a:lnTo>
                  <a:lnTo>
                    <a:pt x="71920" y="7188"/>
                  </a:lnTo>
                  <a:lnTo>
                    <a:pt x="42354" y="0"/>
                  </a:lnTo>
                  <a:lnTo>
                    <a:pt x="0" y="0"/>
                  </a:lnTo>
                  <a:lnTo>
                    <a:pt x="0" y="93230"/>
                  </a:lnTo>
                  <a:lnTo>
                    <a:pt x="21577" y="93230"/>
                  </a:lnTo>
                  <a:lnTo>
                    <a:pt x="42354" y="93230"/>
                  </a:lnTo>
                  <a:lnTo>
                    <a:pt x="71920" y="86042"/>
                  </a:lnTo>
                  <a:lnTo>
                    <a:pt x="76847" y="83578"/>
                  </a:lnTo>
                  <a:lnTo>
                    <a:pt x="93345" y="53454"/>
                  </a:lnTo>
                  <a:lnTo>
                    <a:pt x="93764" y="46621"/>
                  </a:lnTo>
                  <a:close/>
                </a:path>
                <a:path w="132080" h="93344">
                  <a:moveTo>
                    <a:pt x="131584" y="0"/>
                  </a:moveTo>
                  <a:lnTo>
                    <a:pt x="110007" y="0"/>
                  </a:lnTo>
                  <a:lnTo>
                    <a:pt x="110007" y="93230"/>
                  </a:lnTo>
                  <a:lnTo>
                    <a:pt x="131584" y="93230"/>
                  </a:lnTo>
                  <a:lnTo>
                    <a:pt x="131584" y="0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34423" y="741603"/>
              <a:ext cx="159575" cy="96431"/>
            </a:xfrm>
            <a:prstGeom prst="rect">
              <a:avLst/>
            </a:prstGeom>
          </p:spPr>
        </p:pic>
      </p:grpSp>
      <p:grpSp>
        <p:nvGrpSpPr>
          <p:cNvPr id="9" name="object 9" descr=""/>
          <p:cNvGrpSpPr/>
          <p:nvPr/>
        </p:nvGrpSpPr>
        <p:grpSpPr>
          <a:xfrm>
            <a:off x="7595647" y="694772"/>
            <a:ext cx="266700" cy="183515"/>
            <a:chOff x="7595647" y="694772"/>
            <a:chExt cx="266700" cy="183515"/>
          </a:xfrm>
        </p:grpSpPr>
        <p:sp>
          <p:nvSpPr>
            <p:cNvPr id="10" name="object 10" descr=""/>
            <p:cNvSpPr/>
            <p:nvPr/>
          </p:nvSpPr>
          <p:spPr>
            <a:xfrm>
              <a:off x="7599832" y="699084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258064" y="149529"/>
                  </a:moveTo>
                  <a:lnTo>
                    <a:pt x="258064" y="25273"/>
                  </a:lnTo>
                  <a:lnTo>
                    <a:pt x="257302" y="21551"/>
                  </a:lnTo>
                  <a:lnTo>
                    <a:pt x="232765" y="0"/>
                  </a:lnTo>
                  <a:lnTo>
                    <a:pt x="25272" y="0"/>
                  </a:lnTo>
                  <a:lnTo>
                    <a:pt x="0" y="25273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73" y="174802"/>
                  </a:lnTo>
                  <a:lnTo>
                    <a:pt x="232765" y="174802"/>
                  </a:lnTo>
                  <a:lnTo>
                    <a:pt x="257302" y="153238"/>
                  </a:lnTo>
                  <a:lnTo>
                    <a:pt x="258064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599807" y="698931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64"/>
                  </a:lnTo>
                  <a:lnTo>
                    <a:pt x="17983" y="2247"/>
                  </a:lnTo>
                  <a:lnTo>
                    <a:pt x="21551" y="749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8917" y="0"/>
                  </a:lnTo>
                  <a:lnTo>
                    <a:pt x="232778" y="0"/>
                  </a:lnTo>
                  <a:lnTo>
                    <a:pt x="236499" y="749"/>
                  </a:lnTo>
                  <a:lnTo>
                    <a:pt x="240055" y="2247"/>
                  </a:lnTo>
                  <a:lnTo>
                    <a:pt x="243636" y="3657"/>
                  </a:lnTo>
                  <a:lnTo>
                    <a:pt x="255828" y="17983"/>
                  </a:lnTo>
                  <a:lnTo>
                    <a:pt x="257302" y="21564"/>
                  </a:lnTo>
                  <a:lnTo>
                    <a:pt x="258051" y="25298"/>
                  </a:lnTo>
                  <a:lnTo>
                    <a:pt x="258051" y="29133"/>
                  </a:lnTo>
                  <a:lnTo>
                    <a:pt x="258051" y="145669"/>
                  </a:lnTo>
                  <a:lnTo>
                    <a:pt x="258051" y="149504"/>
                  </a:lnTo>
                  <a:lnTo>
                    <a:pt x="257302" y="153250"/>
                  </a:lnTo>
                  <a:lnTo>
                    <a:pt x="255828" y="156819"/>
                  </a:lnTo>
                  <a:lnTo>
                    <a:pt x="254355" y="160401"/>
                  </a:lnTo>
                  <a:lnTo>
                    <a:pt x="252247" y="163576"/>
                  </a:lnTo>
                  <a:lnTo>
                    <a:pt x="249516" y="166230"/>
                  </a:lnTo>
                  <a:lnTo>
                    <a:pt x="246786" y="168973"/>
                  </a:lnTo>
                  <a:lnTo>
                    <a:pt x="243636" y="171056"/>
                  </a:lnTo>
                  <a:lnTo>
                    <a:pt x="240055" y="172554"/>
                  </a:lnTo>
                  <a:lnTo>
                    <a:pt x="236499" y="174053"/>
                  </a:lnTo>
                  <a:lnTo>
                    <a:pt x="232778" y="174802"/>
                  </a:lnTo>
                  <a:lnTo>
                    <a:pt x="228917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056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76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50"/>
                  </a:lnTo>
                  <a:lnTo>
                    <a:pt x="0" y="149504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75092" y="755408"/>
              <a:ext cx="112395" cy="64376"/>
            </a:xfrm>
            <a:prstGeom prst="rect">
              <a:avLst/>
            </a:prstGeom>
          </p:spPr>
        </p:pic>
      </p:grpSp>
      <p:grpSp>
        <p:nvGrpSpPr>
          <p:cNvPr id="13" name="object 13" descr=""/>
          <p:cNvGrpSpPr/>
          <p:nvPr/>
        </p:nvGrpSpPr>
        <p:grpSpPr>
          <a:xfrm>
            <a:off x="7928616" y="694772"/>
            <a:ext cx="274955" cy="183515"/>
            <a:chOff x="7928616" y="694772"/>
            <a:chExt cx="274955" cy="183515"/>
          </a:xfrm>
        </p:grpSpPr>
        <p:sp>
          <p:nvSpPr>
            <p:cNvPr id="14" name="object 14" descr=""/>
            <p:cNvSpPr/>
            <p:nvPr/>
          </p:nvSpPr>
          <p:spPr>
            <a:xfrm>
              <a:off x="7932800" y="699084"/>
              <a:ext cx="266700" cy="175260"/>
            </a:xfrm>
            <a:custGeom>
              <a:avLst/>
              <a:gdLst/>
              <a:ahLst/>
              <a:cxnLst/>
              <a:rect l="l" t="t" r="r" b="b"/>
              <a:pathLst>
                <a:path w="266700" h="175259">
                  <a:moveTo>
                    <a:pt x="266395" y="149529"/>
                  </a:moveTo>
                  <a:lnTo>
                    <a:pt x="266395" y="25273"/>
                  </a:lnTo>
                  <a:lnTo>
                    <a:pt x="265633" y="21551"/>
                  </a:lnTo>
                  <a:lnTo>
                    <a:pt x="241096" y="0"/>
                  </a:lnTo>
                  <a:lnTo>
                    <a:pt x="25298" y="0"/>
                  </a:lnTo>
                  <a:lnTo>
                    <a:pt x="0" y="25273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98" y="174802"/>
                  </a:lnTo>
                  <a:lnTo>
                    <a:pt x="241096" y="174802"/>
                  </a:lnTo>
                  <a:lnTo>
                    <a:pt x="265633" y="153238"/>
                  </a:lnTo>
                  <a:lnTo>
                    <a:pt x="266395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932775" y="698931"/>
              <a:ext cx="266700" cy="175260"/>
            </a:xfrm>
            <a:custGeom>
              <a:avLst/>
              <a:gdLst/>
              <a:ahLst/>
              <a:cxnLst/>
              <a:rect l="l" t="t" r="r" b="b"/>
              <a:pathLst>
                <a:path w="266700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64"/>
                  </a:lnTo>
                  <a:lnTo>
                    <a:pt x="17983" y="2247"/>
                  </a:lnTo>
                  <a:lnTo>
                    <a:pt x="21551" y="749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37236" y="0"/>
                  </a:lnTo>
                  <a:lnTo>
                    <a:pt x="241096" y="0"/>
                  </a:lnTo>
                  <a:lnTo>
                    <a:pt x="244817" y="749"/>
                  </a:lnTo>
                  <a:lnTo>
                    <a:pt x="248386" y="2247"/>
                  </a:lnTo>
                  <a:lnTo>
                    <a:pt x="251955" y="3657"/>
                  </a:lnTo>
                  <a:lnTo>
                    <a:pt x="264147" y="17983"/>
                  </a:lnTo>
                  <a:lnTo>
                    <a:pt x="265633" y="21564"/>
                  </a:lnTo>
                  <a:lnTo>
                    <a:pt x="266369" y="25298"/>
                  </a:lnTo>
                  <a:lnTo>
                    <a:pt x="266369" y="29133"/>
                  </a:lnTo>
                  <a:lnTo>
                    <a:pt x="266369" y="145669"/>
                  </a:lnTo>
                  <a:lnTo>
                    <a:pt x="266369" y="149504"/>
                  </a:lnTo>
                  <a:lnTo>
                    <a:pt x="265633" y="153250"/>
                  </a:lnTo>
                  <a:lnTo>
                    <a:pt x="264147" y="156819"/>
                  </a:lnTo>
                  <a:lnTo>
                    <a:pt x="262674" y="160401"/>
                  </a:lnTo>
                  <a:lnTo>
                    <a:pt x="260565" y="163576"/>
                  </a:lnTo>
                  <a:lnTo>
                    <a:pt x="257835" y="166230"/>
                  </a:lnTo>
                  <a:lnTo>
                    <a:pt x="255104" y="168973"/>
                  </a:lnTo>
                  <a:lnTo>
                    <a:pt x="251955" y="171056"/>
                  </a:lnTo>
                  <a:lnTo>
                    <a:pt x="248386" y="172554"/>
                  </a:lnTo>
                  <a:lnTo>
                    <a:pt x="244817" y="174053"/>
                  </a:lnTo>
                  <a:lnTo>
                    <a:pt x="241096" y="174802"/>
                  </a:lnTo>
                  <a:lnTo>
                    <a:pt x="237236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056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76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50"/>
                  </a:lnTo>
                  <a:lnTo>
                    <a:pt x="0" y="149504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12353" y="755408"/>
              <a:ext cx="108584" cy="64376"/>
            </a:xfrm>
            <a:prstGeom prst="rect">
              <a:avLst/>
            </a:prstGeom>
          </p:spPr>
        </p:pic>
      </p:grpSp>
      <p:grpSp>
        <p:nvGrpSpPr>
          <p:cNvPr id="17" name="object 17" descr=""/>
          <p:cNvGrpSpPr/>
          <p:nvPr/>
        </p:nvGrpSpPr>
        <p:grpSpPr>
          <a:xfrm>
            <a:off x="8269903" y="694772"/>
            <a:ext cx="258445" cy="183515"/>
            <a:chOff x="8269903" y="694772"/>
            <a:chExt cx="258445" cy="183515"/>
          </a:xfrm>
        </p:grpSpPr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74101" y="699084"/>
              <a:ext cx="249707" cy="174802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8274062" y="698931"/>
              <a:ext cx="250190" cy="175260"/>
            </a:xfrm>
            <a:custGeom>
              <a:avLst/>
              <a:gdLst/>
              <a:ahLst/>
              <a:cxnLst/>
              <a:rect l="l" t="t" r="r" b="b"/>
              <a:pathLst>
                <a:path w="250190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64"/>
                  </a:lnTo>
                  <a:lnTo>
                    <a:pt x="17983" y="2247"/>
                  </a:lnTo>
                  <a:lnTo>
                    <a:pt x="21551" y="749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0586" y="0"/>
                  </a:lnTo>
                  <a:lnTo>
                    <a:pt x="224447" y="0"/>
                  </a:lnTo>
                  <a:lnTo>
                    <a:pt x="228168" y="749"/>
                  </a:lnTo>
                  <a:lnTo>
                    <a:pt x="231736" y="2247"/>
                  </a:lnTo>
                  <a:lnTo>
                    <a:pt x="235305" y="3657"/>
                  </a:lnTo>
                  <a:lnTo>
                    <a:pt x="247497" y="17983"/>
                  </a:lnTo>
                  <a:lnTo>
                    <a:pt x="248983" y="21564"/>
                  </a:lnTo>
                  <a:lnTo>
                    <a:pt x="249720" y="25298"/>
                  </a:lnTo>
                  <a:lnTo>
                    <a:pt x="249720" y="29133"/>
                  </a:lnTo>
                  <a:lnTo>
                    <a:pt x="249720" y="145669"/>
                  </a:lnTo>
                  <a:lnTo>
                    <a:pt x="249720" y="149504"/>
                  </a:lnTo>
                  <a:lnTo>
                    <a:pt x="248983" y="153250"/>
                  </a:lnTo>
                  <a:lnTo>
                    <a:pt x="247497" y="156819"/>
                  </a:lnTo>
                  <a:lnTo>
                    <a:pt x="246024" y="160401"/>
                  </a:lnTo>
                  <a:lnTo>
                    <a:pt x="243916" y="163576"/>
                  </a:lnTo>
                  <a:lnTo>
                    <a:pt x="241198" y="166230"/>
                  </a:lnTo>
                  <a:lnTo>
                    <a:pt x="238455" y="168973"/>
                  </a:lnTo>
                  <a:lnTo>
                    <a:pt x="235305" y="171056"/>
                  </a:lnTo>
                  <a:lnTo>
                    <a:pt x="231736" y="172554"/>
                  </a:lnTo>
                  <a:lnTo>
                    <a:pt x="228168" y="174053"/>
                  </a:lnTo>
                  <a:lnTo>
                    <a:pt x="224447" y="174802"/>
                  </a:lnTo>
                  <a:lnTo>
                    <a:pt x="220586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056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76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50"/>
                  </a:lnTo>
                  <a:lnTo>
                    <a:pt x="0" y="149504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50529" y="754405"/>
              <a:ext cx="95783" cy="66294"/>
            </a:xfrm>
            <a:prstGeom prst="rect">
              <a:avLst/>
            </a:prstGeom>
          </p:spPr>
        </p:pic>
      </p:grpSp>
      <p:grpSp>
        <p:nvGrpSpPr>
          <p:cNvPr id="21" name="object 21" descr=""/>
          <p:cNvGrpSpPr/>
          <p:nvPr/>
        </p:nvGrpSpPr>
        <p:grpSpPr>
          <a:xfrm>
            <a:off x="8594553" y="694772"/>
            <a:ext cx="266700" cy="183515"/>
            <a:chOff x="8594553" y="694772"/>
            <a:chExt cx="266700" cy="183515"/>
          </a:xfrm>
        </p:grpSpPr>
        <p:sp>
          <p:nvSpPr>
            <p:cNvPr id="22" name="object 22" descr=""/>
            <p:cNvSpPr/>
            <p:nvPr/>
          </p:nvSpPr>
          <p:spPr>
            <a:xfrm>
              <a:off x="8598712" y="699084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258089" y="149529"/>
                  </a:moveTo>
                  <a:lnTo>
                    <a:pt x="258089" y="25273"/>
                  </a:lnTo>
                  <a:lnTo>
                    <a:pt x="257327" y="21551"/>
                  </a:lnTo>
                  <a:lnTo>
                    <a:pt x="232790" y="0"/>
                  </a:lnTo>
                  <a:lnTo>
                    <a:pt x="25298" y="0"/>
                  </a:lnTo>
                  <a:lnTo>
                    <a:pt x="0" y="25273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98" y="174802"/>
                  </a:lnTo>
                  <a:lnTo>
                    <a:pt x="232790" y="174802"/>
                  </a:lnTo>
                  <a:lnTo>
                    <a:pt x="257327" y="153238"/>
                  </a:lnTo>
                  <a:lnTo>
                    <a:pt x="258089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598712" y="698931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64"/>
                  </a:lnTo>
                  <a:lnTo>
                    <a:pt x="17983" y="2247"/>
                  </a:lnTo>
                  <a:lnTo>
                    <a:pt x="21551" y="749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8917" y="0"/>
                  </a:lnTo>
                  <a:lnTo>
                    <a:pt x="232740" y="0"/>
                  </a:lnTo>
                  <a:lnTo>
                    <a:pt x="236486" y="749"/>
                  </a:lnTo>
                  <a:lnTo>
                    <a:pt x="240068" y="2247"/>
                  </a:lnTo>
                  <a:lnTo>
                    <a:pt x="243649" y="3657"/>
                  </a:lnTo>
                  <a:lnTo>
                    <a:pt x="246811" y="5829"/>
                  </a:lnTo>
                  <a:lnTo>
                    <a:pt x="249478" y="8496"/>
                  </a:lnTo>
                  <a:lnTo>
                    <a:pt x="252222" y="11239"/>
                  </a:lnTo>
                  <a:lnTo>
                    <a:pt x="254381" y="14401"/>
                  </a:lnTo>
                  <a:lnTo>
                    <a:pt x="255803" y="17983"/>
                  </a:lnTo>
                  <a:lnTo>
                    <a:pt x="257302" y="21564"/>
                  </a:lnTo>
                  <a:lnTo>
                    <a:pt x="258051" y="25298"/>
                  </a:lnTo>
                  <a:lnTo>
                    <a:pt x="258051" y="29133"/>
                  </a:lnTo>
                  <a:lnTo>
                    <a:pt x="258051" y="145669"/>
                  </a:lnTo>
                  <a:lnTo>
                    <a:pt x="258051" y="149504"/>
                  </a:lnTo>
                  <a:lnTo>
                    <a:pt x="257302" y="153250"/>
                  </a:lnTo>
                  <a:lnTo>
                    <a:pt x="255803" y="156819"/>
                  </a:lnTo>
                  <a:lnTo>
                    <a:pt x="254381" y="160401"/>
                  </a:lnTo>
                  <a:lnTo>
                    <a:pt x="252222" y="163576"/>
                  </a:lnTo>
                  <a:lnTo>
                    <a:pt x="249478" y="166230"/>
                  </a:lnTo>
                  <a:lnTo>
                    <a:pt x="246811" y="168973"/>
                  </a:lnTo>
                  <a:lnTo>
                    <a:pt x="243649" y="171056"/>
                  </a:lnTo>
                  <a:lnTo>
                    <a:pt x="240068" y="172554"/>
                  </a:lnTo>
                  <a:lnTo>
                    <a:pt x="236486" y="174053"/>
                  </a:lnTo>
                  <a:lnTo>
                    <a:pt x="232740" y="174802"/>
                  </a:lnTo>
                  <a:lnTo>
                    <a:pt x="228917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056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76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50"/>
                  </a:lnTo>
                  <a:lnTo>
                    <a:pt x="0" y="149504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2550" y="755408"/>
              <a:ext cx="108585" cy="65290"/>
            </a:xfrm>
            <a:prstGeom prst="rect">
              <a:avLst/>
            </a:prstGeom>
          </p:spPr>
        </p:pic>
      </p:grpSp>
      <p:grpSp>
        <p:nvGrpSpPr>
          <p:cNvPr id="25" name="object 25" descr=""/>
          <p:cNvGrpSpPr/>
          <p:nvPr/>
        </p:nvGrpSpPr>
        <p:grpSpPr>
          <a:xfrm>
            <a:off x="8927522" y="694772"/>
            <a:ext cx="283210" cy="183515"/>
            <a:chOff x="8927522" y="694772"/>
            <a:chExt cx="283210" cy="183515"/>
          </a:xfrm>
        </p:grpSpPr>
        <p:sp>
          <p:nvSpPr>
            <p:cNvPr id="26" name="object 26" descr=""/>
            <p:cNvSpPr/>
            <p:nvPr/>
          </p:nvSpPr>
          <p:spPr>
            <a:xfrm>
              <a:off x="8931707" y="699084"/>
              <a:ext cx="274955" cy="175260"/>
            </a:xfrm>
            <a:custGeom>
              <a:avLst/>
              <a:gdLst/>
              <a:ahLst/>
              <a:cxnLst/>
              <a:rect l="l" t="t" r="r" b="b"/>
              <a:pathLst>
                <a:path w="274954" h="175259">
                  <a:moveTo>
                    <a:pt x="274701" y="149529"/>
                  </a:moveTo>
                  <a:lnTo>
                    <a:pt x="274701" y="25273"/>
                  </a:lnTo>
                  <a:lnTo>
                    <a:pt x="273939" y="21551"/>
                  </a:lnTo>
                  <a:lnTo>
                    <a:pt x="249402" y="0"/>
                  </a:lnTo>
                  <a:lnTo>
                    <a:pt x="25222" y="0"/>
                  </a:lnTo>
                  <a:lnTo>
                    <a:pt x="0" y="25273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22" y="174802"/>
                  </a:lnTo>
                  <a:lnTo>
                    <a:pt x="249402" y="174802"/>
                  </a:lnTo>
                  <a:lnTo>
                    <a:pt x="273939" y="153238"/>
                  </a:lnTo>
                  <a:lnTo>
                    <a:pt x="274701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8931681" y="698931"/>
              <a:ext cx="274955" cy="175260"/>
            </a:xfrm>
            <a:custGeom>
              <a:avLst/>
              <a:gdLst/>
              <a:ahLst/>
              <a:cxnLst/>
              <a:rect l="l" t="t" r="r" b="b"/>
              <a:pathLst>
                <a:path w="274954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49" y="21564"/>
                  </a:lnTo>
                  <a:lnTo>
                    <a:pt x="2247" y="17983"/>
                  </a:lnTo>
                  <a:lnTo>
                    <a:pt x="3657" y="14401"/>
                  </a:lnTo>
                  <a:lnTo>
                    <a:pt x="17983" y="2247"/>
                  </a:lnTo>
                  <a:lnTo>
                    <a:pt x="21564" y="749"/>
                  </a:lnTo>
                  <a:lnTo>
                    <a:pt x="25298" y="0"/>
                  </a:lnTo>
                  <a:lnTo>
                    <a:pt x="29133" y="0"/>
                  </a:lnTo>
                  <a:lnTo>
                    <a:pt x="245567" y="0"/>
                  </a:lnTo>
                  <a:lnTo>
                    <a:pt x="249389" y="0"/>
                  </a:lnTo>
                  <a:lnTo>
                    <a:pt x="253136" y="749"/>
                  </a:lnTo>
                  <a:lnTo>
                    <a:pt x="256717" y="2247"/>
                  </a:lnTo>
                  <a:lnTo>
                    <a:pt x="260299" y="3657"/>
                  </a:lnTo>
                  <a:lnTo>
                    <a:pt x="263461" y="5829"/>
                  </a:lnTo>
                  <a:lnTo>
                    <a:pt x="266128" y="8496"/>
                  </a:lnTo>
                  <a:lnTo>
                    <a:pt x="268871" y="11239"/>
                  </a:lnTo>
                  <a:lnTo>
                    <a:pt x="271030" y="14401"/>
                  </a:lnTo>
                  <a:lnTo>
                    <a:pt x="272453" y="17983"/>
                  </a:lnTo>
                  <a:lnTo>
                    <a:pt x="273951" y="21564"/>
                  </a:lnTo>
                  <a:lnTo>
                    <a:pt x="274701" y="25298"/>
                  </a:lnTo>
                  <a:lnTo>
                    <a:pt x="274701" y="29133"/>
                  </a:lnTo>
                  <a:lnTo>
                    <a:pt x="274701" y="145669"/>
                  </a:lnTo>
                  <a:lnTo>
                    <a:pt x="274701" y="149504"/>
                  </a:lnTo>
                  <a:lnTo>
                    <a:pt x="273951" y="153250"/>
                  </a:lnTo>
                  <a:lnTo>
                    <a:pt x="272453" y="156819"/>
                  </a:lnTo>
                  <a:lnTo>
                    <a:pt x="271030" y="160401"/>
                  </a:lnTo>
                  <a:lnTo>
                    <a:pt x="268871" y="163576"/>
                  </a:lnTo>
                  <a:lnTo>
                    <a:pt x="266128" y="166230"/>
                  </a:lnTo>
                  <a:lnTo>
                    <a:pt x="263461" y="168973"/>
                  </a:lnTo>
                  <a:lnTo>
                    <a:pt x="260299" y="171056"/>
                  </a:lnTo>
                  <a:lnTo>
                    <a:pt x="256717" y="172554"/>
                  </a:lnTo>
                  <a:lnTo>
                    <a:pt x="253136" y="174053"/>
                  </a:lnTo>
                  <a:lnTo>
                    <a:pt x="249389" y="174802"/>
                  </a:lnTo>
                  <a:lnTo>
                    <a:pt x="245567" y="174802"/>
                  </a:lnTo>
                  <a:lnTo>
                    <a:pt x="29133" y="174802"/>
                  </a:lnTo>
                  <a:lnTo>
                    <a:pt x="25298" y="174802"/>
                  </a:lnTo>
                  <a:lnTo>
                    <a:pt x="21564" y="174053"/>
                  </a:lnTo>
                  <a:lnTo>
                    <a:pt x="17983" y="172554"/>
                  </a:lnTo>
                  <a:lnTo>
                    <a:pt x="14401" y="171056"/>
                  </a:lnTo>
                  <a:lnTo>
                    <a:pt x="11239" y="168973"/>
                  </a:lnTo>
                  <a:lnTo>
                    <a:pt x="8572" y="166230"/>
                  </a:lnTo>
                  <a:lnTo>
                    <a:pt x="5829" y="163576"/>
                  </a:lnTo>
                  <a:lnTo>
                    <a:pt x="3657" y="160401"/>
                  </a:lnTo>
                  <a:lnTo>
                    <a:pt x="2247" y="156819"/>
                  </a:lnTo>
                  <a:lnTo>
                    <a:pt x="749" y="153250"/>
                  </a:lnTo>
                  <a:lnTo>
                    <a:pt x="0" y="149504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009964" y="755408"/>
              <a:ext cx="120015" cy="64376"/>
            </a:xfrm>
            <a:prstGeom prst="rect">
              <a:avLst/>
            </a:prstGeom>
          </p:spPr>
        </p:pic>
      </p:grpSp>
      <p:sp>
        <p:nvSpPr>
          <p:cNvPr id="29" name="object 29" descr=""/>
          <p:cNvSpPr txBox="1"/>
          <p:nvPr/>
        </p:nvSpPr>
        <p:spPr>
          <a:xfrm>
            <a:off x="848702" y="1140329"/>
            <a:ext cx="345440" cy="3949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>
                <a:solidFill>
                  <a:srgbClr val="0FB880"/>
                </a:solidFill>
                <a:latin typeface="Arial Narrow"/>
                <a:cs typeface="Arial Narrow"/>
              </a:rPr>
              <a:t> </a:t>
            </a:r>
            <a:endParaRPr sz="2400">
              <a:latin typeface="Arial Narrow"/>
              <a:cs typeface="Arial Narrow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1314297" y="1250746"/>
            <a:ext cx="730885" cy="213995"/>
            <a:chOff x="1314297" y="1250746"/>
            <a:chExt cx="730885" cy="213995"/>
          </a:xfrm>
        </p:grpSpPr>
        <p:pic>
          <p:nvPicPr>
            <p:cNvPr id="31" name="object 3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14297" y="1258671"/>
              <a:ext cx="357479" cy="206032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05749" y="1304798"/>
              <a:ext cx="163309" cy="155943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1902726" y="1250746"/>
              <a:ext cx="142875" cy="210185"/>
            </a:xfrm>
            <a:custGeom>
              <a:avLst/>
              <a:gdLst/>
              <a:ahLst/>
              <a:cxnLst/>
              <a:rect l="l" t="t" r="r" b="b"/>
              <a:pathLst>
                <a:path w="142875" h="210184">
                  <a:moveTo>
                    <a:pt x="53771" y="0"/>
                  </a:moveTo>
                  <a:lnTo>
                    <a:pt x="0" y="0"/>
                  </a:lnTo>
                  <a:lnTo>
                    <a:pt x="279" y="209994"/>
                  </a:lnTo>
                  <a:lnTo>
                    <a:pt x="53771" y="209994"/>
                  </a:lnTo>
                  <a:lnTo>
                    <a:pt x="53771" y="0"/>
                  </a:lnTo>
                  <a:close/>
                </a:path>
                <a:path w="142875" h="210184">
                  <a:moveTo>
                    <a:pt x="142354" y="56883"/>
                  </a:moveTo>
                  <a:lnTo>
                    <a:pt x="88582" y="56591"/>
                  </a:lnTo>
                  <a:lnTo>
                    <a:pt x="89154" y="209994"/>
                  </a:lnTo>
                  <a:lnTo>
                    <a:pt x="142354" y="209994"/>
                  </a:lnTo>
                  <a:lnTo>
                    <a:pt x="142354" y="56883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 descr=""/>
          <p:cNvGrpSpPr/>
          <p:nvPr/>
        </p:nvGrpSpPr>
        <p:grpSpPr>
          <a:xfrm>
            <a:off x="2164803" y="1233195"/>
            <a:ext cx="761365" cy="285115"/>
            <a:chOff x="2164803" y="1233195"/>
            <a:chExt cx="761365" cy="285115"/>
          </a:xfrm>
        </p:grpSpPr>
        <p:pic>
          <p:nvPicPr>
            <p:cNvPr id="35" name="object 3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64803" y="1262633"/>
              <a:ext cx="178587" cy="198107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369350" y="1304797"/>
              <a:ext cx="287032" cy="158496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2635021" y="1233195"/>
              <a:ext cx="106045" cy="285115"/>
            </a:xfrm>
            <a:custGeom>
              <a:avLst/>
              <a:gdLst/>
              <a:ahLst/>
              <a:cxnLst/>
              <a:rect l="l" t="t" r="r" b="b"/>
              <a:pathLst>
                <a:path w="106044" h="285115">
                  <a:moveTo>
                    <a:pt x="99910" y="223583"/>
                  </a:moveTo>
                  <a:lnTo>
                    <a:pt x="99910" y="74142"/>
                  </a:lnTo>
                  <a:lnTo>
                    <a:pt x="46139" y="74142"/>
                  </a:lnTo>
                  <a:lnTo>
                    <a:pt x="46139" y="230276"/>
                  </a:lnTo>
                  <a:lnTo>
                    <a:pt x="44665" y="235381"/>
                  </a:lnTo>
                  <a:lnTo>
                    <a:pt x="38823" y="241795"/>
                  </a:lnTo>
                  <a:lnTo>
                    <a:pt x="35001" y="243395"/>
                  </a:lnTo>
                  <a:lnTo>
                    <a:pt x="24053" y="243395"/>
                  </a:lnTo>
                  <a:lnTo>
                    <a:pt x="18491" y="241884"/>
                  </a:lnTo>
                  <a:lnTo>
                    <a:pt x="13589" y="238874"/>
                  </a:lnTo>
                  <a:lnTo>
                    <a:pt x="0" y="277075"/>
                  </a:lnTo>
                  <a:lnTo>
                    <a:pt x="4724" y="279527"/>
                  </a:lnTo>
                  <a:lnTo>
                    <a:pt x="10337" y="281470"/>
                  </a:lnTo>
                  <a:lnTo>
                    <a:pt x="23355" y="284289"/>
                  </a:lnTo>
                  <a:lnTo>
                    <a:pt x="30187" y="285000"/>
                  </a:lnTo>
                  <a:lnTo>
                    <a:pt x="38823" y="284892"/>
                  </a:lnTo>
                  <a:lnTo>
                    <a:pt x="83489" y="268300"/>
                  </a:lnTo>
                  <a:lnTo>
                    <a:pt x="98884" y="236887"/>
                  </a:lnTo>
                  <a:lnTo>
                    <a:pt x="99910" y="223583"/>
                  </a:lnTo>
                  <a:close/>
                </a:path>
                <a:path w="106044" h="285115">
                  <a:moveTo>
                    <a:pt x="105854" y="36220"/>
                  </a:moveTo>
                  <a:lnTo>
                    <a:pt x="105854" y="19621"/>
                  </a:lnTo>
                  <a:lnTo>
                    <a:pt x="102831" y="12979"/>
                  </a:lnTo>
                  <a:lnTo>
                    <a:pt x="90754" y="2590"/>
                  </a:lnTo>
                  <a:lnTo>
                    <a:pt x="83019" y="62"/>
                  </a:lnTo>
                  <a:lnTo>
                    <a:pt x="63207" y="0"/>
                  </a:lnTo>
                  <a:lnTo>
                    <a:pt x="55283" y="2730"/>
                  </a:lnTo>
                  <a:lnTo>
                    <a:pt x="43205" y="13677"/>
                  </a:lnTo>
                  <a:lnTo>
                    <a:pt x="40195" y="20472"/>
                  </a:lnTo>
                  <a:lnTo>
                    <a:pt x="40195" y="36690"/>
                  </a:lnTo>
                  <a:lnTo>
                    <a:pt x="43205" y="43497"/>
                  </a:lnTo>
                  <a:lnTo>
                    <a:pt x="55283" y="54432"/>
                  </a:lnTo>
                  <a:lnTo>
                    <a:pt x="63207" y="57175"/>
                  </a:lnTo>
                  <a:lnTo>
                    <a:pt x="83019" y="57175"/>
                  </a:lnTo>
                  <a:lnTo>
                    <a:pt x="90754" y="54478"/>
                  </a:lnTo>
                  <a:lnTo>
                    <a:pt x="90995" y="54394"/>
                  </a:lnTo>
                  <a:lnTo>
                    <a:pt x="102831" y="43303"/>
                  </a:lnTo>
                  <a:lnTo>
                    <a:pt x="105854" y="36220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759837" y="1304797"/>
              <a:ext cx="166331" cy="158496"/>
            </a:xfrm>
            <a:prstGeom prst="rect">
              <a:avLst/>
            </a:prstGeom>
          </p:spPr>
        </p:pic>
      </p:grpSp>
      <p:grpSp>
        <p:nvGrpSpPr>
          <p:cNvPr id="39" name="object 39" descr=""/>
          <p:cNvGrpSpPr/>
          <p:nvPr/>
        </p:nvGrpSpPr>
        <p:grpSpPr>
          <a:xfrm>
            <a:off x="3026168" y="1202334"/>
            <a:ext cx="1394460" cy="262255"/>
            <a:chOff x="3026168" y="1202334"/>
            <a:chExt cx="1394460" cy="262255"/>
          </a:xfrm>
        </p:grpSpPr>
        <p:sp>
          <p:nvSpPr>
            <p:cNvPr id="40" name="object 40" descr=""/>
            <p:cNvSpPr/>
            <p:nvPr/>
          </p:nvSpPr>
          <p:spPr>
            <a:xfrm>
              <a:off x="3026168" y="1202334"/>
              <a:ext cx="219710" cy="262255"/>
            </a:xfrm>
            <a:custGeom>
              <a:avLst/>
              <a:gdLst/>
              <a:ahLst/>
              <a:cxnLst/>
              <a:rect l="l" t="t" r="r" b="b"/>
              <a:pathLst>
                <a:path w="219710" h="262255">
                  <a:moveTo>
                    <a:pt x="219341" y="159346"/>
                  </a:moveTo>
                  <a:lnTo>
                    <a:pt x="211416" y="118300"/>
                  </a:lnTo>
                  <a:lnTo>
                    <a:pt x="188340" y="85763"/>
                  </a:lnTo>
                  <a:lnTo>
                    <a:pt x="153669" y="64109"/>
                  </a:lnTo>
                  <a:lnTo>
                    <a:pt x="109524" y="56603"/>
                  </a:lnTo>
                  <a:lnTo>
                    <a:pt x="98107" y="57082"/>
                  </a:lnTo>
                  <a:lnTo>
                    <a:pt x="56222" y="68514"/>
                  </a:lnTo>
                  <a:lnTo>
                    <a:pt x="24164" y="93189"/>
                  </a:lnTo>
                  <a:lnTo>
                    <a:pt x="4425" y="127959"/>
                  </a:lnTo>
                  <a:lnTo>
                    <a:pt x="0" y="159346"/>
                  </a:lnTo>
                  <a:lnTo>
                    <a:pt x="395" y="167872"/>
                  </a:lnTo>
                  <a:lnTo>
                    <a:pt x="395" y="169441"/>
                  </a:lnTo>
                  <a:lnTo>
                    <a:pt x="2012" y="180608"/>
                  </a:lnTo>
                  <a:lnTo>
                    <a:pt x="4425" y="190201"/>
                  </a:lnTo>
                  <a:lnTo>
                    <a:pt x="4425" y="190335"/>
                  </a:lnTo>
                  <a:lnTo>
                    <a:pt x="23982" y="225767"/>
                  </a:lnTo>
                  <a:lnTo>
                    <a:pt x="56032" y="250281"/>
                  </a:lnTo>
                  <a:lnTo>
                    <a:pt x="56032" y="159346"/>
                  </a:lnTo>
                  <a:lnTo>
                    <a:pt x="56222" y="150672"/>
                  </a:lnTo>
                  <a:lnTo>
                    <a:pt x="76276" y="113118"/>
                  </a:lnTo>
                  <a:lnTo>
                    <a:pt x="94995" y="104139"/>
                  </a:lnTo>
                  <a:lnTo>
                    <a:pt x="95186" y="104063"/>
                  </a:lnTo>
                  <a:lnTo>
                    <a:pt x="101980" y="102591"/>
                  </a:lnTo>
                  <a:lnTo>
                    <a:pt x="102158" y="102552"/>
                  </a:lnTo>
                  <a:lnTo>
                    <a:pt x="109524" y="102171"/>
                  </a:lnTo>
                  <a:lnTo>
                    <a:pt x="117259" y="102357"/>
                  </a:lnTo>
                  <a:lnTo>
                    <a:pt x="117449" y="102361"/>
                  </a:lnTo>
                  <a:lnTo>
                    <a:pt x="124383" y="103773"/>
                  </a:lnTo>
                  <a:lnTo>
                    <a:pt x="124625" y="103822"/>
                  </a:lnTo>
                  <a:lnTo>
                    <a:pt x="156451" y="128879"/>
                  </a:lnTo>
                  <a:lnTo>
                    <a:pt x="163266" y="150028"/>
                  </a:lnTo>
                  <a:lnTo>
                    <a:pt x="163266" y="145251"/>
                  </a:lnTo>
                  <a:lnTo>
                    <a:pt x="163575" y="159346"/>
                  </a:lnTo>
                  <a:lnTo>
                    <a:pt x="163575" y="250146"/>
                  </a:lnTo>
                  <a:lnTo>
                    <a:pt x="172243" y="245313"/>
                  </a:lnTo>
                  <a:lnTo>
                    <a:pt x="201541" y="218071"/>
                  </a:lnTo>
                  <a:lnTo>
                    <a:pt x="217498" y="180819"/>
                  </a:lnTo>
                  <a:lnTo>
                    <a:pt x="218951" y="170305"/>
                  </a:lnTo>
                  <a:lnTo>
                    <a:pt x="219341" y="159346"/>
                  </a:lnTo>
                  <a:close/>
                </a:path>
                <a:path w="219710" h="262255">
                  <a:moveTo>
                    <a:pt x="163575" y="250146"/>
                  </a:moveTo>
                  <a:lnTo>
                    <a:pt x="163575" y="168020"/>
                  </a:lnTo>
                  <a:lnTo>
                    <a:pt x="162166" y="175806"/>
                  </a:lnTo>
                  <a:lnTo>
                    <a:pt x="156451" y="189684"/>
                  </a:lnTo>
                  <a:lnTo>
                    <a:pt x="152679" y="195529"/>
                  </a:lnTo>
                  <a:lnTo>
                    <a:pt x="143065" y="205524"/>
                  </a:lnTo>
                  <a:lnTo>
                    <a:pt x="137401" y="209346"/>
                  </a:lnTo>
                  <a:lnTo>
                    <a:pt x="124625" y="214532"/>
                  </a:lnTo>
                  <a:lnTo>
                    <a:pt x="124383" y="214629"/>
                  </a:lnTo>
                  <a:lnTo>
                    <a:pt x="117449" y="216100"/>
                  </a:lnTo>
                  <a:lnTo>
                    <a:pt x="117259" y="216141"/>
                  </a:lnTo>
                  <a:lnTo>
                    <a:pt x="109524" y="216509"/>
                  </a:lnTo>
                  <a:lnTo>
                    <a:pt x="102158" y="216335"/>
                  </a:lnTo>
                  <a:lnTo>
                    <a:pt x="101980" y="216331"/>
                  </a:lnTo>
                  <a:lnTo>
                    <a:pt x="95186" y="214911"/>
                  </a:lnTo>
                  <a:lnTo>
                    <a:pt x="62915" y="189763"/>
                  </a:lnTo>
                  <a:lnTo>
                    <a:pt x="56032" y="159346"/>
                  </a:lnTo>
                  <a:lnTo>
                    <a:pt x="56032" y="250281"/>
                  </a:lnTo>
                  <a:lnTo>
                    <a:pt x="98107" y="261452"/>
                  </a:lnTo>
                  <a:lnTo>
                    <a:pt x="109524" y="261797"/>
                  </a:lnTo>
                  <a:lnTo>
                    <a:pt x="117259" y="261643"/>
                  </a:lnTo>
                  <a:lnTo>
                    <a:pt x="121414" y="261560"/>
                  </a:lnTo>
                  <a:lnTo>
                    <a:pt x="132735" y="260276"/>
                  </a:lnTo>
                  <a:lnTo>
                    <a:pt x="143065" y="258042"/>
                  </a:lnTo>
                  <a:lnTo>
                    <a:pt x="143487" y="257950"/>
                  </a:lnTo>
                  <a:lnTo>
                    <a:pt x="153669" y="254584"/>
                  </a:lnTo>
                  <a:lnTo>
                    <a:pt x="163266" y="250318"/>
                  </a:lnTo>
                  <a:lnTo>
                    <a:pt x="163575" y="250146"/>
                  </a:lnTo>
                  <a:close/>
                </a:path>
                <a:path w="219710" h="262255">
                  <a:moveTo>
                    <a:pt x="162166" y="28968"/>
                  </a:moveTo>
                  <a:lnTo>
                    <a:pt x="162166" y="15760"/>
                  </a:lnTo>
                  <a:lnTo>
                    <a:pt x="159994" y="10388"/>
                  </a:lnTo>
                  <a:lnTo>
                    <a:pt x="151320" y="2082"/>
                  </a:lnTo>
                  <a:lnTo>
                    <a:pt x="146037" y="0"/>
                  </a:lnTo>
                  <a:lnTo>
                    <a:pt x="133578" y="0"/>
                  </a:lnTo>
                  <a:lnTo>
                    <a:pt x="128295" y="2082"/>
                  </a:lnTo>
                  <a:lnTo>
                    <a:pt x="119621" y="10388"/>
                  </a:lnTo>
                  <a:lnTo>
                    <a:pt x="117449" y="15760"/>
                  </a:lnTo>
                  <a:lnTo>
                    <a:pt x="117449" y="28968"/>
                  </a:lnTo>
                  <a:lnTo>
                    <a:pt x="119621" y="34289"/>
                  </a:lnTo>
                  <a:lnTo>
                    <a:pt x="128295" y="42405"/>
                  </a:lnTo>
                  <a:lnTo>
                    <a:pt x="133578" y="44437"/>
                  </a:lnTo>
                  <a:lnTo>
                    <a:pt x="146037" y="44437"/>
                  </a:lnTo>
                  <a:lnTo>
                    <a:pt x="151320" y="42405"/>
                  </a:lnTo>
                  <a:lnTo>
                    <a:pt x="159994" y="34289"/>
                  </a:lnTo>
                  <a:lnTo>
                    <a:pt x="162166" y="28968"/>
                  </a:lnTo>
                  <a:close/>
                </a:path>
                <a:path w="219710" h="262255">
                  <a:moveTo>
                    <a:pt x="102158" y="28968"/>
                  </a:moveTo>
                  <a:lnTo>
                    <a:pt x="102158" y="15760"/>
                  </a:lnTo>
                  <a:lnTo>
                    <a:pt x="99999" y="10388"/>
                  </a:lnTo>
                  <a:lnTo>
                    <a:pt x="91325" y="2082"/>
                  </a:lnTo>
                  <a:lnTo>
                    <a:pt x="86029" y="0"/>
                  </a:lnTo>
                  <a:lnTo>
                    <a:pt x="73583" y="0"/>
                  </a:lnTo>
                  <a:lnTo>
                    <a:pt x="68300" y="2082"/>
                  </a:lnTo>
                  <a:lnTo>
                    <a:pt x="59626" y="10388"/>
                  </a:lnTo>
                  <a:lnTo>
                    <a:pt x="57454" y="15760"/>
                  </a:lnTo>
                  <a:lnTo>
                    <a:pt x="57454" y="28968"/>
                  </a:lnTo>
                  <a:lnTo>
                    <a:pt x="59626" y="34289"/>
                  </a:lnTo>
                  <a:lnTo>
                    <a:pt x="68300" y="42405"/>
                  </a:lnTo>
                  <a:lnTo>
                    <a:pt x="73583" y="44437"/>
                  </a:lnTo>
                  <a:lnTo>
                    <a:pt x="86029" y="44437"/>
                  </a:lnTo>
                  <a:lnTo>
                    <a:pt x="91325" y="42405"/>
                  </a:lnTo>
                  <a:lnTo>
                    <a:pt x="99999" y="34289"/>
                  </a:lnTo>
                  <a:lnTo>
                    <a:pt x="102158" y="28968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272955" y="1304797"/>
              <a:ext cx="102730" cy="155943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587115" y="1304797"/>
              <a:ext cx="166331" cy="158496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397808" y="1304797"/>
              <a:ext cx="163309" cy="155943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3778440" y="1250733"/>
              <a:ext cx="245745" cy="210185"/>
            </a:xfrm>
            <a:custGeom>
              <a:avLst/>
              <a:gdLst/>
              <a:ahLst/>
              <a:cxnLst/>
              <a:rect l="l" t="t" r="r" b="b"/>
              <a:pathLst>
                <a:path w="245745" h="210184">
                  <a:moveTo>
                    <a:pt x="177736" y="209994"/>
                  </a:moveTo>
                  <a:lnTo>
                    <a:pt x="108800" y="122237"/>
                  </a:lnTo>
                  <a:lnTo>
                    <a:pt x="172364" y="56603"/>
                  </a:lnTo>
                  <a:lnTo>
                    <a:pt x="108686" y="56603"/>
                  </a:lnTo>
                  <a:lnTo>
                    <a:pt x="53771" y="110032"/>
                  </a:lnTo>
                  <a:lnTo>
                    <a:pt x="53771" y="0"/>
                  </a:lnTo>
                  <a:lnTo>
                    <a:pt x="0" y="0"/>
                  </a:lnTo>
                  <a:lnTo>
                    <a:pt x="0" y="209994"/>
                  </a:lnTo>
                  <a:lnTo>
                    <a:pt x="44716" y="209994"/>
                  </a:lnTo>
                  <a:lnTo>
                    <a:pt x="53771" y="209994"/>
                  </a:lnTo>
                  <a:lnTo>
                    <a:pt x="53771" y="172491"/>
                  </a:lnTo>
                  <a:lnTo>
                    <a:pt x="65659" y="160375"/>
                  </a:lnTo>
                  <a:lnTo>
                    <a:pt x="69723" y="156235"/>
                  </a:lnTo>
                  <a:lnTo>
                    <a:pt x="108686" y="205041"/>
                  </a:lnTo>
                  <a:lnTo>
                    <a:pt x="112649" y="209994"/>
                  </a:lnTo>
                  <a:lnTo>
                    <a:pt x="177736" y="209994"/>
                  </a:lnTo>
                  <a:close/>
                </a:path>
                <a:path w="245745" h="210184">
                  <a:moveTo>
                    <a:pt x="245389" y="12"/>
                  </a:moveTo>
                  <a:lnTo>
                    <a:pt x="191617" y="12"/>
                  </a:lnTo>
                  <a:lnTo>
                    <a:pt x="191897" y="210007"/>
                  </a:lnTo>
                  <a:lnTo>
                    <a:pt x="245389" y="210007"/>
                  </a:lnTo>
                  <a:lnTo>
                    <a:pt x="245389" y="12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049014" y="1304797"/>
              <a:ext cx="166331" cy="158496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40339" y="1304797"/>
              <a:ext cx="102730" cy="155943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4364050" y="1233766"/>
              <a:ext cx="56515" cy="227329"/>
            </a:xfrm>
            <a:custGeom>
              <a:avLst/>
              <a:gdLst/>
              <a:ahLst/>
              <a:cxnLst/>
              <a:rect l="l" t="t" r="r" b="b"/>
              <a:pathLst>
                <a:path w="56514" h="227330">
                  <a:moveTo>
                    <a:pt x="54914" y="226974"/>
                  </a:moveTo>
                  <a:lnTo>
                    <a:pt x="54914" y="73863"/>
                  </a:lnTo>
                  <a:lnTo>
                    <a:pt x="1701" y="73574"/>
                  </a:lnTo>
                  <a:lnTo>
                    <a:pt x="1143" y="73571"/>
                  </a:lnTo>
                  <a:lnTo>
                    <a:pt x="1701" y="226974"/>
                  </a:lnTo>
                  <a:lnTo>
                    <a:pt x="54914" y="226974"/>
                  </a:lnTo>
                  <a:close/>
                </a:path>
                <a:path w="56514" h="227330">
                  <a:moveTo>
                    <a:pt x="56045" y="36029"/>
                  </a:moveTo>
                  <a:lnTo>
                    <a:pt x="56045" y="19799"/>
                  </a:lnTo>
                  <a:lnTo>
                    <a:pt x="53390" y="13207"/>
                  </a:lnTo>
                  <a:lnTo>
                    <a:pt x="42837" y="2628"/>
                  </a:lnTo>
                  <a:lnTo>
                    <a:pt x="36131" y="0"/>
                  </a:lnTo>
                  <a:lnTo>
                    <a:pt x="19900" y="0"/>
                  </a:lnTo>
                  <a:lnTo>
                    <a:pt x="13208" y="2628"/>
                  </a:lnTo>
                  <a:lnTo>
                    <a:pt x="2641" y="13207"/>
                  </a:lnTo>
                  <a:lnTo>
                    <a:pt x="0" y="19799"/>
                  </a:lnTo>
                  <a:lnTo>
                    <a:pt x="0" y="36029"/>
                  </a:lnTo>
                  <a:lnTo>
                    <a:pt x="2641" y="42773"/>
                  </a:lnTo>
                  <a:lnTo>
                    <a:pt x="13208" y="53149"/>
                  </a:lnTo>
                  <a:lnTo>
                    <a:pt x="19900" y="55752"/>
                  </a:lnTo>
                  <a:lnTo>
                    <a:pt x="28016" y="55752"/>
                  </a:lnTo>
                  <a:lnTo>
                    <a:pt x="36131" y="55562"/>
                  </a:lnTo>
                  <a:lnTo>
                    <a:pt x="42837" y="52920"/>
                  </a:lnTo>
                  <a:lnTo>
                    <a:pt x="53390" y="42735"/>
                  </a:lnTo>
                  <a:lnTo>
                    <a:pt x="56045" y="36029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8" name="object 48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515751" y="1304797"/>
            <a:ext cx="348322" cy="158496"/>
          </a:xfrm>
          <a:prstGeom prst="rect">
            <a:avLst/>
          </a:prstGeom>
        </p:spPr>
      </p:pic>
      <p:grpSp>
        <p:nvGrpSpPr>
          <p:cNvPr id="49" name="object 49" descr=""/>
          <p:cNvGrpSpPr/>
          <p:nvPr/>
        </p:nvGrpSpPr>
        <p:grpSpPr>
          <a:xfrm>
            <a:off x="4973967" y="1262633"/>
            <a:ext cx="904240" cy="265430"/>
            <a:chOff x="4973967" y="1262633"/>
            <a:chExt cx="904240" cy="265430"/>
          </a:xfrm>
        </p:grpSpPr>
        <p:pic>
          <p:nvPicPr>
            <p:cNvPr id="50" name="object 50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973967" y="1262633"/>
              <a:ext cx="828116" cy="264831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5824219" y="1307337"/>
              <a:ext cx="53975" cy="153670"/>
            </a:xfrm>
            <a:custGeom>
              <a:avLst/>
              <a:gdLst/>
              <a:ahLst/>
              <a:cxnLst/>
              <a:rect l="l" t="t" r="r" b="b"/>
              <a:pathLst>
                <a:path w="53975" h="153669">
                  <a:moveTo>
                    <a:pt x="53771" y="153403"/>
                  </a:moveTo>
                  <a:lnTo>
                    <a:pt x="53771" y="292"/>
                  </a:lnTo>
                  <a:lnTo>
                    <a:pt x="0" y="0"/>
                  </a:lnTo>
                  <a:lnTo>
                    <a:pt x="558" y="153403"/>
                  </a:lnTo>
                  <a:lnTo>
                    <a:pt x="53771" y="153403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2" name="object 52" descr=""/>
          <p:cNvGrpSpPr/>
          <p:nvPr/>
        </p:nvGrpSpPr>
        <p:grpSpPr>
          <a:xfrm>
            <a:off x="5997079" y="1233766"/>
            <a:ext cx="1483360" cy="284480"/>
            <a:chOff x="5997079" y="1233766"/>
            <a:chExt cx="1483360" cy="284480"/>
          </a:xfrm>
        </p:grpSpPr>
        <p:sp>
          <p:nvSpPr>
            <p:cNvPr id="53" name="object 53" descr=""/>
            <p:cNvSpPr/>
            <p:nvPr/>
          </p:nvSpPr>
          <p:spPr>
            <a:xfrm>
              <a:off x="5997079" y="1233766"/>
              <a:ext cx="1087120" cy="284480"/>
            </a:xfrm>
            <a:custGeom>
              <a:avLst/>
              <a:gdLst/>
              <a:ahLst/>
              <a:cxnLst/>
              <a:rect l="l" t="t" r="r" b="b"/>
              <a:pathLst>
                <a:path w="1087120" h="284480">
                  <a:moveTo>
                    <a:pt x="189230" y="28867"/>
                  </a:moveTo>
                  <a:lnTo>
                    <a:pt x="137160" y="28867"/>
                  </a:lnTo>
                  <a:lnTo>
                    <a:pt x="133350" y="28867"/>
                  </a:lnTo>
                  <a:lnTo>
                    <a:pt x="133350" y="103289"/>
                  </a:lnTo>
                  <a:lnTo>
                    <a:pt x="55880" y="103289"/>
                  </a:lnTo>
                  <a:lnTo>
                    <a:pt x="55880" y="28867"/>
                  </a:lnTo>
                  <a:lnTo>
                    <a:pt x="52070" y="28867"/>
                  </a:lnTo>
                  <a:lnTo>
                    <a:pt x="1270" y="28867"/>
                  </a:lnTo>
                  <a:lnTo>
                    <a:pt x="0" y="28867"/>
                  </a:lnTo>
                  <a:lnTo>
                    <a:pt x="0" y="37884"/>
                  </a:lnTo>
                  <a:lnTo>
                    <a:pt x="1270" y="37884"/>
                  </a:lnTo>
                  <a:lnTo>
                    <a:pt x="1270" y="226974"/>
                  </a:lnTo>
                  <a:lnTo>
                    <a:pt x="52070" y="226974"/>
                  </a:lnTo>
                  <a:lnTo>
                    <a:pt x="52070" y="149567"/>
                  </a:lnTo>
                  <a:lnTo>
                    <a:pt x="52412" y="149567"/>
                  </a:lnTo>
                  <a:lnTo>
                    <a:pt x="52412" y="226974"/>
                  </a:lnTo>
                  <a:lnTo>
                    <a:pt x="56375" y="226974"/>
                  </a:lnTo>
                  <a:lnTo>
                    <a:pt x="56375" y="149567"/>
                  </a:lnTo>
                  <a:lnTo>
                    <a:pt x="133350" y="149567"/>
                  </a:lnTo>
                  <a:lnTo>
                    <a:pt x="133350" y="149720"/>
                  </a:lnTo>
                  <a:lnTo>
                    <a:pt x="133070" y="149707"/>
                  </a:lnTo>
                  <a:lnTo>
                    <a:pt x="133070" y="226974"/>
                  </a:lnTo>
                  <a:lnTo>
                    <a:pt x="137033" y="226974"/>
                  </a:lnTo>
                  <a:lnTo>
                    <a:pt x="137033" y="149720"/>
                  </a:lnTo>
                  <a:lnTo>
                    <a:pt x="137160" y="149720"/>
                  </a:lnTo>
                  <a:lnTo>
                    <a:pt x="137160" y="226974"/>
                  </a:lnTo>
                  <a:lnTo>
                    <a:pt x="189230" y="226974"/>
                  </a:lnTo>
                  <a:lnTo>
                    <a:pt x="189230" y="28867"/>
                  </a:lnTo>
                  <a:close/>
                </a:path>
                <a:path w="1087120" h="284480">
                  <a:moveTo>
                    <a:pt x="279971" y="73863"/>
                  </a:moveTo>
                  <a:lnTo>
                    <a:pt x="226758" y="73583"/>
                  </a:lnTo>
                  <a:lnTo>
                    <a:pt x="226199" y="73571"/>
                  </a:lnTo>
                  <a:lnTo>
                    <a:pt x="226758" y="226974"/>
                  </a:lnTo>
                  <a:lnTo>
                    <a:pt x="279971" y="226974"/>
                  </a:lnTo>
                  <a:lnTo>
                    <a:pt x="279971" y="73863"/>
                  </a:lnTo>
                  <a:close/>
                </a:path>
                <a:path w="1087120" h="284480">
                  <a:moveTo>
                    <a:pt x="281101" y="19799"/>
                  </a:moveTo>
                  <a:lnTo>
                    <a:pt x="278460" y="13208"/>
                  </a:lnTo>
                  <a:lnTo>
                    <a:pt x="267893" y="2628"/>
                  </a:lnTo>
                  <a:lnTo>
                    <a:pt x="261188" y="0"/>
                  </a:lnTo>
                  <a:lnTo>
                    <a:pt x="244970" y="0"/>
                  </a:lnTo>
                  <a:lnTo>
                    <a:pt x="238277" y="2628"/>
                  </a:lnTo>
                  <a:lnTo>
                    <a:pt x="227698" y="13208"/>
                  </a:lnTo>
                  <a:lnTo>
                    <a:pt x="225056" y="19799"/>
                  </a:lnTo>
                  <a:lnTo>
                    <a:pt x="225056" y="36029"/>
                  </a:lnTo>
                  <a:lnTo>
                    <a:pt x="227698" y="42773"/>
                  </a:lnTo>
                  <a:lnTo>
                    <a:pt x="238277" y="53149"/>
                  </a:lnTo>
                  <a:lnTo>
                    <a:pt x="244970" y="55753"/>
                  </a:lnTo>
                  <a:lnTo>
                    <a:pt x="253072" y="55753"/>
                  </a:lnTo>
                  <a:lnTo>
                    <a:pt x="261188" y="55562"/>
                  </a:lnTo>
                  <a:lnTo>
                    <a:pt x="267893" y="52920"/>
                  </a:lnTo>
                  <a:lnTo>
                    <a:pt x="278460" y="42735"/>
                  </a:lnTo>
                  <a:lnTo>
                    <a:pt x="281101" y="36029"/>
                  </a:lnTo>
                  <a:lnTo>
                    <a:pt x="281101" y="19799"/>
                  </a:lnTo>
                  <a:close/>
                </a:path>
                <a:path w="1087120" h="284480">
                  <a:moveTo>
                    <a:pt x="492518" y="226961"/>
                  </a:moveTo>
                  <a:lnTo>
                    <a:pt x="423583" y="139204"/>
                  </a:lnTo>
                  <a:lnTo>
                    <a:pt x="487146" y="73571"/>
                  </a:lnTo>
                  <a:lnTo>
                    <a:pt x="423456" y="73571"/>
                  </a:lnTo>
                  <a:lnTo>
                    <a:pt x="368554" y="127000"/>
                  </a:lnTo>
                  <a:lnTo>
                    <a:pt x="368554" y="16967"/>
                  </a:lnTo>
                  <a:lnTo>
                    <a:pt x="314782" y="16967"/>
                  </a:lnTo>
                  <a:lnTo>
                    <a:pt x="314782" y="226961"/>
                  </a:lnTo>
                  <a:lnTo>
                    <a:pt x="359498" y="226961"/>
                  </a:lnTo>
                  <a:lnTo>
                    <a:pt x="368554" y="226961"/>
                  </a:lnTo>
                  <a:lnTo>
                    <a:pt x="368554" y="189458"/>
                  </a:lnTo>
                  <a:lnTo>
                    <a:pt x="380441" y="177342"/>
                  </a:lnTo>
                  <a:lnTo>
                    <a:pt x="384505" y="173202"/>
                  </a:lnTo>
                  <a:lnTo>
                    <a:pt x="427418" y="226961"/>
                  </a:lnTo>
                  <a:lnTo>
                    <a:pt x="492518" y="226961"/>
                  </a:lnTo>
                  <a:close/>
                </a:path>
                <a:path w="1087120" h="284480">
                  <a:moveTo>
                    <a:pt x="647306" y="141795"/>
                  </a:moveTo>
                  <a:lnTo>
                    <a:pt x="635774" y="97929"/>
                  </a:lnTo>
                  <a:lnTo>
                    <a:pt x="602068" y="75311"/>
                  </a:lnTo>
                  <a:lnTo>
                    <a:pt x="568921" y="71043"/>
                  </a:lnTo>
                  <a:lnTo>
                    <a:pt x="562978" y="71234"/>
                  </a:lnTo>
                  <a:lnTo>
                    <a:pt x="559866" y="71323"/>
                  </a:lnTo>
                  <a:lnTo>
                    <a:pt x="515607" y="81330"/>
                  </a:lnTo>
                  <a:lnTo>
                    <a:pt x="501421" y="88773"/>
                  </a:lnTo>
                  <a:lnTo>
                    <a:pt x="501269" y="88861"/>
                  </a:lnTo>
                  <a:lnTo>
                    <a:pt x="519391" y="125374"/>
                  </a:lnTo>
                  <a:lnTo>
                    <a:pt x="524675" y="121221"/>
                  </a:lnTo>
                  <a:lnTo>
                    <a:pt x="531088" y="117970"/>
                  </a:lnTo>
                  <a:lnTo>
                    <a:pt x="546176" y="113258"/>
                  </a:lnTo>
                  <a:lnTo>
                    <a:pt x="553631" y="112077"/>
                  </a:lnTo>
                  <a:lnTo>
                    <a:pt x="562978" y="112191"/>
                  </a:lnTo>
                  <a:lnTo>
                    <a:pt x="593534" y="130187"/>
                  </a:lnTo>
                  <a:lnTo>
                    <a:pt x="593534" y="136410"/>
                  </a:lnTo>
                  <a:lnTo>
                    <a:pt x="599198" y="136410"/>
                  </a:lnTo>
                  <a:lnTo>
                    <a:pt x="593534" y="136436"/>
                  </a:lnTo>
                  <a:lnTo>
                    <a:pt x="593534" y="164439"/>
                  </a:lnTo>
                  <a:lnTo>
                    <a:pt x="593534" y="177736"/>
                  </a:lnTo>
                  <a:lnTo>
                    <a:pt x="591273" y="183769"/>
                  </a:lnTo>
                  <a:lnTo>
                    <a:pt x="587743" y="188252"/>
                  </a:lnTo>
                  <a:lnTo>
                    <a:pt x="578116" y="194106"/>
                  </a:lnTo>
                  <a:lnTo>
                    <a:pt x="572782" y="195567"/>
                  </a:lnTo>
                  <a:lnTo>
                    <a:pt x="560705" y="195567"/>
                  </a:lnTo>
                  <a:lnTo>
                    <a:pt x="555802" y="194144"/>
                  </a:lnTo>
                  <a:lnTo>
                    <a:pt x="550773" y="190182"/>
                  </a:lnTo>
                  <a:lnTo>
                    <a:pt x="548589" y="188404"/>
                  </a:lnTo>
                  <a:lnTo>
                    <a:pt x="546836" y="184708"/>
                  </a:lnTo>
                  <a:lnTo>
                    <a:pt x="546836" y="175285"/>
                  </a:lnTo>
                  <a:lnTo>
                    <a:pt x="548589" y="171513"/>
                  </a:lnTo>
                  <a:lnTo>
                    <a:pt x="555561" y="165849"/>
                  </a:lnTo>
                  <a:lnTo>
                    <a:pt x="560705" y="164655"/>
                  </a:lnTo>
                  <a:lnTo>
                    <a:pt x="560997" y="164592"/>
                  </a:lnTo>
                  <a:lnTo>
                    <a:pt x="561505" y="164465"/>
                  </a:lnTo>
                  <a:lnTo>
                    <a:pt x="593534" y="164439"/>
                  </a:lnTo>
                  <a:lnTo>
                    <a:pt x="593534" y="136436"/>
                  </a:lnTo>
                  <a:lnTo>
                    <a:pt x="559866" y="136512"/>
                  </a:lnTo>
                  <a:lnTo>
                    <a:pt x="555802" y="136639"/>
                  </a:lnTo>
                  <a:lnTo>
                    <a:pt x="551942" y="136753"/>
                  </a:lnTo>
                  <a:lnTo>
                    <a:pt x="550773" y="136855"/>
                  </a:lnTo>
                  <a:lnTo>
                    <a:pt x="541667" y="137769"/>
                  </a:lnTo>
                  <a:lnTo>
                    <a:pt x="541401" y="137795"/>
                  </a:lnTo>
                  <a:lnTo>
                    <a:pt x="506082" y="152920"/>
                  </a:lnTo>
                  <a:lnTo>
                    <a:pt x="494766" y="182257"/>
                  </a:lnTo>
                  <a:lnTo>
                    <a:pt x="494766" y="191135"/>
                  </a:lnTo>
                  <a:lnTo>
                    <a:pt x="520801" y="223304"/>
                  </a:lnTo>
                  <a:lnTo>
                    <a:pt x="546176" y="229273"/>
                  </a:lnTo>
                  <a:lnTo>
                    <a:pt x="546836" y="229311"/>
                  </a:lnTo>
                  <a:lnTo>
                    <a:pt x="584339" y="221462"/>
                  </a:lnTo>
                  <a:lnTo>
                    <a:pt x="593534" y="212750"/>
                  </a:lnTo>
                  <a:lnTo>
                    <a:pt x="594639" y="211455"/>
                  </a:lnTo>
                  <a:lnTo>
                    <a:pt x="597217" y="206857"/>
                  </a:lnTo>
                  <a:lnTo>
                    <a:pt x="597217" y="226974"/>
                  </a:lnTo>
                  <a:lnTo>
                    <a:pt x="600900" y="226974"/>
                  </a:lnTo>
                  <a:lnTo>
                    <a:pt x="647306" y="226974"/>
                  </a:lnTo>
                  <a:lnTo>
                    <a:pt x="647306" y="141795"/>
                  </a:lnTo>
                  <a:close/>
                </a:path>
                <a:path w="1087120" h="284480">
                  <a:moveTo>
                    <a:pt x="841578" y="73571"/>
                  </a:moveTo>
                  <a:lnTo>
                    <a:pt x="790359" y="73571"/>
                  </a:lnTo>
                  <a:lnTo>
                    <a:pt x="752449" y="167309"/>
                  </a:lnTo>
                  <a:lnTo>
                    <a:pt x="714781" y="73571"/>
                  </a:lnTo>
                  <a:lnTo>
                    <a:pt x="659599" y="73571"/>
                  </a:lnTo>
                  <a:lnTo>
                    <a:pt x="725398" y="229146"/>
                  </a:lnTo>
                  <a:lnTo>
                    <a:pt x="724496" y="231228"/>
                  </a:lnTo>
                  <a:lnTo>
                    <a:pt x="721588" y="235369"/>
                  </a:lnTo>
                  <a:lnTo>
                    <a:pt x="714781" y="240665"/>
                  </a:lnTo>
                  <a:lnTo>
                    <a:pt x="710158" y="241973"/>
                  </a:lnTo>
                  <a:lnTo>
                    <a:pt x="700163" y="241973"/>
                  </a:lnTo>
                  <a:lnTo>
                    <a:pt x="695960" y="241173"/>
                  </a:lnTo>
                  <a:lnTo>
                    <a:pt x="687476" y="237972"/>
                  </a:lnTo>
                  <a:lnTo>
                    <a:pt x="683755" y="235750"/>
                  </a:lnTo>
                  <a:lnTo>
                    <a:pt x="680542" y="232918"/>
                  </a:lnTo>
                  <a:lnTo>
                    <a:pt x="661860" y="270560"/>
                  </a:lnTo>
                  <a:lnTo>
                    <a:pt x="666953" y="274713"/>
                  </a:lnTo>
                  <a:lnTo>
                    <a:pt x="673608" y="278066"/>
                  </a:lnTo>
                  <a:lnTo>
                    <a:pt x="690016" y="283159"/>
                  </a:lnTo>
                  <a:lnTo>
                    <a:pt x="698182" y="284429"/>
                  </a:lnTo>
                  <a:lnTo>
                    <a:pt x="706297" y="284429"/>
                  </a:lnTo>
                  <a:lnTo>
                    <a:pt x="713765" y="284149"/>
                  </a:lnTo>
                  <a:lnTo>
                    <a:pt x="720902" y="283298"/>
                  </a:lnTo>
                  <a:lnTo>
                    <a:pt x="726960" y="282041"/>
                  </a:lnTo>
                  <a:lnTo>
                    <a:pt x="727240" y="281990"/>
                  </a:lnTo>
                  <a:lnTo>
                    <a:pt x="762114" y="258076"/>
                  </a:lnTo>
                  <a:lnTo>
                    <a:pt x="775360" y="233210"/>
                  </a:lnTo>
                  <a:lnTo>
                    <a:pt x="841578" y="73571"/>
                  </a:lnTo>
                  <a:close/>
                </a:path>
                <a:path w="1087120" h="284480">
                  <a:moveTo>
                    <a:pt x="1007910" y="148983"/>
                  </a:moveTo>
                  <a:lnTo>
                    <a:pt x="996962" y="107251"/>
                  </a:lnTo>
                  <a:lnTo>
                    <a:pt x="967244" y="80225"/>
                  </a:lnTo>
                  <a:lnTo>
                    <a:pt x="958049" y="76377"/>
                  </a:lnTo>
                  <a:lnTo>
                    <a:pt x="958049" y="135001"/>
                  </a:lnTo>
                  <a:lnTo>
                    <a:pt x="958049" y="135559"/>
                  </a:lnTo>
                  <a:lnTo>
                    <a:pt x="894486" y="135559"/>
                  </a:lnTo>
                  <a:lnTo>
                    <a:pt x="895540" y="130708"/>
                  </a:lnTo>
                  <a:lnTo>
                    <a:pt x="900823" y="120319"/>
                  </a:lnTo>
                  <a:lnTo>
                    <a:pt x="904557" y="116319"/>
                  </a:lnTo>
                  <a:lnTo>
                    <a:pt x="914184" y="110655"/>
                  </a:lnTo>
                  <a:lnTo>
                    <a:pt x="919784" y="109232"/>
                  </a:lnTo>
                  <a:lnTo>
                    <a:pt x="932624" y="109232"/>
                  </a:lnTo>
                  <a:lnTo>
                    <a:pt x="958049" y="135001"/>
                  </a:lnTo>
                  <a:lnTo>
                    <a:pt x="958049" y="76377"/>
                  </a:lnTo>
                  <a:lnTo>
                    <a:pt x="925918" y="71031"/>
                  </a:lnTo>
                  <a:lnTo>
                    <a:pt x="914184" y="71666"/>
                  </a:lnTo>
                  <a:lnTo>
                    <a:pt x="873506" y="86601"/>
                  </a:lnTo>
                  <a:lnTo>
                    <a:pt x="847699" y="118402"/>
                  </a:lnTo>
                  <a:lnTo>
                    <a:pt x="841578" y="149999"/>
                  </a:lnTo>
                  <a:lnTo>
                    <a:pt x="842251" y="160858"/>
                  </a:lnTo>
                  <a:lnTo>
                    <a:pt x="842251" y="161061"/>
                  </a:lnTo>
                  <a:lnTo>
                    <a:pt x="844296" y="171310"/>
                  </a:lnTo>
                  <a:lnTo>
                    <a:pt x="844296" y="171475"/>
                  </a:lnTo>
                  <a:lnTo>
                    <a:pt x="847864" y="181597"/>
                  </a:lnTo>
                  <a:lnTo>
                    <a:pt x="874610" y="213550"/>
                  </a:lnTo>
                  <a:lnTo>
                    <a:pt x="894486" y="223621"/>
                  </a:lnTo>
                  <a:lnTo>
                    <a:pt x="894715" y="223723"/>
                  </a:lnTo>
                  <a:lnTo>
                    <a:pt x="906145" y="226949"/>
                  </a:lnTo>
                  <a:lnTo>
                    <a:pt x="918184" y="228854"/>
                  </a:lnTo>
                  <a:lnTo>
                    <a:pt x="919784" y="228955"/>
                  </a:lnTo>
                  <a:lnTo>
                    <a:pt x="931583" y="229527"/>
                  </a:lnTo>
                  <a:lnTo>
                    <a:pt x="936993" y="229336"/>
                  </a:lnTo>
                  <a:lnTo>
                    <a:pt x="938237" y="229285"/>
                  </a:lnTo>
                  <a:lnTo>
                    <a:pt x="940828" y="229184"/>
                  </a:lnTo>
                  <a:lnTo>
                    <a:pt x="942238" y="229133"/>
                  </a:lnTo>
                  <a:lnTo>
                    <a:pt x="951636" y="228003"/>
                  </a:lnTo>
                  <a:lnTo>
                    <a:pt x="952169" y="227939"/>
                  </a:lnTo>
                  <a:lnTo>
                    <a:pt x="990955" y="210477"/>
                  </a:lnTo>
                  <a:lnTo>
                    <a:pt x="991120" y="210350"/>
                  </a:lnTo>
                  <a:lnTo>
                    <a:pt x="996962" y="204622"/>
                  </a:lnTo>
                  <a:lnTo>
                    <a:pt x="968654" y="175183"/>
                  </a:lnTo>
                  <a:lnTo>
                    <a:pt x="963371" y="179717"/>
                  </a:lnTo>
                  <a:lnTo>
                    <a:pt x="958049" y="183057"/>
                  </a:lnTo>
                  <a:lnTo>
                    <a:pt x="947851" y="187185"/>
                  </a:lnTo>
                  <a:lnTo>
                    <a:pt x="947572" y="187286"/>
                  </a:lnTo>
                  <a:lnTo>
                    <a:pt x="947293" y="187401"/>
                  </a:lnTo>
                  <a:lnTo>
                    <a:pt x="940828" y="188480"/>
                  </a:lnTo>
                  <a:lnTo>
                    <a:pt x="925169" y="188480"/>
                  </a:lnTo>
                  <a:lnTo>
                    <a:pt x="895261" y="163868"/>
                  </a:lnTo>
                  <a:lnTo>
                    <a:pt x="978560" y="163868"/>
                  </a:lnTo>
                  <a:lnTo>
                    <a:pt x="1007148" y="163868"/>
                  </a:lnTo>
                  <a:lnTo>
                    <a:pt x="1007300" y="162115"/>
                  </a:lnTo>
                  <a:lnTo>
                    <a:pt x="1007910" y="154609"/>
                  </a:lnTo>
                  <a:lnTo>
                    <a:pt x="1007910" y="148983"/>
                  </a:lnTo>
                  <a:close/>
                </a:path>
                <a:path w="1087120" h="284480">
                  <a:moveTo>
                    <a:pt x="1086675" y="16979"/>
                  </a:moveTo>
                  <a:lnTo>
                    <a:pt x="1032903" y="16979"/>
                  </a:lnTo>
                  <a:lnTo>
                    <a:pt x="1033183" y="226974"/>
                  </a:lnTo>
                  <a:lnTo>
                    <a:pt x="1086675" y="226974"/>
                  </a:lnTo>
                  <a:lnTo>
                    <a:pt x="1086675" y="16979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108939" y="1304798"/>
              <a:ext cx="166331" cy="158496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300264" y="1304798"/>
              <a:ext cx="102743" cy="155943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7423988" y="1233766"/>
              <a:ext cx="56515" cy="227329"/>
            </a:xfrm>
            <a:custGeom>
              <a:avLst/>
              <a:gdLst/>
              <a:ahLst/>
              <a:cxnLst/>
              <a:rect l="l" t="t" r="r" b="b"/>
              <a:pathLst>
                <a:path w="56515" h="227330">
                  <a:moveTo>
                    <a:pt x="54902" y="226974"/>
                  </a:moveTo>
                  <a:lnTo>
                    <a:pt x="54902" y="73863"/>
                  </a:lnTo>
                  <a:lnTo>
                    <a:pt x="1689" y="73574"/>
                  </a:lnTo>
                  <a:lnTo>
                    <a:pt x="1130" y="73571"/>
                  </a:lnTo>
                  <a:lnTo>
                    <a:pt x="1689" y="226974"/>
                  </a:lnTo>
                  <a:lnTo>
                    <a:pt x="54902" y="226974"/>
                  </a:lnTo>
                  <a:close/>
                </a:path>
                <a:path w="56515" h="227330">
                  <a:moveTo>
                    <a:pt x="56032" y="36029"/>
                  </a:moveTo>
                  <a:lnTo>
                    <a:pt x="56032" y="19799"/>
                  </a:lnTo>
                  <a:lnTo>
                    <a:pt x="53390" y="13208"/>
                  </a:lnTo>
                  <a:lnTo>
                    <a:pt x="42824" y="2628"/>
                  </a:lnTo>
                  <a:lnTo>
                    <a:pt x="36118" y="0"/>
                  </a:lnTo>
                  <a:lnTo>
                    <a:pt x="19900" y="0"/>
                  </a:lnTo>
                  <a:lnTo>
                    <a:pt x="13208" y="2628"/>
                  </a:lnTo>
                  <a:lnTo>
                    <a:pt x="2628" y="13208"/>
                  </a:lnTo>
                  <a:lnTo>
                    <a:pt x="0" y="19799"/>
                  </a:lnTo>
                  <a:lnTo>
                    <a:pt x="0" y="36029"/>
                  </a:lnTo>
                  <a:lnTo>
                    <a:pt x="2628" y="42773"/>
                  </a:lnTo>
                  <a:lnTo>
                    <a:pt x="13208" y="53149"/>
                  </a:lnTo>
                  <a:lnTo>
                    <a:pt x="19900" y="55753"/>
                  </a:lnTo>
                  <a:lnTo>
                    <a:pt x="28016" y="55753"/>
                  </a:lnTo>
                  <a:lnTo>
                    <a:pt x="36118" y="55562"/>
                  </a:lnTo>
                  <a:lnTo>
                    <a:pt x="42824" y="52920"/>
                  </a:lnTo>
                  <a:lnTo>
                    <a:pt x="53390" y="42735"/>
                  </a:lnTo>
                  <a:lnTo>
                    <a:pt x="56032" y="36029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7" name="object 57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861409" y="1785232"/>
            <a:ext cx="4003916" cy="4345203"/>
          </a:xfrm>
          <a:prstGeom prst="rect">
            <a:avLst/>
          </a:prstGeom>
        </p:spPr>
      </p:pic>
      <p:sp>
        <p:nvSpPr>
          <p:cNvPr id="58" name="object 58" descr=""/>
          <p:cNvSpPr txBox="1"/>
          <p:nvPr/>
        </p:nvSpPr>
        <p:spPr>
          <a:xfrm>
            <a:off x="1065126" y="1971687"/>
            <a:ext cx="225425" cy="2863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00" spc="1010">
                <a:solidFill>
                  <a:srgbClr val="F49E0A"/>
                </a:solidFill>
                <a:latin typeface="Arial Narrow"/>
                <a:cs typeface="Arial Narrow"/>
              </a:rPr>
              <a:t>•</a:t>
            </a:r>
            <a:endParaRPr sz="1700">
              <a:latin typeface="Arial Narrow"/>
              <a:cs typeface="Arial Narrow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1165016" y="3179085"/>
            <a:ext cx="182245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80">
                <a:solidFill>
                  <a:srgbClr val="334054"/>
                </a:solidFill>
                <a:latin typeface="Arial Narrow"/>
                <a:cs typeface="Arial Narrow"/>
              </a:rPr>
              <a:t>h</a:t>
            </a:r>
            <a:r>
              <a:rPr dirty="0" sz="850" spc="-75">
                <a:solidFill>
                  <a:srgbClr val="334054"/>
                </a:solidFill>
                <a:latin typeface="Arial Narrow"/>
                <a:cs typeface="Arial Narrow"/>
              </a:rPr>
              <a:t> b </a:t>
            </a:r>
            <a:r>
              <a:rPr dirty="0" sz="850">
                <a:solidFill>
                  <a:srgbClr val="334054"/>
                </a:solidFill>
                <a:latin typeface="Arial Narrow"/>
                <a:cs typeface="Arial Narrow"/>
              </a:rPr>
              <a:t>mov-</a:t>
            </a:r>
            <a:r>
              <a:rPr dirty="0" sz="850" spc="10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-60">
                <a:solidFill>
                  <a:srgbClr val="334054"/>
                </a:solidFill>
                <a:latin typeface="Arial Narrow"/>
                <a:cs typeface="Arial Narrow"/>
              </a:rPr>
              <a:t>b</a:t>
            </a:r>
            <a:r>
              <a:rPr dirty="0" sz="850" spc="-90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-75">
                <a:solidFill>
                  <a:srgbClr val="334054"/>
                </a:solidFill>
                <a:latin typeface="Arial Narrow"/>
                <a:cs typeface="Arial Narrow"/>
              </a:rPr>
              <a:t>b </a:t>
            </a:r>
            <a:r>
              <a:rPr dirty="0" sz="850" spc="75">
                <a:solidFill>
                  <a:srgbClr val="334054"/>
                </a:solidFill>
                <a:latin typeface="Arial Narrow"/>
                <a:cs typeface="Arial Narrow"/>
              </a:rPr>
              <a:t>kery-</a:t>
            </a:r>
            <a:r>
              <a:rPr dirty="0" sz="850" spc="10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-65">
                <a:solidFill>
                  <a:srgbClr val="334054"/>
                </a:solidFill>
                <a:latin typeface="Arial Narrow"/>
                <a:cs typeface="Arial Narrow"/>
              </a:rPr>
              <a:t>c</a:t>
            </a:r>
            <a:r>
              <a:rPr dirty="0" sz="850" spc="-60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>
                <a:solidFill>
                  <a:srgbClr val="334054"/>
                </a:solidFill>
                <a:latin typeface="Arial Narrow"/>
                <a:cs typeface="Arial Narrow"/>
              </a:rPr>
              <a:t>o</a:t>
            </a:r>
            <a:r>
              <a:rPr dirty="0" sz="850" spc="245">
                <a:solidFill>
                  <a:srgbClr val="334054"/>
                </a:solidFill>
                <a:latin typeface="Arial Narrow"/>
                <a:cs typeface="Arial Narrow"/>
              </a:rPr>
              <a:t>  </a:t>
            </a:r>
            <a:r>
              <a:rPr dirty="0" sz="850" spc="-10">
                <a:solidFill>
                  <a:srgbClr val="334054"/>
                </a:solidFill>
                <a:latin typeface="Arial Narrow"/>
                <a:cs typeface="Arial Narrow"/>
              </a:rPr>
              <a:t>ec</a:t>
            </a:r>
            <a:r>
              <a:rPr dirty="0" sz="850" spc="-60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229">
                <a:solidFill>
                  <a:srgbClr val="334054"/>
                </a:solidFill>
                <a:latin typeface="Arial Narrow"/>
                <a:cs typeface="Arial Narrow"/>
              </a:rPr>
              <a:t>t</a:t>
            </a:r>
            <a:r>
              <a:rPr dirty="0" sz="850" spc="250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-260">
                <a:solidFill>
                  <a:srgbClr val="334054"/>
                </a:solidFill>
                <a:latin typeface="Arial Narrow"/>
                <a:cs typeface="Arial Narrow"/>
              </a:rPr>
              <a:t>e</a:t>
            </a:r>
            <a:r>
              <a:rPr dirty="0" sz="850" spc="125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80">
                <a:solidFill>
                  <a:srgbClr val="334054"/>
                </a:solidFill>
                <a:latin typeface="Arial Narrow"/>
                <a:cs typeface="Arial Narrow"/>
              </a:rPr>
              <a:t>lovb</a:t>
            </a:r>
            <a:r>
              <a:rPr dirty="0" sz="850" spc="-75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-60">
                <a:solidFill>
                  <a:srgbClr val="334054"/>
                </a:solidFill>
                <a:latin typeface="Arial Narrow"/>
                <a:cs typeface="Arial Narrow"/>
              </a:rPr>
              <a:t>b</a:t>
            </a:r>
            <a:r>
              <a:rPr dirty="0" sz="850" spc="-95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145">
                <a:solidFill>
                  <a:srgbClr val="334054"/>
                </a:solidFill>
                <a:latin typeface="Arial Narrow"/>
                <a:cs typeface="Arial Narrow"/>
              </a:rPr>
              <a:t>l</a:t>
            </a:r>
            <a:r>
              <a:rPr dirty="0" sz="850" spc="-70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-50">
                <a:solidFill>
                  <a:srgbClr val="334054"/>
                </a:solidFill>
                <a:latin typeface="Arial Narrow"/>
                <a:cs typeface="Arial Narrow"/>
              </a:rPr>
              <a:t>e</a:t>
            </a:r>
            <a:r>
              <a:rPr dirty="0" sz="850" spc="-100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-260">
                <a:solidFill>
                  <a:srgbClr val="334054"/>
                </a:solidFill>
                <a:latin typeface="Arial Narrow"/>
                <a:cs typeface="Arial Narrow"/>
              </a:rPr>
              <a:t>e</a:t>
            </a:r>
            <a:r>
              <a:rPr dirty="0" sz="850" spc="125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-75">
                <a:solidFill>
                  <a:srgbClr val="334054"/>
                </a:solidFill>
                <a:latin typeface="Arial Narrow"/>
                <a:cs typeface="Arial Narrow"/>
              </a:rPr>
              <a:t>b</a:t>
            </a:r>
            <a:r>
              <a:rPr dirty="0" sz="850" spc="-80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-60">
                <a:solidFill>
                  <a:srgbClr val="334054"/>
                </a:solidFill>
                <a:latin typeface="Arial Narrow"/>
                <a:cs typeface="Arial Narrow"/>
              </a:rPr>
              <a:t>p</a:t>
            </a:r>
            <a:r>
              <a:rPr dirty="0" sz="850" spc="-90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-80">
                <a:solidFill>
                  <a:srgbClr val="334054"/>
                </a:solidFill>
                <a:latin typeface="Arial Narrow"/>
                <a:cs typeface="Arial Narrow"/>
              </a:rPr>
              <a:t>p</a:t>
            </a:r>
            <a:endParaRPr sz="850">
              <a:latin typeface="Arial Narrow"/>
              <a:cs typeface="Arial Narrow"/>
            </a:endParaRPr>
          </a:p>
        </p:txBody>
      </p:sp>
      <p:pic>
        <p:nvPicPr>
          <p:cNvPr id="60" name="object 60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198294" y="1785232"/>
            <a:ext cx="4012247" cy="4345203"/>
          </a:xfrm>
          <a:prstGeom prst="rect">
            <a:avLst/>
          </a:prstGeom>
        </p:spPr>
      </p:pic>
      <p:sp>
        <p:nvSpPr>
          <p:cNvPr id="61" name="object 61" descr=""/>
          <p:cNvSpPr txBox="1"/>
          <p:nvPr/>
        </p:nvSpPr>
        <p:spPr>
          <a:xfrm>
            <a:off x="5404106" y="1971687"/>
            <a:ext cx="225425" cy="2863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00">
                <a:solidFill>
                  <a:srgbClr val="0EA5E9"/>
                </a:solidFill>
                <a:latin typeface="Arial Narrow"/>
                <a:cs typeface="Arial Narrow"/>
              </a:rPr>
              <a:t> </a:t>
            </a:r>
            <a:endParaRPr sz="1700">
              <a:latin typeface="Arial Narrow"/>
              <a:cs typeface="Arial Narrow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5503996" y="3179085"/>
            <a:ext cx="3070860" cy="272415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919"/>
              </a:lnSpc>
              <a:spcBef>
                <a:spcPts val="219"/>
              </a:spcBef>
            </a:pPr>
            <a:r>
              <a:rPr dirty="0" sz="850" spc="204">
                <a:solidFill>
                  <a:srgbClr val="334054"/>
                </a:solidFill>
                <a:latin typeface="Arial Narrow"/>
                <a:cs typeface="Arial Narrow"/>
              </a:rPr>
              <a:t>r</a:t>
            </a:r>
            <a:r>
              <a:rPr dirty="0" sz="850" spc="260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155">
                <a:solidFill>
                  <a:srgbClr val="334054"/>
                </a:solidFill>
                <a:latin typeface="Arial Narrow"/>
                <a:cs typeface="Arial Narrow"/>
              </a:rPr>
              <a:t>wtri</a:t>
            </a:r>
            <a:r>
              <a:rPr dirty="0" sz="850" spc="254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55">
                <a:solidFill>
                  <a:srgbClr val="334054"/>
                </a:solidFill>
                <a:latin typeface="Arial Narrow"/>
                <a:cs typeface="Arial Narrow"/>
              </a:rPr>
              <a:t>ve</a:t>
            </a:r>
            <a:r>
              <a:rPr dirty="0" sz="850" spc="260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130">
                <a:solidFill>
                  <a:srgbClr val="334054"/>
                </a:solidFill>
                <a:latin typeface="Arial Narrow"/>
                <a:cs typeface="Arial Narrow"/>
              </a:rPr>
              <a:t>tgro</a:t>
            </a:r>
            <a:r>
              <a:rPr dirty="0" sz="850" spc="254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-60">
                <a:solidFill>
                  <a:srgbClr val="334054"/>
                </a:solidFill>
                <a:latin typeface="Arial Narrow"/>
                <a:cs typeface="Arial Narrow"/>
              </a:rPr>
              <a:t>p</a:t>
            </a:r>
            <a:r>
              <a:rPr dirty="0" sz="850" spc="-85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>
                <a:solidFill>
                  <a:srgbClr val="334054"/>
                </a:solidFill>
                <a:latin typeface="Arial Narrow"/>
                <a:cs typeface="Arial Narrow"/>
              </a:rPr>
              <a:t>-</a:t>
            </a:r>
            <a:r>
              <a:rPr dirty="0" sz="850" spc="15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-75">
                <a:solidFill>
                  <a:srgbClr val="334054"/>
                </a:solidFill>
                <a:latin typeface="Arial Narrow"/>
                <a:cs typeface="Arial Narrow"/>
              </a:rPr>
              <a:t>b</a:t>
            </a:r>
            <a:r>
              <a:rPr dirty="0" sz="850" spc="-70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145">
                <a:solidFill>
                  <a:srgbClr val="334054"/>
                </a:solidFill>
                <a:latin typeface="Arial Narrow"/>
                <a:cs typeface="Arial Narrow"/>
              </a:rPr>
              <a:t>l</a:t>
            </a:r>
            <a:r>
              <a:rPr dirty="0" sz="850" spc="-70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>
                <a:solidFill>
                  <a:srgbClr val="334054"/>
                </a:solidFill>
                <a:latin typeface="Arial Narrow"/>
                <a:cs typeface="Arial Narrow"/>
              </a:rPr>
              <a:t>te</a:t>
            </a:r>
            <a:r>
              <a:rPr dirty="0" sz="850" spc="135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114">
                <a:solidFill>
                  <a:srgbClr val="334054"/>
                </a:solidFill>
                <a:latin typeface="Arial Narrow"/>
                <a:cs typeface="Arial Narrow"/>
              </a:rPr>
              <a:t>gith</a:t>
            </a:r>
            <a:r>
              <a:rPr dirty="0" sz="850" spc="395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-60">
                <a:solidFill>
                  <a:srgbClr val="334054"/>
                </a:solidFill>
                <a:latin typeface="Arial Narrow"/>
                <a:cs typeface="Arial Narrow"/>
              </a:rPr>
              <a:t>b</a:t>
            </a:r>
            <a:r>
              <a:rPr dirty="0" sz="850" spc="-90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-260">
                <a:solidFill>
                  <a:srgbClr val="334054"/>
                </a:solidFill>
                <a:latin typeface="Arial Narrow"/>
                <a:cs typeface="Arial Narrow"/>
              </a:rPr>
              <a:t>e</a:t>
            </a:r>
            <a:r>
              <a:rPr dirty="0" sz="850" spc="135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145">
                <a:solidFill>
                  <a:srgbClr val="334054"/>
                </a:solidFill>
                <a:latin typeface="Arial Narrow"/>
                <a:cs typeface="Arial Narrow"/>
              </a:rPr>
              <a:t>io/</a:t>
            </a:r>
            <a:r>
              <a:rPr dirty="0" sz="850" spc="-85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-140">
                <a:solidFill>
                  <a:srgbClr val="334054"/>
                </a:solidFill>
                <a:latin typeface="Arial Narrow"/>
                <a:cs typeface="Arial Narrow"/>
              </a:rPr>
              <a:t>NE</a:t>
            </a:r>
            <a:r>
              <a:rPr dirty="0" sz="850" spc="-40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114">
                <a:solidFill>
                  <a:srgbClr val="334054"/>
                </a:solidFill>
                <a:latin typeface="Arial Narrow"/>
                <a:cs typeface="Arial Narrow"/>
              </a:rPr>
              <a:t>.-</a:t>
            </a:r>
            <a:r>
              <a:rPr dirty="0" sz="850" spc="15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>
                <a:solidFill>
                  <a:srgbClr val="334054"/>
                </a:solidFill>
                <a:latin typeface="Arial Narrow"/>
                <a:cs typeface="Arial Narrow"/>
              </a:rPr>
              <a:t>SI</a:t>
            </a:r>
            <a:r>
              <a:rPr dirty="0" sz="850" spc="-55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-95">
                <a:solidFill>
                  <a:srgbClr val="334054"/>
                </a:solidFill>
                <a:latin typeface="Arial Narrow"/>
                <a:cs typeface="Arial Narrow"/>
              </a:rPr>
              <a:t>TE</a:t>
            </a:r>
            <a:r>
              <a:rPr dirty="0" sz="850" spc="-40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>
                <a:solidFill>
                  <a:srgbClr val="334054"/>
                </a:solidFill>
                <a:latin typeface="Arial Narrow"/>
                <a:cs typeface="Arial Narrow"/>
              </a:rPr>
              <a:t>-</a:t>
            </a:r>
            <a:r>
              <a:rPr dirty="0" sz="850" spc="15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-80">
                <a:solidFill>
                  <a:srgbClr val="334054"/>
                </a:solidFill>
                <a:latin typeface="Arial Narrow"/>
                <a:cs typeface="Arial Narrow"/>
              </a:rPr>
              <a:t>PROJ</a:t>
            </a:r>
            <a:r>
              <a:rPr dirty="0" sz="850" spc="-20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-190">
                <a:solidFill>
                  <a:srgbClr val="334054"/>
                </a:solidFill>
                <a:latin typeface="Arial Narrow"/>
                <a:cs typeface="Arial Narrow"/>
              </a:rPr>
              <a:t>E</a:t>
            </a:r>
            <a:r>
              <a:rPr dirty="0" sz="850" spc="-40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>
                <a:solidFill>
                  <a:srgbClr val="334054"/>
                </a:solidFill>
                <a:latin typeface="Arial Narrow"/>
                <a:cs typeface="Arial Narrow"/>
              </a:rPr>
              <a:t>CT/#bb</a:t>
            </a:r>
            <a:r>
              <a:rPr dirty="0" sz="850" spc="390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-75">
                <a:solidFill>
                  <a:srgbClr val="334054"/>
                </a:solidFill>
                <a:latin typeface="Arial Narrow"/>
                <a:cs typeface="Arial Narrow"/>
              </a:rPr>
              <a:t>b </a:t>
            </a:r>
            <a:r>
              <a:rPr dirty="0" sz="850" spc="175">
                <a:solidFill>
                  <a:srgbClr val="334054"/>
                </a:solidFill>
                <a:latin typeface="Arial Narrow"/>
                <a:cs typeface="Arial Narrow"/>
              </a:rPr>
              <a:t>ri</a:t>
            </a:r>
            <a:r>
              <a:rPr dirty="0" sz="850" spc="-65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-90">
                <a:solidFill>
                  <a:srgbClr val="334054"/>
                </a:solidFill>
                <a:latin typeface="Arial Narrow"/>
                <a:cs typeface="Arial Narrow"/>
              </a:rPr>
              <a:t>-</a:t>
            </a:r>
            <a:r>
              <a:rPr dirty="0" sz="850" spc="500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-80">
                <a:solidFill>
                  <a:srgbClr val="334054"/>
                </a:solidFill>
                <a:latin typeface="Arial Narrow"/>
                <a:cs typeface="Arial Narrow"/>
              </a:rPr>
              <a:t>h </a:t>
            </a:r>
            <a:r>
              <a:rPr dirty="0" sz="850" spc="145">
                <a:solidFill>
                  <a:srgbClr val="334054"/>
                </a:solidFill>
                <a:latin typeface="Arial Narrow"/>
                <a:cs typeface="Arial Narrow"/>
              </a:rPr>
              <a:t>i</a:t>
            </a:r>
            <a:r>
              <a:rPr dirty="0" sz="850" spc="-70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>
                <a:solidFill>
                  <a:srgbClr val="334054"/>
                </a:solidFill>
                <a:latin typeface="Arial Narrow"/>
                <a:cs typeface="Arial Narrow"/>
              </a:rPr>
              <a:t>kb</a:t>
            </a:r>
            <a:r>
              <a:rPr dirty="0" sz="850" spc="-75">
                <a:solidFill>
                  <a:srgbClr val="334054"/>
                </a:solidFill>
                <a:latin typeface="Arial Narrow"/>
                <a:cs typeface="Arial Narrow"/>
              </a:rPr>
              <a:t> </a:t>
            </a:r>
            <a:r>
              <a:rPr dirty="0" sz="850" spc="114">
                <a:solidFill>
                  <a:srgbClr val="334054"/>
                </a:solidFill>
                <a:latin typeface="Arial Narrow"/>
                <a:cs typeface="Arial Narrow"/>
              </a:rPr>
              <a:t>yeleri</a:t>
            </a:r>
            <a:endParaRPr sz="850">
              <a:latin typeface="Arial Narrow"/>
              <a:cs typeface="Arial Narrow"/>
            </a:endParaRPr>
          </a:p>
        </p:txBody>
      </p:sp>
      <p:sp>
        <p:nvSpPr>
          <p:cNvPr id="63" name="object 63" descr=""/>
          <p:cNvSpPr/>
          <p:nvPr/>
        </p:nvSpPr>
        <p:spPr>
          <a:xfrm>
            <a:off x="861402" y="6380327"/>
            <a:ext cx="8349615" cy="8890"/>
          </a:xfrm>
          <a:custGeom>
            <a:avLst/>
            <a:gdLst/>
            <a:ahLst/>
            <a:cxnLst/>
            <a:rect l="l" t="t" r="r" b="b"/>
            <a:pathLst>
              <a:path w="8349615" h="8889">
                <a:moveTo>
                  <a:pt x="8349119" y="8329"/>
                </a:moveTo>
                <a:lnTo>
                  <a:pt x="8349119" y="0"/>
                </a:lnTo>
                <a:lnTo>
                  <a:pt x="0" y="0"/>
                </a:lnTo>
                <a:lnTo>
                  <a:pt x="0" y="8329"/>
                </a:lnTo>
                <a:lnTo>
                  <a:pt x="8349119" y="8329"/>
                </a:lnTo>
                <a:close/>
              </a:path>
            </a:pathLst>
          </a:custGeom>
          <a:solidFill>
            <a:srgbClr val="E1E7F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4" name="object 64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864590" y="6524612"/>
            <a:ext cx="1961807" cy="109656"/>
          </a:xfrm>
          <a:prstGeom prst="rect">
            <a:avLst/>
          </a:prstGeom>
        </p:spPr>
      </p:pic>
      <p:pic>
        <p:nvPicPr>
          <p:cNvPr id="65" name="object 65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8665464" y="6538696"/>
            <a:ext cx="537514" cy="94894"/>
          </a:xfrm>
          <a:prstGeom prst="rect">
            <a:avLst/>
          </a:prstGeom>
        </p:spPr>
      </p:pic>
      <p:sp>
        <p:nvSpPr>
          <p:cNvPr id="66" name="object 66" descr=""/>
          <p:cNvSpPr txBox="1"/>
          <p:nvPr/>
        </p:nvSpPr>
        <p:spPr>
          <a:xfrm>
            <a:off x="292100" y="162656"/>
            <a:ext cx="807720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 spc="-185">
                <a:latin typeface="Arial Narrow"/>
                <a:cs typeface="Arial Narrow"/>
              </a:rPr>
              <a:t>1</a:t>
            </a:r>
            <a:r>
              <a:rPr dirty="0" sz="850" spc="95">
                <a:latin typeface="Arial Narrow"/>
                <a:cs typeface="Arial Narrow"/>
              </a:rPr>
              <a:t> </a:t>
            </a:r>
            <a:r>
              <a:rPr dirty="0" sz="850" spc="-229">
                <a:latin typeface="Arial Narrow"/>
                <a:cs typeface="Arial Narrow"/>
              </a:rPr>
              <a:t>2m</a:t>
            </a:r>
            <a:r>
              <a:rPr dirty="0" sz="850" spc="-20">
                <a:latin typeface="Arial Narrow"/>
                <a:cs typeface="Arial Narrow"/>
              </a:rPr>
              <a:t> </a:t>
            </a:r>
            <a:r>
              <a:rPr dirty="0" sz="850" spc="-135">
                <a:latin typeface="Arial Narrow"/>
                <a:cs typeface="Arial Narrow"/>
              </a:rPr>
              <a:t>06m</a:t>
            </a:r>
            <a:r>
              <a:rPr dirty="0" sz="850" spc="-25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2026</a:t>
            </a:r>
            <a:r>
              <a:rPr dirty="0" sz="850" spc="165">
                <a:latin typeface="Arial Narrow"/>
                <a:cs typeface="Arial Narrow"/>
              </a:rPr>
              <a:t> </a:t>
            </a:r>
            <a:r>
              <a:rPr dirty="0" sz="850" spc="-75">
                <a:latin typeface="Arial Narrow"/>
                <a:cs typeface="Arial Narrow"/>
              </a:rPr>
              <a:t>06e</a:t>
            </a:r>
            <a:r>
              <a:rPr dirty="0" sz="850" spc="-20">
                <a:latin typeface="Arial Narrow"/>
                <a:cs typeface="Arial Narrow"/>
              </a:rPr>
              <a:t> </a:t>
            </a:r>
            <a:r>
              <a:rPr dirty="0" sz="850" spc="-35">
                <a:latin typeface="Arial Narrow"/>
                <a:cs typeface="Arial Narrow"/>
              </a:rPr>
              <a:t>46</a:t>
            </a:r>
            <a:endParaRPr sz="850">
              <a:latin typeface="Arial Narrow"/>
              <a:cs typeface="Arial Narrow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292092" y="7467502"/>
            <a:ext cx="2821940" cy="1295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9"/>
              </a:lnSpc>
            </a:pPr>
            <a:r>
              <a:rPr dirty="0" sz="850" spc="-195">
                <a:latin typeface="Arial Narrow"/>
                <a:cs typeface="Arial Narrow"/>
              </a:rPr>
              <a:t>fB</a:t>
            </a:r>
            <a:r>
              <a:rPr dirty="0" sz="850" spc="-25">
                <a:latin typeface="Arial Narrow"/>
                <a:cs typeface="Arial Narrow"/>
              </a:rPr>
              <a:t> </a:t>
            </a:r>
            <a:r>
              <a:rPr dirty="0" sz="850" spc="-90">
                <a:latin typeface="Arial Narrow"/>
                <a:cs typeface="Arial Narrow"/>
              </a:rPr>
              <a:t>i</a:t>
            </a:r>
            <a:r>
              <a:rPr dirty="0" sz="850" spc="-25">
                <a:latin typeface="Arial Narrow"/>
                <a:cs typeface="Arial Narrow"/>
              </a:rPr>
              <a:t> </a:t>
            </a:r>
            <a:r>
              <a:rPr dirty="0" sz="850" spc="-135">
                <a:latin typeface="Arial Narrow"/>
                <a:cs typeface="Arial Narrow"/>
              </a:rPr>
              <a:t>ee</a:t>
            </a:r>
            <a:r>
              <a:rPr dirty="0" sz="850" spc="30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///Ie</a:t>
            </a:r>
            <a:r>
              <a:rPr dirty="0" sz="850" spc="35">
                <a:latin typeface="Arial Narrow"/>
                <a:cs typeface="Arial Narrow"/>
              </a:rPr>
              <a:t> </a:t>
            </a:r>
            <a:r>
              <a:rPr dirty="0" sz="850" spc="60">
                <a:latin typeface="Arial Narrow"/>
                <a:cs typeface="Arial Narrow"/>
              </a:rPr>
              <a:t>/J</a:t>
            </a:r>
            <a:r>
              <a:rPr dirty="0" sz="850" spc="5">
                <a:latin typeface="Arial Narrow"/>
                <a:cs typeface="Arial Narrow"/>
              </a:rPr>
              <a:t> </a:t>
            </a:r>
            <a:r>
              <a:rPr dirty="0" sz="850" spc="55">
                <a:latin typeface="Arial Narrow"/>
                <a:cs typeface="Arial Narrow"/>
              </a:rPr>
              <a:t>sers/ASJ</a:t>
            </a:r>
            <a:r>
              <a:rPr dirty="0" sz="850" spc="10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S/Desktop/projects/Gor</a:t>
            </a:r>
            <a:r>
              <a:rPr dirty="0" sz="850" spc="225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su</a:t>
            </a:r>
            <a:r>
              <a:rPr dirty="0" sz="850" spc="-25">
                <a:latin typeface="Arial Narrow"/>
                <a:cs typeface="Arial Narrow"/>
              </a:rPr>
              <a:t> </a:t>
            </a:r>
            <a:r>
              <a:rPr dirty="0" sz="850" spc="-60">
                <a:latin typeface="Arial Narrow"/>
                <a:cs typeface="Arial Narrow"/>
              </a:rPr>
              <a:t>n</a:t>
            </a:r>
            <a:r>
              <a:rPr dirty="0" sz="850" spc="-25">
                <a:latin typeface="Arial Narrow"/>
                <a:cs typeface="Arial Narrow"/>
              </a:rPr>
              <a:t> </a:t>
            </a:r>
            <a:r>
              <a:rPr dirty="0" sz="850" spc="-60">
                <a:latin typeface="Arial Narrow"/>
                <a:cs typeface="Arial Narrow"/>
              </a:rPr>
              <a:t>u</a:t>
            </a:r>
            <a:r>
              <a:rPr dirty="0" sz="850" spc="-20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m/su</a:t>
            </a:r>
            <a:r>
              <a:rPr dirty="0" sz="850" spc="-25">
                <a:latin typeface="Arial Narrow"/>
                <a:cs typeface="Arial Narrow"/>
              </a:rPr>
              <a:t> </a:t>
            </a:r>
            <a:r>
              <a:rPr dirty="0" sz="850" spc="-60">
                <a:latin typeface="Arial Narrow"/>
                <a:cs typeface="Arial Narrow"/>
              </a:rPr>
              <a:t>n</a:t>
            </a:r>
            <a:r>
              <a:rPr dirty="0" sz="850" spc="-25">
                <a:latin typeface="Arial Narrow"/>
                <a:cs typeface="Arial Narrow"/>
              </a:rPr>
              <a:t> </a:t>
            </a:r>
            <a:r>
              <a:rPr dirty="0" sz="850" spc="-60">
                <a:latin typeface="Arial Narrow"/>
                <a:cs typeface="Arial Narrow"/>
              </a:rPr>
              <a:t>u</a:t>
            </a:r>
            <a:r>
              <a:rPr dirty="0" sz="850" spc="-25">
                <a:latin typeface="Arial Narrow"/>
                <a:cs typeface="Arial Narrow"/>
              </a:rPr>
              <a:t> </a:t>
            </a:r>
            <a:r>
              <a:rPr dirty="0" sz="850" spc="-30">
                <a:latin typeface="Arial Narrow"/>
                <a:cs typeface="Arial Narrow"/>
              </a:rPr>
              <a:t>m</a:t>
            </a:r>
            <a:r>
              <a:rPr dirty="0" sz="850" spc="-25">
                <a:latin typeface="Arial Narrow"/>
                <a:cs typeface="Arial Narrow"/>
              </a:rPr>
              <a:t> </a:t>
            </a:r>
            <a:r>
              <a:rPr dirty="0" sz="850" spc="-505">
                <a:latin typeface="Arial Narrow"/>
                <a:cs typeface="Arial Narrow"/>
              </a:rPr>
              <a:t>m</a:t>
            </a:r>
            <a:r>
              <a:rPr dirty="0" sz="850" spc="35">
                <a:latin typeface="Arial Narrow"/>
                <a:cs typeface="Arial Narrow"/>
              </a:rPr>
              <a:t> </a:t>
            </a:r>
            <a:r>
              <a:rPr dirty="0" sz="850" spc="-60">
                <a:latin typeface="Arial Narrow"/>
                <a:cs typeface="Arial Narrow"/>
              </a:rPr>
              <a:t>h</a:t>
            </a:r>
            <a:r>
              <a:rPr dirty="0" sz="850" spc="-25">
                <a:latin typeface="Arial Narrow"/>
                <a:cs typeface="Arial Narrow"/>
              </a:rPr>
              <a:t> </a:t>
            </a:r>
            <a:r>
              <a:rPr dirty="0" sz="850" spc="-10">
                <a:latin typeface="Arial Narrow"/>
                <a:cs typeface="Arial Narrow"/>
              </a:rPr>
              <a:t>tm</a:t>
            </a:r>
            <a:r>
              <a:rPr dirty="0" sz="850" spc="-25">
                <a:latin typeface="Arial Narrow"/>
                <a:cs typeface="Arial Narrow"/>
              </a:rPr>
              <a:t> </a:t>
            </a:r>
            <a:r>
              <a:rPr dirty="0" sz="850" spc="-50">
                <a:latin typeface="Arial Narrow"/>
                <a:cs typeface="Arial Narrow"/>
              </a:rPr>
              <a:t>i</a:t>
            </a:r>
            <a:endParaRPr sz="850">
              <a:latin typeface="Arial Narrow"/>
              <a:cs typeface="Arial Narrow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9543093" y="7467502"/>
            <a:ext cx="215265" cy="1295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19"/>
              </a:lnSpc>
            </a:pPr>
            <a:r>
              <a:rPr dirty="0" sz="850" spc="-90">
                <a:latin typeface="Arial Narrow"/>
                <a:cs typeface="Arial Narrow"/>
              </a:rPr>
              <a:t>O/1</a:t>
            </a:r>
            <a:r>
              <a:rPr dirty="0" sz="850" spc="50">
                <a:latin typeface="Arial Narrow"/>
                <a:cs typeface="Arial Narrow"/>
              </a:rPr>
              <a:t> </a:t>
            </a:r>
            <a:r>
              <a:rPr dirty="0" sz="850" spc="-50">
                <a:latin typeface="Arial Narrow"/>
                <a:cs typeface="Arial Narrow"/>
              </a:rPr>
              <a:t>2</a:t>
            </a:r>
            <a:endParaRPr sz="850">
              <a:latin typeface="Arial Narrow"/>
              <a:cs typeface="Arial Narrow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4406755" y="162656"/>
            <a:ext cx="2402840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>
                <a:latin typeface="Arial Narrow"/>
                <a:cs typeface="Arial Narrow"/>
              </a:rPr>
              <a:t>Gor</a:t>
            </a:r>
            <a:r>
              <a:rPr dirty="0" sz="850" spc="95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Sargsyan</a:t>
            </a:r>
            <a:r>
              <a:rPr dirty="0" sz="850" spc="190">
                <a:latin typeface="Arial Narrow"/>
                <a:cs typeface="Arial Narrow"/>
              </a:rPr>
              <a:t> </a:t>
            </a:r>
            <a:r>
              <a:rPr dirty="0" sz="850" spc="-330">
                <a:latin typeface="Arial Narrow"/>
                <a:cs typeface="Arial Narrow"/>
              </a:rPr>
              <a:t>9</a:t>
            </a:r>
            <a:r>
              <a:rPr dirty="0" sz="850" spc="240">
                <a:latin typeface="Arial Narrow"/>
                <a:cs typeface="Arial Narrow"/>
              </a:rPr>
              <a:t> </a:t>
            </a:r>
            <a:r>
              <a:rPr dirty="0" sz="850" spc="-10">
                <a:latin typeface="Arial Narrow"/>
                <a:cs typeface="Arial Narrow"/>
              </a:rPr>
              <a:t>Gi</a:t>
            </a:r>
            <a:r>
              <a:rPr dirty="0" sz="850" spc="-75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obai</a:t>
            </a:r>
            <a:r>
              <a:rPr dirty="0" sz="850" spc="135">
                <a:latin typeface="Arial Narrow"/>
                <a:cs typeface="Arial Narrow"/>
              </a:rPr>
              <a:t> </a:t>
            </a:r>
            <a:r>
              <a:rPr dirty="0" sz="850" spc="-80">
                <a:latin typeface="Arial Narrow"/>
                <a:cs typeface="Arial Narrow"/>
              </a:rPr>
              <a:t>A=</a:t>
            </a:r>
            <a:r>
              <a:rPr dirty="0" sz="850" spc="240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&amp;</a:t>
            </a:r>
            <a:r>
              <a:rPr dirty="0" sz="850" spc="120">
                <a:latin typeface="Arial Narrow"/>
                <a:cs typeface="Arial Narrow"/>
              </a:rPr>
              <a:t> </a:t>
            </a:r>
            <a:r>
              <a:rPr dirty="0" sz="850" spc="-50">
                <a:latin typeface="Arial Narrow"/>
                <a:cs typeface="Arial Narrow"/>
              </a:rPr>
              <a:t>E</a:t>
            </a:r>
            <a:r>
              <a:rPr dirty="0" sz="850" spc="-70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kon</a:t>
            </a:r>
            <a:r>
              <a:rPr dirty="0" sz="850" spc="-75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om</a:t>
            </a:r>
            <a:r>
              <a:rPr dirty="0" sz="850" spc="-75">
                <a:latin typeface="Arial Narrow"/>
                <a:cs typeface="Arial Narrow"/>
              </a:rPr>
              <a:t> </a:t>
            </a:r>
            <a:r>
              <a:rPr dirty="0" sz="850" spc="-395">
                <a:latin typeface="Arial Narrow"/>
                <a:cs typeface="Arial Narrow"/>
              </a:rPr>
              <a:t>B</a:t>
            </a:r>
            <a:r>
              <a:rPr dirty="0" sz="850" spc="195">
                <a:latin typeface="Arial Narrow"/>
                <a:cs typeface="Arial Narrow"/>
              </a:rPr>
              <a:t> </a:t>
            </a:r>
            <a:r>
              <a:rPr dirty="0" sz="850" spc="-10">
                <a:latin typeface="Arial Narrow"/>
                <a:cs typeface="Arial Narrow"/>
              </a:rPr>
              <a:t>StratejB</a:t>
            </a:r>
            <a:r>
              <a:rPr dirty="0" sz="850" spc="190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Su</a:t>
            </a:r>
            <a:r>
              <a:rPr dirty="0" sz="850" spc="-70">
                <a:latin typeface="Arial Narrow"/>
                <a:cs typeface="Arial Narrow"/>
              </a:rPr>
              <a:t> </a:t>
            </a:r>
            <a:r>
              <a:rPr dirty="0" sz="850" spc="-60">
                <a:latin typeface="Arial Narrow"/>
                <a:cs typeface="Arial Narrow"/>
              </a:rPr>
              <a:t>n</a:t>
            </a:r>
            <a:r>
              <a:rPr dirty="0" sz="850" spc="-75">
                <a:latin typeface="Arial Narrow"/>
                <a:cs typeface="Arial Narrow"/>
              </a:rPr>
              <a:t> </a:t>
            </a:r>
            <a:r>
              <a:rPr dirty="0" sz="850" spc="-60">
                <a:latin typeface="Arial Narrow"/>
                <a:cs typeface="Arial Narrow"/>
              </a:rPr>
              <a:t>u</a:t>
            </a:r>
            <a:r>
              <a:rPr dirty="0" sz="850" spc="-70">
                <a:latin typeface="Arial Narrow"/>
                <a:cs typeface="Arial Narrow"/>
              </a:rPr>
              <a:t> </a:t>
            </a:r>
            <a:r>
              <a:rPr dirty="0" sz="850" spc="-25">
                <a:latin typeface="Arial Narrow"/>
                <a:cs typeface="Arial Narrow"/>
              </a:rPr>
              <a:t>mu</a:t>
            </a:r>
            <a:endParaRPr sz="85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597" y="741603"/>
            <a:ext cx="1097673" cy="96431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2024151" y="737603"/>
            <a:ext cx="19050" cy="125095"/>
          </a:xfrm>
          <a:custGeom>
            <a:avLst/>
            <a:gdLst/>
            <a:ahLst/>
            <a:cxnLst/>
            <a:rect l="l" t="t" r="r" b="b"/>
            <a:pathLst>
              <a:path w="19050" h="125094">
                <a:moveTo>
                  <a:pt x="19050" y="124664"/>
                </a:moveTo>
                <a:lnTo>
                  <a:pt x="19050" y="0"/>
                </a:lnTo>
                <a:lnTo>
                  <a:pt x="0" y="0"/>
                </a:lnTo>
                <a:lnTo>
                  <a:pt x="0" y="124664"/>
                </a:lnTo>
                <a:lnTo>
                  <a:pt x="19050" y="124664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2091969" y="741603"/>
            <a:ext cx="1035685" cy="96520"/>
            <a:chOff x="2091969" y="741603"/>
            <a:chExt cx="1035685" cy="9652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91969" y="741603"/>
              <a:ext cx="370238" cy="96431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84323" y="741641"/>
              <a:ext cx="325107" cy="96253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31541" y="741603"/>
              <a:ext cx="295859" cy="96431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7595647" y="694785"/>
            <a:ext cx="266700" cy="183515"/>
            <a:chOff x="7595647" y="694785"/>
            <a:chExt cx="266700" cy="183515"/>
          </a:xfrm>
        </p:grpSpPr>
        <p:sp>
          <p:nvSpPr>
            <p:cNvPr id="9" name="object 9" descr=""/>
            <p:cNvSpPr/>
            <p:nvPr/>
          </p:nvSpPr>
          <p:spPr>
            <a:xfrm>
              <a:off x="7599832" y="699084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258064" y="149529"/>
                  </a:moveTo>
                  <a:lnTo>
                    <a:pt x="258064" y="25273"/>
                  </a:lnTo>
                  <a:lnTo>
                    <a:pt x="257302" y="21551"/>
                  </a:lnTo>
                  <a:lnTo>
                    <a:pt x="232765" y="0"/>
                  </a:lnTo>
                  <a:lnTo>
                    <a:pt x="25272" y="0"/>
                  </a:lnTo>
                  <a:lnTo>
                    <a:pt x="0" y="25273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73" y="174802"/>
                  </a:lnTo>
                  <a:lnTo>
                    <a:pt x="232765" y="174802"/>
                  </a:lnTo>
                  <a:lnTo>
                    <a:pt x="257302" y="153250"/>
                  </a:lnTo>
                  <a:lnTo>
                    <a:pt x="258064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599807" y="698944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35"/>
                  </a:lnTo>
                  <a:lnTo>
                    <a:pt x="21551" y="736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8917" y="0"/>
                  </a:lnTo>
                  <a:lnTo>
                    <a:pt x="232778" y="0"/>
                  </a:lnTo>
                  <a:lnTo>
                    <a:pt x="236499" y="736"/>
                  </a:lnTo>
                  <a:lnTo>
                    <a:pt x="240055" y="2235"/>
                  </a:lnTo>
                  <a:lnTo>
                    <a:pt x="243636" y="3657"/>
                  </a:lnTo>
                  <a:lnTo>
                    <a:pt x="258051" y="25298"/>
                  </a:lnTo>
                  <a:lnTo>
                    <a:pt x="258051" y="29133"/>
                  </a:lnTo>
                  <a:lnTo>
                    <a:pt x="258051" y="145669"/>
                  </a:lnTo>
                  <a:lnTo>
                    <a:pt x="258051" y="149491"/>
                  </a:lnTo>
                  <a:lnTo>
                    <a:pt x="257302" y="153238"/>
                  </a:lnTo>
                  <a:lnTo>
                    <a:pt x="255828" y="156819"/>
                  </a:lnTo>
                  <a:lnTo>
                    <a:pt x="254355" y="160401"/>
                  </a:lnTo>
                  <a:lnTo>
                    <a:pt x="252247" y="163563"/>
                  </a:lnTo>
                  <a:lnTo>
                    <a:pt x="249516" y="166230"/>
                  </a:lnTo>
                  <a:lnTo>
                    <a:pt x="246786" y="168973"/>
                  </a:lnTo>
                  <a:lnTo>
                    <a:pt x="243636" y="171132"/>
                  </a:lnTo>
                  <a:lnTo>
                    <a:pt x="240055" y="172554"/>
                  </a:lnTo>
                  <a:lnTo>
                    <a:pt x="236499" y="174053"/>
                  </a:lnTo>
                  <a:lnTo>
                    <a:pt x="232778" y="174802"/>
                  </a:lnTo>
                  <a:lnTo>
                    <a:pt x="228917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132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63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38"/>
                  </a:lnTo>
                  <a:lnTo>
                    <a:pt x="0" y="149491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75092" y="755408"/>
              <a:ext cx="112395" cy="64376"/>
            </a:xfrm>
            <a:prstGeom prst="rect">
              <a:avLst/>
            </a:prstGeom>
          </p:spPr>
        </p:pic>
      </p:grpSp>
      <p:grpSp>
        <p:nvGrpSpPr>
          <p:cNvPr id="12" name="object 12" descr=""/>
          <p:cNvGrpSpPr/>
          <p:nvPr/>
        </p:nvGrpSpPr>
        <p:grpSpPr>
          <a:xfrm>
            <a:off x="7928616" y="694785"/>
            <a:ext cx="274955" cy="183515"/>
            <a:chOff x="7928616" y="694785"/>
            <a:chExt cx="274955" cy="183515"/>
          </a:xfrm>
        </p:grpSpPr>
        <p:sp>
          <p:nvSpPr>
            <p:cNvPr id="13" name="object 13" descr=""/>
            <p:cNvSpPr/>
            <p:nvPr/>
          </p:nvSpPr>
          <p:spPr>
            <a:xfrm>
              <a:off x="7932800" y="699084"/>
              <a:ext cx="266700" cy="175260"/>
            </a:xfrm>
            <a:custGeom>
              <a:avLst/>
              <a:gdLst/>
              <a:ahLst/>
              <a:cxnLst/>
              <a:rect l="l" t="t" r="r" b="b"/>
              <a:pathLst>
                <a:path w="266700" h="175259">
                  <a:moveTo>
                    <a:pt x="266395" y="149529"/>
                  </a:moveTo>
                  <a:lnTo>
                    <a:pt x="266395" y="25273"/>
                  </a:lnTo>
                  <a:lnTo>
                    <a:pt x="265633" y="21551"/>
                  </a:lnTo>
                  <a:lnTo>
                    <a:pt x="241096" y="0"/>
                  </a:lnTo>
                  <a:lnTo>
                    <a:pt x="25298" y="0"/>
                  </a:lnTo>
                  <a:lnTo>
                    <a:pt x="0" y="25273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98" y="174802"/>
                  </a:lnTo>
                  <a:lnTo>
                    <a:pt x="241096" y="174802"/>
                  </a:lnTo>
                  <a:lnTo>
                    <a:pt x="265633" y="153250"/>
                  </a:lnTo>
                  <a:lnTo>
                    <a:pt x="266395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932775" y="698944"/>
              <a:ext cx="266700" cy="175260"/>
            </a:xfrm>
            <a:custGeom>
              <a:avLst/>
              <a:gdLst/>
              <a:ahLst/>
              <a:cxnLst/>
              <a:rect l="l" t="t" r="r" b="b"/>
              <a:pathLst>
                <a:path w="266700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35"/>
                  </a:lnTo>
                  <a:lnTo>
                    <a:pt x="21551" y="736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37236" y="0"/>
                  </a:lnTo>
                  <a:lnTo>
                    <a:pt x="241096" y="0"/>
                  </a:lnTo>
                  <a:lnTo>
                    <a:pt x="244817" y="736"/>
                  </a:lnTo>
                  <a:lnTo>
                    <a:pt x="248386" y="2235"/>
                  </a:lnTo>
                  <a:lnTo>
                    <a:pt x="251955" y="3657"/>
                  </a:lnTo>
                  <a:lnTo>
                    <a:pt x="264147" y="17970"/>
                  </a:lnTo>
                  <a:lnTo>
                    <a:pt x="265633" y="21551"/>
                  </a:lnTo>
                  <a:lnTo>
                    <a:pt x="266369" y="25298"/>
                  </a:lnTo>
                  <a:lnTo>
                    <a:pt x="266369" y="29133"/>
                  </a:lnTo>
                  <a:lnTo>
                    <a:pt x="266369" y="145669"/>
                  </a:lnTo>
                  <a:lnTo>
                    <a:pt x="266369" y="149491"/>
                  </a:lnTo>
                  <a:lnTo>
                    <a:pt x="265633" y="153238"/>
                  </a:lnTo>
                  <a:lnTo>
                    <a:pt x="264147" y="156819"/>
                  </a:lnTo>
                  <a:lnTo>
                    <a:pt x="262674" y="160401"/>
                  </a:lnTo>
                  <a:lnTo>
                    <a:pt x="260565" y="163563"/>
                  </a:lnTo>
                  <a:lnTo>
                    <a:pt x="257835" y="166230"/>
                  </a:lnTo>
                  <a:lnTo>
                    <a:pt x="255104" y="168973"/>
                  </a:lnTo>
                  <a:lnTo>
                    <a:pt x="251955" y="171132"/>
                  </a:lnTo>
                  <a:lnTo>
                    <a:pt x="248386" y="172554"/>
                  </a:lnTo>
                  <a:lnTo>
                    <a:pt x="244817" y="174053"/>
                  </a:lnTo>
                  <a:lnTo>
                    <a:pt x="241096" y="174802"/>
                  </a:lnTo>
                  <a:lnTo>
                    <a:pt x="237236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132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63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38"/>
                  </a:lnTo>
                  <a:lnTo>
                    <a:pt x="0" y="149491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12353" y="755408"/>
              <a:ext cx="108584" cy="64376"/>
            </a:xfrm>
            <a:prstGeom prst="rect">
              <a:avLst/>
            </a:prstGeom>
          </p:spPr>
        </p:pic>
      </p:grpSp>
      <p:grpSp>
        <p:nvGrpSpPr>
          <p:cNvPr id="16" name="object 16" descr=""/>
          <p:cNvGrpSpPr/>
          <p:nvPr/>
        </p:nvGrpSpPr>
        <p:grpSpPr>
          <a:xfrm>
            <a:off x="8269903" y="694785"/>
            <a:ext cx="258445" cy="183515"/>
            <a:chOff x="8269903" y="694785"/>
            <a:chExt cx="258445" cy="183515"/>
          </a:xfrm>
        </p:grpSpPr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74101" y="699084"/>
              <a:ext cx="249707" cy="174802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8274062" y="698944"/>
              <a:ext cx="250190" cy="175260"/>
            </a:xfrm>
            <a:custGeom>
              <a:avLst/>
              <a:gdLst/>
              <a:ahLst/>
              <a:cxnLst/>
              <a:rect l="l" t="t" r="r" b="b"/>
              <a:pathLst>
                <a:path w="250190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35"/>
                  </a:lnTo>
                  <a:lnTo>
                    <a:pt x="21551" y="736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0586" y="0"/>
                  </a:lnTo>
                  <a:lnTo>
                    <a:pt x="224447" y="0"/>
                  </a:lnTo>
                  <a:lnTo>
                    <a:pt x="228168" y="736"/>
                  </a:lnTo>
                  <a:lnTo>
                    <a:pt x="231736" y="2235"/>
                  </a:lnTo>
                  <a:lnTo>
                    <a:pt x="235305" y="3657"/>
                  </a:lnTo>
                  <a:lnTo>
                    <a:pt x="247497" y="17970"/>
                  </a:lnTo>
                  <a:lnTo>
                    <a:pt x="248983" y="21551"/>
                  </a:lnTo>
                  <a:lnTo>
                    <a:pt x="249720" y="25298"/>
                  </a:lnTo>
                  <a:lnTo>
                    <a:pt x="249720" y="29133"/>
                  </a:lnTo>
                  <a:lnTo>
                    <a:pt x="249720" y="145669"/>
                  </a:lnTo>
                  <a:lnTo>
                    <a:pt x="249720" y="149491"/>
                  </a:lnTo>
                  <a:lnTo>
                    <a:pt x="248983" y="153238"/>
                  </a:lnTo>
                  <a:lnTo>
                    <a:pt x="247497" y="156819"/>
                  </a:lnTo>
                  <a:lnTo>
                    <a:pt x="246024" y="160401"/>
                  </a:lnTo>
                  <a:lnTo>
                    <a:pt x="243916" y="163563"/>
                  </a:lnTo>
                  <a:lnTo>
                    <a:pt x="241198" y="166230"/>
                  </a:lnTo>
                  <a:lnTo>
                    <a:pt x="238455" y="168973"/>
                  </a:lnTo>
                  <a:lnTo>
                    <a:pt x="235305" y="171132"/>
                  </a:lnTo>
                  <a:lnTo>
                    <a:pt x="231736" y="172554"/>
                  </a:lnTo>
                  <a:lnTo>
                    <a:pt x="228168" y="174053"/>
                  </a:lnTo>
                  <a:lnTo>
                    <a:pt x="224447" y="174802"/>
                  </a:lnTo>
                  <a:lnTo>
                    <a:pt x="220586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132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63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38"/>
                  </a:lnTo>
                  <a:lnTo>
                    <a:pt x="0" y="149491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50529" y="754405"/>
              <a:ext cx="95783" cy="66294"/>
            </a:xfrm>
            <a:prstGeom prst="rect">
              <a:avLst/>
            </a:prstGeom>
          </p:spPr>
        </p:pic>
      </p:grpSp>
      <p:grpSp>
        <p:nvGrpSpPr>
          <p:cNvPr id="20" name="object 20" descr=""/>
          <p:cNvGrpSpPr/>
          <p:nvPr/>
        </p:nvGrpSpPr>
        <p:grpSpPr>
          <a:xfrm>
            <a:off x="8594553" y="694785"/>
            <a:ext cx="266700" cy="183515"/>
            <a:chOff x="8594553" y="694785"/>
            <a:chExt cx="266700" cy="183515"/>
          </a:xfrm>
        </p:grpSpPr>
        <p:sp>
          <p:nvSpPr>
            <p:cNvPr id="21" name="object 21" descr=""/>
            <p:cNvSpPr/>
            <p:nvPr/>
          </p:nvSpPr>
          <p:spPr>
            <a:xfrm>
              <a:off x="8598712" y="699084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258089" y="149529"/>
                  </a:moveTo>
                  <a:lnTo>
                    <a:pt x="258089" y="25273"/>
                  </a:lnTo>
                  <a:lnTo>
                    <a:pt x="257327" y="21551"/>
                  </a:lnTo>
                  <a:lnTo>
                    <a:pt x="232790" y="0"/>
                  </a:lnTo>
                  <a:lnTo>
                    <a:pt x="25298" y="0"/>
                  </a:lnTo>
                  <a:lnTo>
                    <a:pt x="0" y="25273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98" y="174802"/>
                  </a:lnTo>
                  <a:lnTo>
                    <a:pt x="232790" y="174802"/>
                  </a:lnTo>
                  <a:lnTo>
                    <a:pt x="257327" y="153250"/>
                  </a:lnTo>
                  <a:lnTo>
                    <a:pt x="258089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598712" y="698944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35"/>
                  </a:lnTo>
                  <a:lnTo>
                    <a:pt x="21551" y="736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8917" y="0"/>
                  </a:lnTo>
                  <a:lnTo>
                    <a:pt x="232740" y="0"/>
                  </a:lnTo>
                  <a:lnTo>
                    <a:pt x="236486" y="736"/>
                  </a:lnTo>
                  <a:lnTo>
                    <a:pt x="240068" y="2235"/>
                  </a:lnTo>
                  <a:lnTo>
                    <a:pt x="243649" y="3657"/>
                  </a:lnTo>
                  <a:lnTo>
                    <a:pt x="255803" y="17970"/>
                  </a:lnTo>
                  <a:lnTo>
                    <a:pt x="257302" y="21551"/>
                  </a:lnTo>
                  <a:lnTo>
                    <a:pt x="258051" y="25298"/>
                  </a:lnTo>
                  <a:lnTo>
                    <a:pt x="258051" y="29133"/>
                  </a:lnTo>
                  <a:lnTo>
                    <a:pt x="258051" y="145669"/>
                  </a:lnTo>
                  <a:lnTo>
                    <a:pt x="258051" y="149491"/>
                  </a:lnTo>
                  <a:lnTo>
                    <a:pt x="257302" y="153238"/>
                  </a:lnTo>
                  <a:lnTo>
                    <a:pt x="255803" y="156819"/>
                  </a:lnTo>
                  <a:lnTo>
                    <a:pt x="254381" y="160401"/>
                  </a:lnTo>
                  <a:lnTo>
                    <a:pt x="252222" y="163563"/>
                  </a:lnTo>
                  <a:lnTo>
                    <a:pt x="249478" y="166230"/>
                  </a:lnTo>
                  <a:lnTo>
                    <a:pt x="246811" y="168973"/>
                  </a:lnTo>
                  <a:lnTo>
                    <a:pt x="243649" y="171132"/>
                  </a:lnTo>
                  <a:lnTo>
                    <a:pt x="240068" y="172554"/>
                  </a:lnTo>
                  <a:lnTo>
                    <a:pt x="236486" y="174053"/>
                  </a:lnTo>
                  <a:lnTo>
                    <a:pt x="232740" y="174802"/>
                  </a:lnTo>
                  <a:lnTo>
                    <a:pt x="228917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132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63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38"/>
                  </a:lnTo>
                  <a:lnTo>
                    <a:pt x="0" y="149491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2550" y="755408"/>
              <a:ext cx="108585" cy="65290"/>
            </a:xfrm>
            <a:prstGeom prst="rect">
              <a:avLst/>
            </a:prstGeom>
          </p:spPr>
        </p:pic>
      </p:grpSp>
      <p:grpSp>
        <p:nvGrpSpPr>
          <p:cNvPr id="24" name="object 24" descr=""/>
          <p:cNvGrpSpPr/>
          <p:nvPr/>
        </p:nvGrpSpPr>
        <p:grpSpPr>
          <a:xfrm>
            <a:off x="8927522" y="694785"/>
            <a:ext cx="283210" cy="183515"/>
            <a:chOff x="8927522" y="694785"/>
            <a:chExt cx="283210" cy="183515"/>
          </a:xfrm>
        </p:grpSpPr>
        <p:sp>
          <p:nvSpPr>
            <p:cNvPr id="25" name="object 25" descr=""/>
            <p:cNvSpPr/>
            <p:nvPr/>
          </p:nvSpPr>
          <p:spPr>
            <a:xfrm>
              <a:off x="8931707" y="699084"/>
              <a:ext cx="274955" cy="175260"/>
            </a:xfrm>
            <a:custGeom>
              <a:avLst/>
              <a:gdLst/>
              <a:ahLst/>
              <a:cxnLst/>
              <a:rect l="l" t="t" r="r" b="b"/>
              <a:pathLst>
                <a:path w="274954" h="175259">
                  <a:moveTo>
                    <a:pt x="274701" y="149529"/>
                  </a:moveTo>
                  <a:lnTo>
                    <a:pt x="274701" y="25273"/>
                  </a:lnTo>
                  <a:lnTo>
                    <a:pt x="273939" y="21551"/>
                  </a:lnTo>
                  <a:lnTo>
                    <a:pt x="249402" y="0"/>
                  </a:lnTo>
                  <a:lnTo>
                    <a:pt x="25222" y="0"/>
                  </a:lnTo>
                  <a:lnTo>
                    <a:pt x="0" y="25273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22" y="174802"/>
                  </a:lnTo>
                  <a:lnTo>
                    <a:pt x="249402" y="174802"/>
                  </a:lnTo>
                  <a:lnTo>
                    <a:pt x="273939" y="153250"/>
                  </a:lnTo>
                  <a:lnTo>
                    <a:pt x="274701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8931681" y="698944"/>
              <a:ext cx="274955" cy="175260"/>
            </a:xfrm>
            <a:custGeom>
              <a:avLst/>
              <a:gdLst/>
              <a:ahLst/>
              <a:cxnLst/>
              <a:rect l="l" t="t" r="r" b="b"/>
              <a:pathLst>
                <a:path w="274954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49" y="21551"/>
                  </a:lnTo>
                  <a:lnTo>
                    <a:pt x="2247" y="17970"/>
                  </a:lnTo>
                  <a:lnTo>
                    <a:pt x="3657" y="14401"/>
                  </a:lnTo>
                  <a:lnTo>
                    <a:pt x="17983" y="2235"/>
                  </a:lnTo>
                  <a:lnTo>
                    <a:pt x="21564" y="736"/>
                  </a:lnTo>
                  <a:lnTo>
                    <a:pt x="25298" y="0"/>
                  </a:lnTo>
                  <a:lnTo>
                    <a:pt x="29133" y="0"/>
                  </a:lnTo>
                  <a:lnTo>
                    <a:pt x="245567" y="0"/>
                  </a:lnTo>
                  <a:lnTo>
                    <a:pt x="249389" y="0"/>
                  </a:lnTo>
                  <a:lnTo>
                    <a:pt x="253136" y="736"/>
                  </a:lnTo>
                  <a:lnTo>
                    <a:pt x="256717" y="2235"/>
                  </a:lnTo>
                  <a:lnTo>
                    <a:pt x="260299" y="3657"/>
                  </a:lnTo>
                  <a:lnTo>
                    <a:pt x="272453" y="17970"/>
                  </a:lnTo>
                  <a:lnTo>
                    <a:pt x="273951" y="21551"/>
                  </a:lnTo>
                  <a:lnTo>
                    <a:pt x="274701" y="25298"/>
                  </a:lnTo>
                  <a:lnTo>
                    <a:pt x="274701" y="29133"/>
                  </a:lnTo>
                  <a:lnTo>
                    <a:pt x="274701" y="145669"/>
                  </a:lnTo>
                  <a:lnTo>
                    <a:pt x="274701" y="149491"/>
                  </a:lnTo>
                  <a:lnTo>
                    <a:pt x="273951" y="153238"/>
                  </a:lnTo>
                  <a:lnTo>
                    <a:pt x="272453" y="156819"/>
                  </a:lnTo>
                  <a:lnTo>
                    <a:pt x="271030" y="160401"/>
                  </a:lnTo>
                  <a:lnTo>
                    <a:pt x="268871" y="163563"/>
                  </a:lnTo>
                  <a:lnTo>
                    <a:pt x="266128" y="166230"/>
                  </a:lnTo>
                  <a:lnTo>
                    <a:pt x="263461" y="168973"/>
                  </a:lnTo>
                  <a:lnTo>
                    <a:pt x="260299" y="171132"/>
                  </a:lnTo>
                  <a:lnTo>
                    <a:pt x="256717" y="172554"/>
                  </a:lnTo>
                  <a:lnTo>
                    <a:pt x="253136" y="174053"/>
                  </a:lnTo>
                  <a:lnTo>
                    <a:pt x="249389" y="174802"/>
                  </a:lnTo>
                  <a:lnTo>
                    <a:pt x="245567" y="174802"/>
                  </a:lnTo>
                  <a:lnTo>
                    <a:pt x="29133" y="174802"/>
                  </a:lnTo>
                  <a:lnTo>
                    <a:pt x="25298" y="174802"/>
                  </a:lnTo>
                  <a:lnTo>
                    <a:pt x="21564" y="174053"/>
                  </a:lnTo>
                  <a:lnTo>
                    <a:pt x="17983" y="172554"/>
                  </a:lnTo>
                  <a:lnTo>
                    <a:pt x="14401" y="171132"/>
                  </a:lnTo>
                  <a:lnTo>
                    <a:pt x="11239" y="168973"/>
                  </a:lnTo>
                  <a:lnTo>
                    <a:pt x="8572" y="166230"/>
                  </a:lnTo>
                  <a:lnTo>
                    <a:pt x="5829" y="163563"/>
                  </a:lnTo>
                  <a:lnTo>
                    <a:pt x="3657" y="160401"/>
                  </a:lnTo>
                  <a:lnTo>
                    <a:pt x="2247" y="156819"/>
                  </a:lnTo>
                  <a:lnTo>
                    <a:pt x="749" y="153238"/>
                  </a:lnTo>
                  <a:lnTo>
                    <a:pt x="0" y="149491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009964" y="755408"/>
              <a:ext cx="120015" cy="64376"/>
            </a:xfrm>
            <a:prstGeom prst="rect">
              <a:avLst/>
            </a:prstGeom>
          </p:spPr>
        </p:pic>
      </p:grpSp>
      <p:sp>
        <p:nvSpPr>
          <p:cNvPr id="28" name="object 28" descr=""/>
          <p:cNvSpPr txBox="1"/>
          <p:nvPr/>
        </p:nvSpPr>
        <p:spPr>
          <a:xfrm>
            <a:off x="848702" y="1140327"/>
            <a:ext cx="320040" cy="3949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spc="1065">
                <a:solidFill>
                  <a:srgbClr val="0FB880"/>
                </a:solidFill>
                <a:latin typeface="Times New Roman"/>
                <a:cs typeface="Times New Roman"/>
              </a:rPr>
              <a:t>*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1324483" y="1233766"/>
            <a:ext cx="1101725" cy="294005"/>
            <a:chOff x="1324483" y="1233766"/>
            <a:chExt cx="1101725" cy="294005"/>
          </a:xfrm>
        </p:grpSpPr>
        <p:pic>
          <p:nvPicPr>
            <p:cNvPr id="30" name="object 3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24483" y="1262634"/>
              <a:ext cx="230378" cy="198107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91373" y="1244803"/>
              <a:ext cx="161886" cy="218490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75612" y="1273098"/>
              <a:ext cx="445693" cy="254366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246299" y="1304798"/>
              <a:ext cx="102730" cy="155943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2370010" y="1233766"/>
              <a:ext cx="56515" cy="227329"/>
            </a:xfrm>
            <a:custGeom>
              <a:avLst/>
              <a:gdLst/>
              <a:ahLst/>
              <a:cxnLst/>
              <a:rect l="l" t="t" r="r" b="b"/>
              <a:pathLst>
                <a:path w="56514" h="227330">
                  <a:moveTo>
                    <a:pt x="54914" y="226974"/>
                  </a:moveTo>
                  <a:lnTo>
                    <a:pt x="54914" y="73863"/>
                  </a:lnTo>
                  <a:lnTo>
                    <a:pt x="1701" y="73574"/>
                  </a:lnTo>
                  <a:lnTo>
                    <a:pt x="1143" y="73571"/>
                  </a:lnTo>
                  <a:lnTo>
                    <a:pt x="1701" y="226974"/>
                  </a:lnTo>
                  <a:lnTo>
                    <a:pt x="54914" y="226974"/>
                  </a:lnTo>
                  <a:close/>
                </a:path>
                <a:path w="56514" h="227330">
                  <a:moveTo>
                    <a:pt x="56045" y="36029"/>
                  </a:moveTo>
                  <a:lnTo>
                    <a:pt x="56045" y="19799"/>
                  </a:lnTo>
                  <a:lnTo>
                    <a:pt x="53390" y="13207"/>
                  </a:lnTo>
                  <a:lnTo>
                    <a:pt x="42837" y="2628"/>
                  </a:lnTo>
                  <a:lnTo>
                    <a:pt x="36131" y="0"/>
                  </a:lnTo>
                  <a:lnTo>
                    <a:pt x="19900" y="0"/>
                  </a:lnTo>
                  <a:lnTo>
                    <a:pt x="13208" y="2628"/>
                  </a:lnTo>
                  <a:lnTo>
                    <a:pt x="2641" y="13207"/>
                  </a:lnTo>
                  <a:lnTo>
                    <a:pt x="0" y="19799"/>
                  </a:lnTo>
                  <a:lnTo>
                    <a:pt x="0" y="36029"/>
                  </a:lnTo>
                  <a:lnTo>
                    <a:pt x="2641" y="42773"/>
                  </a:lnTo>
                  <a:lnTo>
                    <a:pt x="13208" y="53149"/>
                  </a:lnTo>
                  <a:lnTo>
                    <a:pt x="19900" y="55752"/>
                  </a:lnTo>
                  <a:lnTo>
                    <a:pt x="28016" y="55752"/>
                  </a:lnTo>
                  <a:lnTo>
                    <a:pt x="36131" y="55562"/>
                  </a:lnTo>
                  <a:lnTo>
                    <a:pt x="42837" y="52920"/>
                  </a:lnTo>
                  <a:lnTo>
                    <a:pt x="53390" y="42735"/>
                  </a:lnTo>
                  <a:lnTo>
                    <a:pt x="56045" y="36029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 descr=""/>
          <p:cNvGrpSpPr/>
          <p:nvPr/>
        </p:nvGrpSpPr>
        <p:grpSpPr>
          <a:xfrm>
            <a:off x="2534450" y="1233766"/>
            <a:ext cx="587375" cy="231140"/>
            <a:chOff x="2534450" y="1233766"/>
            <a:chExt cx="587375" cy="231140"/>
          </a:xfrm>
        </p:grpSpPr>
        <p:pic>
          <p:nvPicPr>
            <p:cNvPr id="36" name="object 3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534450" y="1258716"/>
              <a:ext cx="382282" cy="205987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941726" y="1304798"/>
              <a:ext cx="102730" cy="155943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3065437" y="1233766"/>
              <a:ext cx="56515" cy="227329"/>
            </a:xfrm>
            <a:custGeom>
              <a:avLst/>
              <a:gdLst/>
              <a:ahLst/>
              <a:cxnLst/>
              <a:rect l="l" t="t" r="r" b="b"/>
              <a:pathLst>
                <a:path w="56514" h="227330">
                  <a:moveTo>
                    <a:pt x="54914" y="226974"/>
                  </a:moveTo>
                  <a:lnTo>
                    <a:pt x="54914" y="73863"/>
                  </a:lnTo>
                  <a:lnTo>
                    <a:pt x="1701" y="73574"/>
                  </a:lnTo>
                  <a:lnTo>
                    <a:pt x="1143" y="73571"/>
                  </a:lnTo>
                  <a:lnTo>
                    <a:pt x="1701" y="226974"/>
                  </a:lnTo>
                  <a:lnTo>
                    <a:pt x="54914" y="226974"/>
                  </a:lnTo>
                  <a:close/>
                </a:path>
                <a:path w="56514" h="227330">
                  <a:moveTo>
                    <a:pt x="56045" y="36029"/>
                  </a:moveTo>
                  <a:lnTo>
                    <a:pt x="56045" y="19799"/>
                  </a:lnTo>
                  <a:lnTo>
                    <a:pt x="53403" y="13207"/>
                  </a:lnTo>
                  <a:lnTo>
                    <a:pt x="42837" y="2628"/>
                  </a:lnTo>
                  <a:lnTo>
                    <a:pt x="36131" y="0"/>
                  </a:lnTo>
                  <a:lnTo>
                    <a:pt x="19900" y="0"/>
                  </a:lnTo>
                  <a:lnTo>
                    <a:pt x="13208" y="2628"/>
                  </a:lnTo>
                  <a:lnTo>
                    <a:pt x="2641" y="13207"/>
                  </a:lnTo>
                  <a:lnTo>
                    <a:pt x="0" y="19799"/>
                  </a:lnTo>
                  <a:lnTo>
                    <a:pt x="0" y="36029"/>
                  </a:lnTo>
                  <a:lnTo>
                    <a:pt x="2641" y="42773"/>
                  </a:lnTo>
                  <a:lnTo>
                    <a:pt x="13208" y="53149"/>
                  </a:lnTo>
                  <a:lnTo>
                    <a:pt x="19900" y="55752"/>
                  </a:lnTo>
                  <a:lnTo>
                    <a:pt x="28016" y="55752"/>
                  </a:lnTo>
                  <a:lnTo>
                    <a:pt x="36131" y="55562"/>
                  </a:lnTo>
                  <a:lnTo>
                    <a:pt x="42837" y="52920"/>
                  </a:lnTo>
                  <a:lnTo>
                    <a:pt x="53403" y="42735"/>
                  </a:lnTo>
                  <a:lnTo>
                    <a:pt x="56045" y="36029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" name="object 39" descr=""/>
          <p:cNvGrpSpPr/>
          <p:nvPr/>
        </p:nvGrpSpPr>
        <p:grpSpPr>
          <a:xfrm>
            <a:off x="3240074" y="1233766"/>
            <a:ext cx="1417955" cy="294005"/>
            <a:chOff x="3240074" y="1233766"/>
            <a:chExt cx="1417955" cy="294005"/>
          </a:xfrm>
        </p:grpSpPr>
        <p:pic>
          <p:nvPicPr>
            <p:cNvPr id="40" name="object 40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240074" y="1244803"/>
              <a:ext cx="394817" cy="218490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659784" y="1304798"/>
              <a:ext cx="163309" cy="155943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856202" y="1244803"/>
              <a:ext cx="161886" cy="218490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040454" y="1304843"/>
              <a:ext cx="143763" cy="222621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4207433" y="1250746"/>
              <a:ext cx="53975" cy="210185"/>
            </a:xfrm>
            <a:custGeom>
              <a:avLst/>
              <a:gdLst/>
              <a:ahLst/>
              <a:cxnLst/>
              <a:rect l="l" t="t" r="r" b="b"/>
              <a:pathLst>
                <a:path w="53975" h="210184">
                  <a:moveTo>
                    <a:pt x="53771" y="209994"/>
                  </a:moveTo>
                  <a:lnTo>
                    <a:pt x="53771" y="0"/>
                  </a:lnTo>
                  <a:lnTo>
                    <a:pt x="0" y="0"/>
                  </a:lnTo>
                  <a:lnTo>
                    <a:pt x="279" y="209994"/>
                  </a:lnTo>
                  <a:lnTo>
                    <a:pt x="53771" y="209994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286402" y="1304798"/>
              <a:ext cx="166331" cy="158496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477727" y="1304798"/>
              <a:ext cx="102730" cy="155943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4601438" y="1233766"/>
              <a:ext cx="56515" cy="227329"/>
            </a:xfrm>
            <a:custGeom>
              <a:avLst/>
              <a:gdLst/>
              <a:ahLst/>
              <a:cxnLst/>
              <a:rect l="l" t="t" r="r" b="b"/>
              <a:pathLst>
                <a:path w="56514" h="227330">
                  <a:moveTo>
                    <a:pt x="54914" y="226974"/>
                  </a:moveTo>
                  <a:lnTo>
                    <a:pt x="54914" y="73863"/>
                  </a:lnTo>
                  <a:lnTo>
                    <a:pt x="1701" y="73574"/>
                  </a:lnTo>
                  <a:lnTo>
                    <a:pt x="1143" y="73571"/>
                  </a:lnTo>
                  <a:lnTo>
                    <a:pt x="1701" y="226974"/>
                  </a:lnTo>
                  <a:lnTo>
                    <a:pt x="54914" y="226974"/>
                  </a:lnTo>
                  <a:close/>
                </a:path>
                <a:path w="56514" h="227330">
                  <a:moveTo>
                    <a:pt x="56045" y="36029"/>
                  </a:moveTo>
                  <a:lnTo>
                    <a:pt x="56045" y="19799"/>
                  </a:lnTo>
                  <a:lnTo>
                    <a:pt x="53390" y="13207"/>
                  </a:lnTo>
                  <a:lnTo>
                    <a:pt x="42837" y="2628"/>
                  </a:lnTo>
                  <a:lnTo>
                    <a:pt x="36131" y="0"/>
                  </a:lnTo>
                  <a:lnTo>
                    <a:pt x="19900" y="0"/>
                  </a:lnTo>
                  <a:lnTo>
                    <a:pt x="13208" y="2628"/>
                  </a:lnTo>
                  <a:lnTo>
                    <a:pt x="2641" y="13207"/>
                  </a:lnTo>
                  <a:lnTo>
                    <a:pt x="0" y="19799"/>
                  </a:lnTo>
                  <a:lnTo>
                    <a:pt x="0" y="36029"/>
                  </a:lnTo>
                  <a:lnTo>
                    <a:pt x="2641" y="42773"/>
                  </a:lnTo>
                  <a:lnTo>
                    <a:pt x="13208" y="53149"/>
                  </a:lnTo>
                  <a:lnTo>
                    <a:pt x="19900" y="55752"/>
                  </a:lnTo>
                  <a:lnTo>
                    <a:pt x="28016" y="55752"/>
                  </a:lnTo>
                  <a:lnTo>
                    <a:pt x="36131" y="55562"/>
                  </a:lnTo>
                  <a:lnTo>
                    <a:pt x="42837" y="52920"/>
                  </a:lnTo>
                  <a:lnTo>
                    <a:pt x="53390" y="42735"/>
                  </a:lnTo>
                  <a:lnTo>
                    <a:pt x="56045" y="36029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8" name="object 48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4765027" y="1260209"/>
            <a:ext cx="196697" cy="204461"/>
          </a:xfrm>
          <a:prstGeom prst="rect">
            <a:avLst/>
          </a:prstGeom>
        </p:spPr>
      </p:pic>
      <p:grpSp>
        <p:nvGrpSpPr>
          <p:cNvPr id="49" name="object 49" descr=""/>
          <p:cNvGrpSpPr/>
          <p:nvPr/>
        </p:nvGrpSpPr>
        <p:grpSpPr>
          <a:xfrm>
            <a:off x="5071541" y="1233766"/>
            <a:ext cx="1510665" cy="229870"/>
            <a:chOff x="5071541" y="1233766"/>
            <a:chExt cx="1510665" cy="229870"/>
          </a:xfrm>
        </p:grpSpPr>
        <p:sp>
          <p:nvSpPr>
            <p:cNvPr id="50" name="object 50" descr=""/>
            <p:cNvSpPr/>
            <p:nvPr/>
          </p:nvSpPr>
          <p:spPr>
            <a:xfrm>
              <a:off x="5071542" y="1262633"/>
              <a:ext cx="158750" cy="198120"/>
            </a:xfrm>
            <a:custGeom>
              <a:avLst/>
              <a:gdLst/>
              <a:ahLst/>
              <a:cxnLst/>
              <a:rect l="l" t="t" r="r" b="b"/>
              <a:pathLst>
                <a:path w="158750" h="198119">
                  <a:moveTo>
                    <a:pt x="158750" y="154952"/>
                  </a:moveTo>
                  <a:lnTo>
                    <a:pt x="54610" y="154952"/>
                  </a:lnTo>
                  <a:lnTo>
                    <a:pt x="54610" y="118452"/>
                  </a:lnTo>
                  <a:lnTo>
                    <a:pt x="143510" y="118452"/>
                  </a:lnTo>
                  <a:lnTo>
                    <a:pt x="143510" y="76847"/>
                  </a:lnTo>
                  <a:lnTo>
                    <a:pt x="54787" y="76847"/>
                  </a:lnTo>
                  <a:lnTo>
                    <a:pt x="54787" y="76708"/>
                  </a:lnTo>
                  <a:lnTo>
                    <a:pt x="54622" y="43141"/>
                  </a:lnTo>
                  <a:lnTo>
                    <a:pt x="54622" y="76708"/>
                  </a:lnTo>
                  <a:lnTo>
                    <a:pt x="54610" y="118313"/>
                  </a:lnTo>
                  <a:lnTo>
                    <a:pt x="50800" y="118313"/>
                  </a:lnTo>
                  <a:lnTo>
                    <a:pt x="50800" y="76708"/>
                  </a:lnTo>
                  <a:lnTo>
                    <a:pt x="51219" y="76708"/>
                  </a:lnTo>
                  <a:lnTo>
                    <a:pt x="50939" y="118300"/>
                  </a:lnTo>
                  <a:lnTo>
                    <a:pt x="54610" y="118313"/>
                  </a:lnTo>
                  <a:lnTo>
                    <a:pt x="54610" y="76708"/>
                  </a:lnTo>
                  <a:lnTo>
                    <a:pt x="54610" y="43141"/>
                  </a:lnTo>
                  <a:lnTo>
                    <a:pt x="143510" y="43141"/>
                  </a:lnTo>
                  <a:lnTo>
                    <a:pt x="143510" y="43281"/>
                  </a:lnTo>
                  <a:lnTo>
                    <a:pt x="154940" y="43281"/>
                  </a:lnTo>
                  <a:lnTo>
                    <a:pt x="154940" y="0"/>
                  </a:lnTo>
                  <a:lnTo>
                    <a:pt x="143510" y="0"/>
                  </a:lnTo>
                  <a:lnTo>
                    <a:pt x="54610" y="0"/>
                  </a:lnTo>
                  <a:lnTo>
                    <a:pt x="50800" y="0"/>
                  </a:lnTo>
                  <a:lnTo>
                    <a:pt x="0" y="0"/>
                  </a:lnTo>
                  <a:lnTo>
                    <a:pt x="0" y="198107"/>
                  </a:lnTo>
                  <a:lnTo>
                    <a:pt x="50800" y="198107"/>
                  </a:lnTo>
                  <a:lnTo>
                    <a:pt x="54610" y="198107"/>
                  </a:lnTo>
                  <a:lnTo>
                    <a:pt x="158750" y="198107"/>
                  </a:lnTo>
                  <a:lnTo>
                    <a:pt x="158750" y="154952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258905" y="1250734"/>
              <a:ext cx="348373" cy="212559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632196" y="1304798"/>
              <a:ext cx="163309" cy="155943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821502" y="1304798"/>
              <a:ext cx="173215" cy="158496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6019622" y="1233766"/>
              <a:ext cx="351155" cy="227329"/>
            </a:xfrm>
            <a:custGeom>
              <a:avLst/>
              <a:gdLst/>
              <a:ahLst/>
              <a:cxnLst/>
              <a:rect l="l" t="t" r="r" b="b"/>
              <a:pathLst>
                <a:path w="351154" h="227330">
                  <a:moveTo>
                    <a:pt x="261797" y="139242"/>
                  </a:moveTo>
                  <a:lnTo>
                    <a:pt x="253733" y="100469"/>
                  </a:lnTo>
                  <a:lnTo>
                    <a:pt x="224409" y="75095"/>
                  </a:lnTo>
                  <a:lnTo>
                    <a:pt x="199821" y="71031"/>
                  </a:lnTo>
                  <a:lnTo>
                    <a:pt x="189369" y="71704"/>
                  </a:lnTo>
                  <a:lnTo>
                    <a:pt x="179717" y="73660"/>
                  </a:lnTo>
                  <a:lnTo>
                    <a:pt x="179539" y="73685"/>
                  </a:lnTo>
                  <a:lnTo>
                    <a:pt x="147269" y="94284"/>
                  </a:lnTo>
                  <a:lnTo>
                    <a:pt x="146558" y="95262"/>
                  </a:lnTo>
                  <a:lnTo>
                    <a:pt x="140652" y="87693"/>
                  </a:lnTo>
                  <a:lnTo>
                    <a:pt x="97078" y="71031"/>
                  </a:lnTo>
                  <a:lnTo>
                    <a:pt x="88226" y="71564"/>
                  </a:lnTo>
                  <a:lnTo>
                    <a:pt x="51231" y="89623"/>
                  </a:lnTo>
                  <a:lnTo>
                    <a:pt x="51231" y="73571"/>
                  </a:lnTo>
                  <a:lnTo>
                    <a:pt x="0" y="73571"/>
                  </a:lnTo>
                  <a:lnTo>
                    <a:pt x="0" y="226974"/>
                  </a:lnTo>
                  <a:lnTo>
                    <a:pt x="41046" y="226974"/>
                  </a:lnTo>
                  <a:lnTo>
                    <a:pt x="51231" y="226974"/>
                  </a:lnTo>
                  <a:lnTo>
                    <a:pt x="53771" y="226974"/>
                  </a:lnTo>
                  <a:lnTo>
                    <a:pt x="53771" y="142913"/>
                  </a:lnTo>
                  <a:lnTo>
                    <a:pt x="54952" y="136461"/>
                  </a:lnTo>
                  <a:lnTo>
                    <a:pt x="59677" y="126453"/>
                  </a:lnTo>
                  <a:lnTo>
                    <a:pt x="62877" y="122732"/>
                  </a:lnTo>
                  <a:lnTo>
                    <a:pt x="70993" y="117830"/>
                  </a:lnTo>
                  <a:lnTo>
                    <a:pt x="75666" y="116598"/>
                  </a:lnTo>
                  <a:lnTo>
                    <a:pt x="88226" y="116598"/>
                  </a:lnTo>
                  <a:lnTo>
                    <a:pt x="94018" y="119100"/>
                  </a:lnTo>
                  <a:lnTo>
                    <a:pt x="102120" y="129095"/>
                  </a:lnTo>
                  <a:lnTo>
                    <a:pt x="104152" y="137071"/>
                  </a:lnTo>
                  <a:lnTo>
                    <a:pt x="104152" y="226974"/>
                  </a:lnTo>
                  <a:lnTo>
                    <a:pt x="136982" y="226974"/>
                  </a:lnTo>
                  <a:lnTo>
                    <a:pt x="154533" y="226974"/>
                  </a:lnTo>
                  <a:lnTo>
                    <a:pt x="157937" y="226974"/>
                  </a:lnTo>
                  <a:lnTo>
                    <a:pt x="157937" y="142913"/>
                  </a:lnTo>
                  <a:lnTo>
                    <a:pt x="191985" y="116598"/>
                  </a:lnTo>
                  <a:lnTo>
                    <a:pt x="197650" y="119100"/>
                  </a:lnTo>
                  <a:lnTo>
                    <a:pt x="205943" y="129095"/>
                  </a:lnTo>
                  <a:lnTo>
                    <a:pt x="208026" y="137071"/>
                  </a:lnTo>
                  <a:lnTo>
                    <a:pt x="208026" y="226974"/>
                  </a:lnTo>
                  <a:lnTo>
                    <a:pt x="261797" y="226974"/>
                  </a:lnTo>
                  <a:lnTo>
                    <a:pt x="261797" y="139242"/>
                  </a:lnTo>
                  <a:close/>
                </a:path>
                <a:path w="351154" h="227330">
                  <a:moveTo>
                    <a:pt x="349529" y="73863"/>
                  </a:moveTo>
                  <a:lnTo>
                    <a:pt x="296316" y="73583"/>
                  </a:lnTo>
                  <a:lnTo>
                    <a:pt x="295757" y="73571"/>
                  </a:lnTo>
                  <a:lnTo>
                    <a:pt x="296316" y="226974"/>
                  </a:lnTo>
                  <a:lnTo>
                    <a:pt x="349529" y="226974"/>
                  </a:lnTo>
                  <a:lnTo>
                    <a:pt x="349529" y="73863"/>
                  </a:lnTo>
                  <a:close/>
                </a:path>
                <a:path w="351154" h="227330">
                  <a:moveTo>
                    <a:pt x="350659" y="19799"/>
                  </a:moveTo>
                  <a:lnTo>
                    <a:pt x="348018" y="13208"/>
                  </a:lnTo>
                  <a:lnTo>
                    <a:pt x="337451" y="2628"/>
                  </a:lnTo>
                  <a:lnTo>
                    <a:pt x="330746" y="0"/>
                  </a:lnTo>
                  <a:lnTo>
                    <a:pt x="314515" y="0"/>
                  </a:lnTo>
                  <a:lnTo>
                    <a:pt x="307822" y="2628"/>
                  </a:lnTo>
                  <a:lnTo>
                    <a:pt x="297256" y="13208"/>
                  </a:lnTo>
                  <a:lnTo>
                    <a:pt x="294614" y="19799"/>
                  </a:lnTo>
                  <a:lnTo>
                    <a:pt x="294614" y="36029"/>
                  </a:lnTo>
                  <a:lnTo>
                    <a:pt x="297256" y="42773"/>
                  </a:lnTo>
                  <a:lnTo>
                    <a:pt x="307822" y="53149"/>
                  </a:lnTo>
                  <a:lnTo>
                    <a:pt x="314515" y="55753"/>
                  </a:lnTo>
                  <a:lnTo>
                    <a:pt x="322630" y="55753"/>
                  </a:lnTo>
                  <a:lnTo>
                    <a:pt x="330746" y="55562"/>
                  </a:lnTo>
                  <a:lnTo>
                    <a:pt x="337451" y="52920"/>
                  </a:lnTo>
                  <a:lnTo>
                    <a:pt x="348018" y="42735"/>
                  </a:lnTo>
                  <a:lnTo>
                    <a:pt x="350659" y="36029"/>
                  </a:lnTo>
                  <a:lnTo>
                    <a:pt x="350659" y="19799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403962" y="1250734"/>
              <a:ext cx="177736" cy="209994"/>
            </a:xfrm>
            <a:prstGeom prst="rect">
              <a:avLst/>
            </a:prstGeom>
          </p:spPr>
        </p:pic>
      </p:grpSp>
      <p:grpSp>
        <p:nvGrpSpPr>
          <p:cNvPr id="56" name="object 56" descr=""/>
          <p:cNvGrpSpPr/>
          <p:nvPr/>
        </p:nvGrpSpPr>
        <p:grpSpPr>
          <a:xfrm>
            <a:off x="6680758" y="1233766"/>
            <a:ext cx="559435" cy="229870"/>
            <a:chOff x="6680758" y="1233766"/>
            <a:chExt cx="559435" cy="229870"/>
          </a:xfrm>
        </p:grpSpPr>
        <p:pic>
          <p:nvPicPr>
            <p:cNvPr id="57" name="object 57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680758" y="1262634"/>
              <a:ext cx="292239" cy="200660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993661" y="1233766"/>
              <a:ext cx="246519" cy="226974"/>
            </a:xfrm>
            <a:prstGeom prst="rect">
              <a:avLst/>
            </a:prstGeom>
          </p:spPr>
        </p:pic>
      </p:grpSp>
      <p:pic>
        <p:nvPicPr>
          <p:cNvPr id="59" name="object 59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4951476" y="2880360"/>
            <a:ext cx="164592" cy="130302"/>
          </a:xfrm>
          <a:prstGeom prst="rect">
            <a:avLst/>
          </a:prstGeom>
        </p:spPr>
      </p:pic>
      <p:pic>
        <p:nvPicPr>
          <p:cNvPr id="60" name="object 60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359471" y="3312337"/>
            <a:ext cx="7402337" cy="199771"/>
          </a:xfrm>
          <a:prstGeom prst="rect">
            <a:avLst/>
          </a:prstGeom>
        </p:spPr>
      </p:pic>
      <p:pic>
        <p:nvPicPr>
          <p:cNvPr id="61" name="object 61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328661" y="3636988"/>
            <a:ext cx="7419479" cy="199758"/>
          </a:xfrm>
          <a:prstGeom prst="rect">
            <a:avLst/>
          </a:prstGeom>
        </p:spPr>
      </p:pic>
      <p:pic>
        <p:nvPicPr>
          <p:cNvPr id="62" name="object 62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439200" y="3961625"/>
            <a:ext cx="3511132" cy="199758"/>
          </a:xfrm>
          <a:prstGeom prst="rect">
            <a:avLst/>
          </a:prstGeom>
        </p:spPr>
      </p:pic>
      <p:pic>
        <p:nvPicPr>
          <p:cNvPr id="63" name="object 63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5026355" y="3961625"/>
            <a:ext cx="3632250" cy="199758"/>
          </a:xfrm>
          <a:prstGeom prst="rect">
            <a:avLst/>
          </a:prstGeom>
        </p:spPr>
      </p:pic>
      <p:pic>
        <p:nvPicPr>
          <p:cNvPr id="64" name="object 64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4320806" y="4286275"/>
            <a:ext cx="1475943" cy="156692"/>
          </a:xfrm>
          <a:prstGeom prst="rect">
            <a:avLst/>
          </a:prstGeom>
        </p:spPr>
      </p:pic>
      <p:grpSp>
        <p:nvGrpSpPr>
          <p:cNvPr id="65" name="object 65" descr=""/>
          <p:cNvGrpSpPr/>
          <p:nvPr/>
        </p:nvGrpSpPr>
        <p:grpSpPr>
          <a:xfrm>
            <a:off x="3692715" y="4700778"/>
            <a:ext cx="2682875" cy="181610"/>
            <a:chOff x="3692715" y="4700778"/>
            <a:chExt cx="2682875" cy="181610"/>
          </a:xfrm>
        </p:grpSpPr>
        <p:sp>
          <p:nvSpPr>
            <p:cNvPr id="66" name="object 66" descr=""/>
            <p:cNvSpPr/>
            <p:nvPr/>
          </p:nvSpPr>
          <p:spPr>
            <a:xfrm>
              <a:off x="3692715" y="4730089"/>
              <a:ext cx="660400" cy="95250"/>
            </a:xfrm>
            <a:custGeom>
              <a:avLst/>
              <a:gdLst/>
              <a:ahLst/>
              <a:cxnLst/>
              <a:rect l="l" t="t" r="r" b="b"/>
              <a:pathLst>
                <a:path w="660400" h="95250">
                  <a:moveTo>
                    <a:pt x="98958" y="66713"/>
                  </a:moveTo>
                  <a:lnTo>
                    <a:pt x="98818" y="52730"/>
                  </a:lnTo>
                  <a:lnTo>
                    <a:pt x="0" y="52603"/>
                  </a:lnTo>
                  <a:lnTo>
                    <a:pt x="0" y="66586"/>
                  </a:lnTo>
                  <a:lnTo>
                    <a:pt x="98958" y="66713"/>
                  </a:lnTo>
                  <a:close/>
                </a:path>
                <a:path w="660400" h="95250">
                  <a:moveTo>
                    <a:pt x="222554" y="93624"/>
                  </a:moveTo>
                  <a:lnTo>
                    <a:pt x="180695" y="44551"/>
                  </a:lnTo>
                  <a:lnTo>
                    <a:pt x="221094" y="0"/>
                  </a:lnTo>
                  <a:lnTo>
                    <a:pt x="198450" y="0"/>
                  </a:lnTo>
                  <a:lnTo>
                    <a:pt x="161023" y="42329"/>
                  </a:lnTo>
                  <a:lnTo>
                    <a:pt x="161023" y="0"/>
                  </a:lnTo>
                  <a:lnTo>
                    <a:pt x="142913" y="0"/>
                  </a:lnTo>
                  <a:lnTo>
                    <a:pt x="142913" y="93624"/>
                  </a:lnTo>
                  <a:lnTo>
                    <a:pt x="158889" y="93624"/>
                  </a:lnTo>
                  <a:lnTo>
                    <a:pt x="161023" y="93624"/>
                  </a:lnTo>
                  <a:lnTo>
                    <a:pt x="161023" y="47320"/>
                  </a:lnTo>
                  <a:lnTo>
                    <a:pt x="177012" y="66548"/>
                  </a:lnTo>
                  <a:lnTo>
                    <a:pt x="199517" y="93624"/>
                  </a:lnTo>
                  <a:lnTo>
                    <a:pt x="222554" y="93624"/>
                  </a:lnTo>
                  <a:close/>
                </a:path>
                <a:path w="660400" h="95250">
                  <a:moveTo>
                    <a:pt x="282752" y="29298"/>
                  </a:moveTo>
                  <a:lnTo>
                    <a:pt x="265303" y="29298"/>
                  </a:lnTo>
                  <a:lnTo>
                    <a:pt x="265303" y="70269"/>
                  </a:lnTo>
                  <a:lnTo>
                    <a:pt x="264287" y="73406"/>
                  </a:lnTo>
                  <a:lnTo>
                    <a:pt x="260197" y="77749"/>
                  </a:lnTo>
                  <a:lnTo>
                    <a:pt x="257314" y="78892"/>
                  </a:lnTo>
                  <a:lnTo>
                    <a:pt x="253580" y="78968"/>
                  </a:lnTo>
                  <a:lnTo>
                    <a:pt x="251193" y="78892"/>
                  </a:lnTo>
                  <a:lnTo>
                    <a:pt x="242049" y="68846"/>
                  </a:lnTo>
                  <a:lnTo>
                    <a:pt x="242125" y="66179"/>
                  </a:lnTo>
                  <a:lnTo>
                    <a:pt x="242125" y="29298"/>
                  </a:lnTo>
                  <a:lnTo>
                    <a:pt x="224688" y="29298"/>
                  </a:lnTo>
                  <a:lnTo>
                    <a:pt x="224688" y="66852"/>
                  </a:lnTo>
                  <a:lnTo>
                    <a:pt x="224599" y="72275"/>
                  </a:lnTo>
                  <a:lnTo>
                    <a:pt x="248081" y="94957"/>
                  </a:lnTo>
                  <a:lnTo>
                    <a:pt x="253580" y="94957"/>
                  </a:lnTo>
                  <a:lnTo>
                    <a:pt x="259270" y="94957"/>
                  </a:lnTo>
                  <a:lnTo>
                    <a:pt x="282752" y="72275"/>
                  </a:lnTo>
                  <a:lnTo>
                    <a:pt x="282752" y="29298"/>
                  </a:lnTo>
                  <a:close/>
                </a:path>
                <a:path w="660400" h="95250">
                  <a:moveTo>
                    <a:pt x="345884" y="34493"/>
                  </a:moveTo>
                  <a:lnTo>
                    <a:pt x="323418" y="27965"/>
                  </a:lnTo>
                  <a:lnTo>
                    <a:pt x="317893" y="30251"/>
                  </a:lnTo>
                  <a:lnTo>
                    <a:pt x="314058" y="34912"/>
                  </a:lnTo>
                  <a:lnTo>
                    <a:pt x="314058" y="29298"/>
                  </a:lnTo>
                  <a:lnTo>
                    <a:pt x="296608" y="29298"/>
                  </a:lnTo>
                  <a:lnTo>
                    <a:pt x="296608" y="93624"/>
                  </a:lnTo>
                  <a:lnTo>
                    <a:pt x="307263" y="93624"/>
                  </a:lnTo>
                  <a:lnTo>
                    <a:pt x="314058" y="93624"/>
                  </a:lnTo>
                  <a:lnTo>
                    <a:pt x="314058" y="58064"/>
                  </a:lnTo>
                  <a:lnTo>
                    <a:pt x="314058" y="53174"/>
                  </a:lnTo>
                  <a:lnTo>
                    <a:pt x="315226" y="49580"/>
                  </a:lnTo>
                  <a:lnTo>
                    <a:pt x="319938" y="44970"/>
                  </a:lnTo>
                  <a:lnTo>
                    <a:pt x="322986" y="43815"/>
                  </a:lnTo>
                  <a:lnTo>
                    <a:pt x="328485" y="43815"/>
                  </a:lnTo>
                  <a:lnTo>
                    <a:pt x="330060" y="44081"/>
                  </a:lnTo>
                  <a:lnTo>
                    <a:pt x="332816" y="45148"/>
                  </a:lnTo>
                  <a:lnTo>
                    <a:pt x="333997" y="45948"/>
                  </a:lnTo>
                  <a:lnTo>
                    <a:pt x="334962" y="47015"/>
                  </a:lnTo>
                  <a:lnTo>
                    <a:pt x="345884" y="34493"/>
                  </a:lnTo>
                  <a:close/>
                </a:path>
                <a:path w="660400" h="95250">
                  <a:moveTo>
                    <a:pt x="408482" y="29298"/>
                  </a:moveTo>
                  <a:lnTo>
                    <a:pt x="391033" y="29298"/>
                  </a:lnTo>
                  <a:lnTo>
                    <a:pt x="391033" y="70269"/>
                  </a:lnTo>
                  <a:lnTo>
                    <a:pt x="390004" y="73406"/>
                  </a:lnTo>
                  <a:lnTo>
                    <a:pt x="385927" y="77749"/>
                  </a:lnTo>
                  <a:lnTo>
                    <a:pt x="383044" y="78892"/>
                  </a:lnTo>
                  <a:lnTo>
                    <a:pt x="379310" y="78968"/>
                  </a:lnTo>
                  <a:lnTo>
                    <a:pt x="376923" y="78892"/>
                  </a:lnTo>
                  <a:lnTo>
                    <a:pt x="367766" y="68846"/>
                  </a:lnTo>
                  <a:lnTo>
                    <a:pt x="367855" y="66179"/>
                  </a:lnTo>
                  <a:lnTo>
                    <a:pt x="367855" y="29298"/>
                  </a:lnTo>
                  <a:lnTo>
                    <a:pt x="350405" y="29298"/>
                  </a:lnTo>
                  <a:lnTo>
                    <a:pt x="350405" y="66852"/>
                  </a:lnTo>
                  <a:lnTo>
                    <a:pt x="350329" y="72275"/>
                  </a:lnTo>
                  <a:lnTo>
                    <a:pt x="373811" y="94957"/>
                  </a:lnTo>
                  <a:lnTo>
                    <a:pt x="379310" y="94957"/>
                  </a:lnTo>
                  <a:lnTo>
                    <a:pt x="385000" y="94957"/>
                  </a:lnTo>
                  <a:lnTo>
                    <a:pt x="408482" y="72275"/>
                  </a:lnTo>
                  <a:lnTo>
                    <a:pt x="408482" y="29298"/>
                  </a:lnTo>
                  <a:close/>
                </a:path>
                <a:path w="660400" h="95250">
                  <a:moveTo>
                    <a:pt x="523697" y="47726"/>
                  </a:moveTo>
                  <a:lnTo>
                    <a:pt x="503174" y="27965"/>
                  </a:lnTo>
                  <a:lnTo>
                    <a:pt x="493598" y="27965"/>
                  </a:lnTo>
                  <a:lnTo>
                    <a:pt x="489712" y="28905"/>
                  </a:lnTo>
                  <a:lnTo>
                    <a:pt x="489242" y="29006"/>
                  </a:lnTo>
                  <a:lnTo>
                    <a:pt x="481418" y="33185"/>
                  </a:lnTo>
                  <a:lnTo>
                    <a:pt x="478282" y="36106"/>
                  </a:lnTo>
                  <a:lnTo>
                    <a:pt x="477418" y="37465"/>
                  </a:lnTo>
                  <a:lnTo>
                    <a:pt x="476415" y="35763"/>
                  </a:lnTo>
                  <a:lnTo>
                    <a:pt x="473481" y="32943"/>
                  </a:lnTo>
                  <a:lnTo>
                    <a:pt x="466242" y="28956"/>
                  </a:lnTo>
                  <a:lnTo>
                    <a:pt x="462203" y="27965"/>
                  </a:lnTo>
                  <a:lnTo>
                    <a:pt x="453059" y="27965"/>
                  </a:lnTo>
                  <a:lnTo>
                    <a:pt x="448843" y="28956"/>
                  </a:lnTo>
                  <a:lnTo>
                    <a:pt x="441375" y="32956"/>
                  </a:lnTo>
                  <a:lnTo>
                    <a:pt x="439788" y="34480"/>
                  </a:lnTo>
                  <a:lnTo>
                    <a:pt x="439788" y="29298"/>
                  </a:lnTo>
                  <a:lnTo>
                    <a:pt x="422338" y="29298"/>
                  </a:lnTo>
                  <a:lnTo>
                    <a:pt x="422338" y="93624"/>
                  </a:lnTo>
                  <a:lnTo>
                    <a:pt x="432993" y="93624"/>
                  </a:lnTo>
                  <a:lnTo>
                    <a:pt x="439788" y="93624"/>
                  </a:lnTo>
                  <a:lnTo>
                    <a:pt x="439788" y="55664"/>
                  </a:lnTo>
                  <a:lnTo>
                    <a:pt x="439788" y="53174"/>
                  </a:lnTo>
                  <a:lnTo>
                    <a:pt x="440309" y="51054"/>
                  </a:lnTo>
                  <a:lnTo>
                    <a:pt x="442442" y="47498"/>
                  </a:lnTo>
                  <a:lnTo>
                    <a:pt x="443915" y="46139"/>
                  </a:lnTo>
                  <a:lnTo>
                    <a:pt x="447649" y="44272"/>
                  </a:lnTo>
                  <a:lnTo>
                    <a:pt x="449732" y="43815"/>
                  </a:lnTo>
                  <a:lnTo>
                    <a:pt x="455498" y="43815"/>
                  </a:lnTo>
                  <a:lnTo>
                    <a:pt x="458406" y="44856"/>
                  </a:lnTo>
                  <a:lnTo>
                    <a:pt x="463118" y="49034"/>
                  </a:lnTo>
                  <a:lnTo>
                    <a:pt x="464299" y="51930"/>
                  </a:lnTo>
                  <a:lnTo>
                    <a:pt x="464299" y="93624"/>
                  </a:lnTo>
                  <a:lnTo>
                    <a:pt x="471741" y="93624"/>
                  </a:lnTo>
                  <a:lnTo>
                    <a:pt x="481736" y="93624"/>
                  </a:lnTo>
                  <a:lnTo>
                    <a:pt x="481736" y="55664"/>
                  </a:lnTo>
                  <a:lnTo>
                    <a:pt x="481736" y="53174"/>
                  </a:lnTo>
                  <a:lnTo>
                    <a:pt x="491769" y="43815"/>
                  </a:lnTo>
                  <a:lnTo>
                    <a:pt x="497459" y="43815"/>
                  </a:lnTo>
                  <a:lnTo>
                    <a:pt x="500354" y="44856"/>
                  </a:lnTo>
                  <a:lnTo>
                    <a:pt x="505066" y="49034"/>
                  </a:lnTo>
                  <a:lnTo>
                    <a:pt x="506247" y="51930"/>
                  </a:lnTo>
                  <a:lnTo>
                    <a:pt x="506247" y="93624"/>
                  </a:lnTo>
                  <a:lnTo>
                    <a:pt x="523697" y="93624"/>
                  </a:lnTo>
                  <a:lnTo>
                    <a:pt x="523697" y="47726"/>
                  </a:lnTo>
                  <a:close/>
                </a:path>
                <a:path w="660400" h="95250">
                  <a:moveTo>
                    <a:pt x="586028" y="38874"/>
                  </a:moveTo>
                  <a:lnTo>
                    <a:pt x="583184" y="35153"/>
                  </a:lnTo>
                  <a:lnTo>
                    <a:pt x="579602" y="32359"/>
                  </a:lnTo>
                  <a:lnTo>
                    <a:pt x="570992" y="28625"/>
                  </a:lnTo>
                  <a:lnTo>
                    <a:pt x="566178" y="27698"/>
                  </a:lnTo>
                  <a:lnTo>
                    <a:pt x="555790" y="27698"/>
                  </a:lnTo>
                  <a:lnTo>
                    <a:pt x="536079" y="43853"/>
                  </a:lnTo>
                  <a:lnTo>
                    <a:pt x="536079" y="51854"/>
                  </a:lnTo>
                  <a:lnTo>
                    <a:pt x="562533" y="69456"/>
                  </a:lnTo>
                  <a:lnTo>
                    <a:pt x="564553" y="70269"/>
                  </a:lnTo>
                  <a:lnTo>
                    <a:pt x="567664" y="72224"/>
                  </a:lnTo>
                  <a:lnTo>
                    <a:pt x="568439" y="73596"/>
                  </a:lnTo>
                  <a:lnTo>
                    <a:pt x="568439" y="76974"/>
                  </a:lnTo>
                  <a:lnTo>
                    <a:pt x="567715" y="78181"/>
                  </a:lnTo>
                  <a:lnTo>
                    <a:pt x="564781" y="79768"/>
                  </a:lnTo>
                  <a:lnTo>
                    <a:pt x="562635" y="80175"/>
                  </a:lnTo>
                  <a:lnTo>
                    <a:pt x="556234" y="80175"/>
                  </a:lnTo>
                  <a:lnTo>
                    <a:pt x="552996" y="79552"/>
                  </a:lnTo>
                  <a:lnTo>
                    <a:pt x="547128" y="77063"/>
                  </a:lnTo>
                  <a:lnTo>
                    <a:pt x="544550" y="75196"/>
                  </a:lnTo>
                  <a:lnTo>
                    <a:pt x="542340" y="72707"/>
                  </a:lnTo>
                  <a:lnTo>
                    <a:pt x="531952" y="83235"/>
                  </a:lnTo>
                  <a:lnTo>
                    <a:pt x="556272" y="95084"/>
                  </a:lnTo>
                  <a:lnTo>
                    <a:pt x="559917" y="95084"/>
                  </a:lnTo>
                  <a:lnTo>
                    <a:pt x="567740" y="95084"/>
                  </a:lnTo>
                  <a:lnTo>
                    <a:pt x="573900" y="93243"/>
                  </a:lnTo>
                  <a:lnTo>
                    <a:pt x="582955" y="85877"/>
                  </a:lnTo>
                  <a:lnTo>
                    <a:pt x="585228" y="80886"/>
                  </a:lnTo>
                  <a:lnTo>
                    <a:pt x="585228" y="70675"/>
                  </a:lnTo>
                  <a:lnTo>
                    <a:pt x="558901" y="52539"/>
                  </a:lnTo>
                  <a:lnTo>
                    <a:pt x="556882" y="51752"/>
                  </a:lnTo>
                  <a:lnTo>
                    <a:pt x="553770" y="49987"/>
                  </a:lnTo>
                  <a:lnTo>
                    <a:pt x="552996" y="48742"/>
                  </a:lnTo>
                  <a:lnTo>
                    <a:pt x="552996" y="45720"/>
                  </a:lnTo>
                  <a:lnTo>
                    <a:pt x="553681" y="44615"/>
                  </a:lnTo>
                  <a:lnTo>
                    <a:pt x="556437" y="43014"/>
                  </a:lnTo>
                  <a:lnTo>
                    <a:pt x="558406" y="42608"/>
                  </a:lnTo>
                  <a:lnTo>
                    <a:pt x="563829" y="42608"/>
                  </a:lnTo>
                  <a:lnTo>
                    <a:pt x="566470" y="43141"/>
                  </a:lnTo>
                  <a:lnTo>
                    <a:pt x="571347" y="45275"/>
                  </a:lnTo>
                  <a:lnTo>
                    <a:pt x="573544" y="47015"/>
                  </a:lnTo>
                  <a:lnTo>
                    <a:pt x="575500" y="49403"/>
                  </a:lnTo>
                  <a:lnTo>
                    <a:pt x="586028" y="38874"/>
                  </a:lnTo>
                  <a:close/>
                </a:path>
                <a:path w="660400" h="95250">
                  <a:moveTo>
                    <a:pt x="659803" y="29298"/>
                  </a:moveTo>
                  <a:lnTo>
                    <a:pt x="643420" y="29298"/>
                  </a:lnTo>
                  <a:lnTo>
                    <a:pt x="643420" y="58013"/>
                  </a:lnTo>
                  <a:lnTo>
                    <a:pt x="643420" y="66548"/>
                  </a:lnTo>
                  <a:lnTo>
                    <a:pt x="641921" y="70739"/>
                  </a:lnTo>
                  <a:lnTo>
                    <a:pt x="635876" y="77216"/>
                  </a:lnTo>
                  <a:lnTo>
                    <a:pt x="631926" y="78841"/>
                  </a:lnTo>
                  <a:lnTo>
                    <a:pt x="623849" y="78841"/>
                  </a:lnTo>
                  <a:lnTo>
                    <a:pt x="610793" y="64858"/>
                  </a:lnTo>
                  <a:lnTo>
                    <a:pt x="610793" y="58013"/>
                  </a:lnTo>
                  <a:lnTo>
                    <a:pt x="623849" y="44081"/>
                  </a:lnTo>
                  <a:lnTo>
                    <a:pt x="630339" y="44081"/>
                  </a:lnTo>
                  <a:lnTo>
                    <a:pt x="643420" y="58013"/>
                  </a:lnTo>
                  <a:lnTo>
                    <a:pt x="643420" y="29298"/>
                  </a:lnTo>
                  <a:lnTo>
                    <a:pt x="642493" y="29298"/>
                  </a:lnTo>
                  <a:lnTo>
                    <a:pt x="642493" y="34975"/>
                  </a:lnTo>
                  <a:lnTo>
                    <a:pt x="639876" y="32626"/>
                  </a:lnTo>
                  <a:lnTo>
                    <a:pt x="632599" y="28892"/>
                  </a:lnTo>
                  <a:lnTo>
                    <a:pt x="628472" y="27965"/>
                  </a:lnTo>
                  <a:lnTo>
                    <a:pt x="617994" y="27965"/>
                  </a:lnTo>
                  <a:lnTo>
                    <a:pt x="592950" y="55130"/>
                  </a:lnTo>
                  <a:lnTo>
                    <a:pt x="592950" y="67830"/>
                  </a:lnTo>
                  <a:lnTo>
                    <a:pt x="617994" y="94957"/>
                  </a:lnTo>
                  <a:lnTo>
                    <a:pt x="628472" y="94957"/>
                  </a:lnTo>
                  <a:lnTo>
                    <a:pt x="632599" y="94005"/>
                  </a:lnTo>
                  <a:lnTo>
                    <a:pt x="639876" y="90182"/>
                  </a:lnTo>
                  <a:lnTo>
                    <a:pt x="642493" y="87858"/>
                  </a:lnTo>
                  <a:lnTo>
                    <a:pt x="642493" y="93624"/>
                  </a:lnTo>
                  <a:lnTo>
                    <a:pt x="648487" y="93624"/>
                  </a:lnTo>
                  <a:lnTo>
                    <a:pt x="659803" y="93624"/>
                  </a:lnTo>
                  <a:lnTo>
                    <a:pt x="659803" y="29298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367974" y="4727420"/>
              <a:ext cx="944613" cy="124526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356149" y="4700778"/>
              <a:ext cx="1018870" cy="181232"/>
            </a:xfrm>
            <a:prstGeom prst="rect">
              <a:avLst/>
            </a:prstGeom>
          </p:spPr>
        </p:pic>
      </p:grpSp>
      <p:sp>
        <p:nvSpPr>
          <p:cNvPr id="69" name="object 69" descr=""/>
          <p:cNvSpPr txBox="1"/>
          <p:nvPr/>
        </p:nvSpPr>
        <p:spPr>
          <a:xfrm>
            <a:off x="4610193" y="4942358"/>
            <a:ext cx="8896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605">
                <a:solidFill>
                  <a:srgbClr val="FABF24"/>
                </a:solidFill>
                <a:latin typeface="Times New Roman"/>
                <a:cs typeface="Times New Roman"/>
              </a:rPr>
              <a:t>*</a:t>
            </a:r>
            <a:r>
              <a:rPr dirty="0" sz="1000">
                <a:solidFill>
                  <a:srgbClr val="FABF24"/>
                </a:solidFill>
                <a:latin typeface="Times New Roman"/>
                <a:cs typeface="Times New Roman"/>
              </a:rPr>
              <a:t> </a:t>
            </a:r>
            <a:r>
              <a:rPr dirty="0" sz="1000" spc="605">
                <a:solidFill>
                  <a:srgbClr val="FABF24"/>
                </a:solidFill>
                <a:latin typeface="Times New Roman"/>
                <a:cs typeface="Times New Roman"/>
              </a:rPr>
              <a:t>*</a:t>
            </a:r>
            <a:r>
              <a:rPr dirty="0" sz="1000">
                <a:solidFill>
                  <a:srgbClr val="FABF24"/>
                </a:solidFill>
                <a:latin typeface="Times New Roman"/>
                <a:cs typeface="Times New Roman"/>
              </a:rPr>
              <a:t> </a:t>
            </a:r>
            <a:r>
              <a:rPr dirty="0" sz="1000" spc="605">
                <a:solidFill>
                  <a:srgbClr val="FABF24"/>
                </a:solidFill>
                <a:latin typeface="Times New Roman"/>
                <a:cs typeface="Times New Roman"/>
              </a:rPr>
              <a:t>*</a:t>
            </a:r>
            <a:r>
              <a:rPr dirty="0" sz="1000">
                <a:solidFill>
                  <a:srgbClr val="FABF24"/>
                </a:solidFill>
                <a:latin typeface="Times New Roman"/>
                <a:cs typeface="Times New Roman"/>
              </a:rPr>
              <a:t> </a:t>
            </a:r>
            <a:r>
              <a:rPr dirty="0" sz="1000" spc="605">
                <a:solidFill>
                  <a:srgbClr val="FABF24"/>
                </a:solidFill>
                <a:latin typeface="Times New Roman"/>
                <a:cs typeface="Times New Roman"/>
              </a:rPr>
              <a:t>*</a:t>
            </a:r>
            <a:r>
              <a:rPr dirty="0" sz="1000">
                <a:solidFill>
                  <a:srgbClr val="FABF24"/>
                </a:solidFill>
                <a:latin typeface="Times New Roman"/>
                <a:cs typeface="Times New Roman"/>
              </a:rPr>
              <a:t> </a:t>
            </a:r>
            <a:r>
              <a:rPr dirty="0" sz="1000" spc="400">
                <a:solidFill>
                  <a:srgbClr val="FABF24"/>
                </a:solidFill>
                <a:latin typeface="Times New Roman"/>
                <a:cs typeface="Times New Roman"/>
              </a:rPr>
              <a:t>*</a:t>
            </a:r>
            <a:r>
              <a:rPr dirty="0" sz="1000" spc="400">
                <a:solidFill>
                  <a:srgbClr val="FABF24"/>
                </a:solidFill>
                <a:latin typeface="Times New Roman"/>
                <a:cs typeface="Times New Roman"/>
              </a:rPr>
              <a:t> 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0" name="object 70" descr=""/>
          <p:cNvSpPr/>
          <p:nvPr/>
        </p:nvSpPr>
        <p:spPr>
          <a:xfrm>
            <a:off x="861402" y="6380327"/>
            <a:ext cx="8349615" cy="8890"/>
          </a:xfrm>
          <a:custGeom>
            <a:avLst/>
            <a:gdLst/>
            <a:ahLst/>
            <a:cxnLst/>
            <a:rect l="l" t="t" r="r" b="b"/>
            <a:pathLst>
              <a:path w="8349615" h="8889">
                <a:moveTo>
                  <a:pt x="8349119" y="8329"/>
                </a:moveTo>
                <a:lnTo>
                  <a:pt x="8349119" y="0"/>
                </a:lnTo>
                <a:lnTo>
                  <a:pt x="0" y="0"/>
                </a:lnTo>
                <a:lnTo>
                  <a:pt x="0" y="8329"/>
                </a:lnTo>
                <a:lnTo>
                  <a:pt x="8349119" y="8329"/>
                </a:lnTo>
                <a:close/>
              </a:path>
            </a:pathLst>
          </a:custGeom>
          <a:solidFill>
            <a:srgbClr val="E1E7F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1" name="object 71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866394" y="6542087"/>
            <a:ext cx="2008593" cy="92182"/>
          </a:xfrm>
          <a:prstGeom prst="rect">
            <a:avLst/>
          </a:prstGeom>
        </p:spPr>
      </p:pic>
      <p:grpSp>
        <p:nvGrpSpPr>
          <p:cNvPr id="72" name="object 72" descr=""/>
          <p:cNvGrpSpPr/>
          <p:nvPr/>
        </p:nvGrpSpPr>
        <p:grpSpPr>
          <a:xfrm>
            <a:off x="8685504" y="6538696"/>
            <a:ext cx="517525" cy="95250"/>
            <a:chOff x="8685504" y="6538696"/>
            <a:chExt cx="517525" cy="95250"/>
          </a:xfrm>
        </p:grpSpPr>
        <p:pic>
          <p:nvPicPr>
            <p:cNvPr id="73" name="object 73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8685504" y="6541185"/>
              <a:ext cx="227075" cy="92405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8936050" y="6542087"/>
              <a:ext cx="96697" cy="72280"/>
            </a:xfrm>
            <a:prstGeom prst="rect">
              <a:avLst/>
            </a:prstGeom>
          </p:spPr>
        </p:pic>
        <p:sp>
          <p:nvSpPr>
            <p:cNvPr id="75" name="object 75" descr=""/>
            <p:cNvSpPr/>
            <p:nvPr/>
          </p:nvSpPr>
          <p:spPr>
            <a:xfrm>
              <a:off x="9056370" y="6538696"/>
              <a:ext cx="38100" cy="80010"/>
            </a:xfrm>
            <a:custGeom>
              <a:avLst/>
              <a:gdLst/>
              <a:ahLst/>
              <a:cxnLst/>
              <a:rect l="l" t="t" r="r" b="b"/>
              <a:pathLst>
                <a:path w="38100" h="80009">
                  <a:moveTo>
                    <a:pt x="38099" y="0"/>
                  </a:moveTo>
                  <a:lnTo>
                    <a:pt x="26288" y="0"/>
                  </a:lnTo>
                  <a:lnTo>
                    <a:pt x="0" y="79413"/>
                  </a:lnTo>
                  <a:lnTo>
                    <a:pt x="11811" y="79413"/>
                  </a:lnTo>
                  <a:lnTo>
                    <a:pt x="38099" y="0"/>
                  </a:lnTo>
                  <a:close/>
                </a:path>
              </a:pathLst>
            </a:custGeom>
            <a:solidFill>
              <a:srgbClr val="0EA5E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9116796" y="6542087"/>
              <a:ext cx="86105" cy="71323"/>
            </a:xfrm>
            <a:prstGeom prst="rect">
              <a:avLst/>
            </a:prstGeom>
          </p:spPr>
        </p:pic>
      </p:grpSp>
      <p:sp>
        <p:nvSpPr>
          <p:cNvPr id="77" name="object 77" descr=""/>
          <p:cNvSpPr txBox="1"/>
          <p:nvPr/>
        </p:nvSpPr>
        <p:spPr>
          <a:xfrm>
            <a:off x="292100" y="162656"/>
            <a:ext cx="807720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 spc="-225">
                <a:latin typeface="Times New Roman"/>
                <a:cs typeface="Times New Roman"/>
              </a:rPr>
              <a:t>1</a:t>
            </a:r>
            <a:r>
              <a:rPr dirty="0" sz="850" spc="30">
                <a:latin typeface="Times New Roman"/>
                <a:cs typeface="Times New Roman"/>
              </a:rPr>
              <a:t> </a:t>
            </a:r>
            <a:r>
              <a:rPr dirty="0" sz="850" spc="-285">
                <a:latin typeface="Times New Roman"/>
                <a:cs typeface="Times New Roman"/>
              </a:rPr>
              <a:t>2m</a:t>
            </a:r>
            <a:r>
              <a:rPr dirty="0" sz="850" spc="-70">
                <a:latin typeface="Times New Roman"/>
                <a:cs typeface="Times New Roman"/>
              </a:rPr>
              <a:t> </a:t>
            </a:r>
            <a:r>
              <a:rPr dirty="0" sz="850" spc="-190">
                <a:latin typeface="Times New Roman"/>
                <a:cs typeface="Times New Roman"/>
              </a:rPr>
              <a:t>06m</a:t>
            </a:r>
            <a:r>
              <a:rPr dirty="0" sz="850" spc="-6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2026</a:t>
            </a:r>
            <a:r>
              <a:rPr dirty="0" sz="850" spc="90">
                <a:latin typeface="Times New Roman"/>
                <a:cs typeface="Times New Roman"/>
              </a:rPr>
              <a:t> </a:t>
            </a:r>
            <a:r>
              <a:rPr dirty="0" sz="850" spc="-95">
                <a:latin typeface="Times New Roman"/>
                <a:cs typeface="Times New Roman"/>
              </a:rPr>
              <a:t>06e</a:t>
            </a:r>
            <a:r>
              <a:rPr dirty="0" sz="850" spc="-70">
                <a:latin typeface="Times New Roman"/>
                <a:cs typeface="Times New Roman"/>
              </a:rPr>
              <a:t> </a:t>
            </a:r>
            <a:r>
              <a:rPr dirty="0" sz="850" spc="-35">
                <a:latin typeface="Times New Roman"/>
                <a:cs typeface="Times New Roman"/>
              </a:rPr>
              <a:t>46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292092" y="7461304"/>
            <a:ext cx="2821940" cy="1358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9"/>
              </a:lnSpc>
            </a:pPr>
            <a:r>
              <a:rPr dirty="0" sz="850" spc="-75">
                <a:latin typeface="Times New Roman"/>
                <a:cs typeface="Times New Roman"/>
              </a:rPr>
              <a:t>f</a:t>
            </a:r>
            <a:r>
              <a:rPr dirty="0" sz="850">
                <a:latin typeface="Times New Roman"/>
                <a:cs typeface="Times New Roman"/>
              </a:rPr>
              <a:t> </a:t>
            </a:r>
            <a:r>
              <a:rPr dirty="0" sz="850" spc="-175">
                <a:latin typeface="Times New Roman"/>
                <a:cs typeface="Times New Roman"/>
              </a:rPr>
              <a:t>i</a:t>
            </a:r>
            <a:r>
              <a:rPr dirty="0" sz="850" spc="-90">
                <a:latin typeface="Times New Roman"/>
                <a:cs typeface="Times New Roman"/>
              </a:rPr>
              <a:t> </a:t>
            </a:r>
            <a:r>
              <a:rPr dirty="0" sz="850" spc="-120">
                <a:latin typeface="Times New Roman"/>
                <a:cs typeface="Times New Roman"/>
              </a:rPr>
              <a:t>ee</a:t>
            </a:r>
            <a:r>
              <a:rPr dirty="0" sz="850" spc="-40">
                <a:latin typeface="Times New Roman"/>
                <a:cs typeface="Times New Roman"/>
              </a:rPr>
              <a:t> </a:t>
            </a:r>
            <a:r>
              <a:rPr dirty="0" sz="850" spc="-50">
                <a:latin typeface="Times New Roman"/>
                <a:cs typeface="Times New Roman"/>
              </a:rPr>
              <a:t>///#e</a:t>
            </a:r>
            <a:r>
              <a:rPr dirty="0" sz="850" spc="-45">
                <a:latin typeface="Times New Roman"/>
                <a:cs typeface="Times New Roman"/>
              </a:rPr>
              <a:t> </a:t>
            </a:r>
            <a:r>
              <a:rPr dirty="0" sz="850" spc="-100">
                <a:latin typeface="Times New Roman"/>
                <a:cs typeface="Times New Roman"/>
              </a:rPr>
              <a:t>/U</a:t>
            </a:r>
            <a:r>
              <a:rPr dirty="0" sz="850" spc="-60">
                <a:latin typeface="Times New Roman"/>
                <a:cs typeface="Times New Roman"/>
              </a:rPr>
              <a:t> </a:t>
            </a:r>
            <a:r>
              <a:rPr dirty="0" sz="850" spc="-10">
                <a:latin typeface="Times New Roman"/>
                <a:cs typeface="Times New Roman"/>
              </a:rPr>
              <a:t>sers/ASU</a:t>
            </a:r>
            <a:r>
              <a:rPr dirty="0" sz="850" spc="-6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S/Desktop/projects/Gor</a:t>
            </a:r>
            <a:r>
              <a:rPr dirty="0" sz="850" spc="110">
                <a:latin typeface="Times New Roman"/>
                <a:cs typeface="Times New Roman"/>
              </a:rPr>
              <a:t> </a:t>
            </a:r>
            <a:r>
              <a:rPr dirty="0" sz="850" spc="-20">
                <a:latin typeface="Times New Roman"/>
                <a:cs typeface="Times New Roman"/>
              </a:rPr>
              <a:t>su</a:t>
            </a:r>
            <a:r>
              <a:rPr dirty="0" sz="850" spc="-8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ru</a:t>
            </a:r>
            <a:r>
              <a:rPr dirty="0" sz="850" spc="-75">
                <a:latin typeface="Times New Roman"/>
                <a:cs typeface="Times New Roman"/>
              </a:rPr>
              <a:t> </a:t>
            </a:r>
            <a:r>
              <a:rPr dirty="0" sz="850" spc="-20">
                <a:latin typeface="Times New Roman"/>
                <a:cs typeface="Times New Roman"/>
              </a:rPr>
              <a:t>m/su</a:t>
            </a:r>
            <a:r>
              <a:rPr dirty="0" sz="850" spc="-8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ru</a:t>
            </a:r>
            <a:r>
              <a:rPr dirty="0" sz="850" spc="-80">
                <a:latin typeface="Times New Roman"/>
                <a:cs typeface="Times New Roman"/>
              </a:rPr>
              <a:t> </a:t>
            </a:r>
            <a:r>
              <a:rPr dirty="0" sz="850" spc="-114">
                <a:latin typeface="Times New Roman"/>
                <a:cs typeface="Times New Roman"/>
              </a:rPr>
              <a:t>m</a:t>
            </a:r>
            <a:r>
              <a:rPr dirty="0" sz="850" spc="-85">
                <a:latin typeface="Times New Roman"/>
                <a:cs typeface="Times New Roman"/>
              </a:rPr>
              <a:t> </a:t>
            </a:r>
            <a:r>
              <a:rPr dirty="0" sz="850" spc="-585">
                <a:latin typeface="Times New Roman"/>
                <a:cs typeface="Times New Roman"/>
              </a:rPr>
              <a:t>m</a:t>
            </a:r>
            <a:r>
              <a:rPr dirty="0" sz="850" spc="-45">
                <a:latin typeface="Times New Roman"/>
                <a:cs typeface="Times New Roman"/>
              </a:rPr>
              <a:t> </a:t>
            </a:r>
            <a:r>
              <a:rPr dirty="0" sz="850" spc="-95">
                <a:latin typeface="Times New Roman"/>
                <a:cs typeface="Times New Roman"/>
              </a:rPr>
              <a:t>h</a:t>
            </a:r>
            <a:r>
              <a:rPr dirty="0" sz="850" spc="-85">
                <a:latin typeface="Times New Roman"/>
                <a:cs typeface="Times New Roman"/>
              </a:rPr>
              <a:t> </a:t>
            </a:r>
            <a:r>
              <a:rPr dirty="0" sz="850" spc="-70">
                <a:latin typeface="Times New Roman"/>
                <a:cs typeface="Times New Roman"/>
              </a:rPr>
              <a:t>tm</a:t>
            </a:r>
            <a:r>
              <a:rPr dirty="0" sz="850" spc="-85">
                <a:latin typeface="Times New Roman"/>
                <a:cs typeface="Times New Roman"/>
              </a:rPr>
              <a:t> </a:t>
            </a:r>
            <a:r>
              <a:rPr dirty="0" sz="850" spc="-50">
                <a:latin typeface="Times New Roman"/>
                <a:cs typeface="Times New Roman"/>
              </a:rPr>
              <a:t>i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80" name="object 8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969"/>
              </a:lnSpc>
            </a:pPr>
            <a:fld id="{81D60167-4931-47E6-BA6A-407CBD079E47}" type="slidenum">
              <a:rPr dirty="0" spc="-225">
                <a:latin typeface="Times New Roman"/>
                <a:cs typeface="Times New Roman"/>
              </a:rPr>
              <a:t>10</a:t>
            </a:fld>
            <a:r>
              <a:rPr dirty="0" spc="35">
                <a:latin typeface="Times New Roman"/>
                <a:cs typeface="Times New Roman"/>
              </a:rPr>
              <a:t> </a:t>
            </a:r>
            <a:r>
              <a:rPr dirty="0" spc="-125">
                <a:latin typeface="Times New Roman"/>
                <a:cs typeface="Times New Roman"/>
              </a:rPr>
              <a:t>/1</a:t>
            </a:r>
            <a:r>
              <a:rPr dirty="0" spc="35">
                <a:latin typeface="Times New Roman"/>
                <a:cs typeface="Times New Roman"/>
              </a:rPr>
              <a:t> </a:t>
            </a:r>
            <a:r>
              <a:rPr dirty="0" spc="-50">
                <a:latin typeface="Times New Roman"/>
                <a:cs typeface="Times New Roman"/>
              </a:rPr>
              <a:t>2</a:t>
            </a:r>
          </a:p>
        </p:txBody>
      </p:sp>
      <p:sp>
        <p:nvSpPr>
          <p:cNvPr id="78" name="object 78" descr=""/>
          <p:cNvSpPr txBox="1"/>
          <p:nvPr/>
        </p:nvSpPr>
        <p:spPr>
          <a:xfrm>
            <a:off x="4406755" y="162656"/>
            <a:ext cx="2402840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>
                <a:latin typeface="Times New Roman"/>
                <a:cs typeface="Times New Roman"/>
              </a:rPr>
              <a:t>Gor</a:t>
            </a:r>
            <a:r>
              <a:rPr dirty="0" sz="850" spc="8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Sargsyar</a:t>
            </a:r>
            <a:r>
              <a:rPr dirty="0" sz="850" spc="204">
                <a:latin typeface="Times New Roman"/>
                <a:cs typeface="Times New Roman"/>
              </a:rPr>
              <a:t>  </a:t>
            </a:r>
            <a:r>
              <a:rPr dirty="0" sz="850" spc="-90">
                <a:latin typeface="Times New Roman"/>
                <a:cs typeface="Times New Roman"/>
              </a:rPr>
              <a:t>Gi</a:t>
            </a:r>
            <a:r>
              <a:rPr dirty="0" sz="850" spc="-9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obai</a:t>
            </a:r>
            <a:r>
              <a:rPr dirty="0" sz="850" spc="10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A</a:t>
            </a:r>
            <a:r>
              <a:rPr dirty="0" sz="850" spc="275">
                <a:latin typeface="Times New Roman"/>
                <a:cs typeface="Times New Roman"/>
              </a:rPr>
              <a:t> </a:t>
            </a:r>
            <a:r>
              <a:rPr dirty="0" sz="850" spc="-195">
                <a:latin typeface="Times New Roman"/>
                <a:cs typeface="Times New Roman"/>
              </a:rPr>
              <a:t>&amp;</a:t>
            </a:r>
            <a:r>
              <a:rPr dirty="0" sz="850" spc="95">
                <a:latin typeface="Times New Roman"/>
                <a:cs typeface="Times New Roman"/>
              </a:rPr>
              <a:t> </a:t>
            </a:r>
            <a:r>
              <a:rPr dirty="0" sz="850" spc="-100">
                <a:latin typeface="Times New Roman"/>
                <a:cs typeface="Times New Roman"/>
              </a:rPr>
              <a:t>E</a:t>
            </a:r>
            <a:r>
              <a:rPr dirty="0" sz="850" spc="-95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korom</a:t>
            </a:r>
            <a:r>
              <a:rPr dirty="0" sz="850" spc="229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Stratej</a:t>
            </a:r>
            <a:r>
              <a:rPr dirty="0" sz="850" spc="229">
                <a:latin typeface="Times New Roman"/>
                <a:cs typeface="Times New Roman"/>
              </a:rPr>
              <a:t> </a:t>
            </a:r>
            <a:r>
              <a:rPr dirty="0" sz="850" spc="-25">
                <a:latin typeface="Times New Roman"/>
                <a:cs typeface="Times New Roman"/>
              </a:rPr>
              <a:t>Su</a:t>
            </a:r>
            <a:r>
              <a:rPr dirty="0" sz="850" spc="-90">
                <a:latin typeface="Times New Roman"/>
                <a:cs typeface="Times New Roman"/>
              </a:rPr>
              <a:t> </a:t>
            </a:r>
            <a:r>
              <a:rPr dirty="0" sz="850">
                <a:latin typeface="Times New Roman"/>
                <a:cs typeface="Times New Roman"/>
              </a:rPr>
              <a:t>ru</a:t>
            </a:r>
            <a:r>
              <a:rPr dirty="0" sz="850" spc="-90">
                <a:latin typeface="Times New Roman"/>
                <a:cs typeface="Times New Roman"/>
              </a:rPr>
              <a:t> </a:t>
            </a:r>
            <a:r>
              <a:rPr dirty="0" sz="850" spc="-25">
                <a:latin typeface="Times New Roman"/>
                <a:cs typeface="Times New Roman"/>
              </a:rPr>
              <a:t>mu</a:t>
            </a:r>
            <a:endParaRPr sz="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597" y="741591"/>
            <a:ext cx="1097673" cy="96431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2024151" y="737603"/>
            <a:ext cx="19050" cy="125095"/>
          </a:xfrm>
          <a:custGeom>
            <a:avLst/>
            <a:gdLst/>
            <a:ahLst/>
            <a:cxnLst/>
            <a:rect l="l" t="t" r="r" b="b"/>
            <a:pathLst>
              <a:path w="19050" h="125094">
                <a:moveTo>
                  <a:pt x="19050" y="124661"/>
                </a:moveTo>
                <a:lnTo>
                  <a:pt x="19050" y="0"/>
                </a:lnTo>
                <a:lnTo>
                  <a:pt x="0" y="0"/>
                </a:lnTo>
                <a:lnTo>
                  <a:pt x="0" y="124661"/>
                </a:lnTo>
                <a:lnTo>
                  <a:pt x="19050" y="124661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2103005" y="741641"/>
            <a:ext cx="974090" cy="96520"/>
            <a:chOff x="2103005" y="741641"/>
            <a:chExt cx="974090" cy="96520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03005" y="743191"/>
              <a:ext cx="85509" cy="9323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2210612" y="741641"/>
              <a:ext cx="652145" cy="96520"/>
            </a:xfrm>
            <a:custGeom>
              <a:avLst/>
              <a:gdLst/>
              <a:ahLst/>
              <a:cxnLst/>
              <a:rect l="l" t="t" r="r" b="b"/>
              <a:pathLst>
                <a:path w="652144" h="96519">
                  <a:moveTo>
                    <a:pt x="72199" y="94780"/>
                  </a:moveTo>
                  <a:lnTo>
                    <a:pt x="72059" y="77470"/>
                  </a:lnTo>
                  <a:lnTo>
                    <a:pt x="21183" y="77470"/>
                  </a:lnTo>
                  <a:lnTo>
                    <a:pt x="21183" y="55765"/>
                  </a:lnTo>
                  <a:lnTo>
                    <a:pt x="64731" y="55892"/>
                  </a:lnTo>
                  <a:lnTo>
                    <a:pt x="64731" y="39243"/>
                  </a:lnTo>
                  <a:lnTo>
                    <a:pt x="21183" y="39116"/>
                  </a:lnTo>
                  <a:lnTo>
                    <a:pt x="21183" y="18872"/>
                  </a:lnTo>
                  <a:lnTo>
                    <a:pt x="70459" y="18872"/>
                  </a:lnTo>
                  <a:lnTo>
                    <a:pt x="70192" y="1549"/>
                  </a:lnTo>
                  <a:lnTo>
                    <a:pt x="0" y="1549"/>
                  </a:lnTo>
                  <a:lnTo>
                    <a:pt x="139" y="94780"/>
                  </a:lnTo>
                  <a:lnTo>
                    <a:pt x="19710" y="94780"/>
                  </a:lnTo>
                  <a:lnTo>
                    <a:pt x="72199" y="94780"/>
                  </a:lnTo>
                  <a:close/>
                </a:path>
                <a:path w="652144" h="96519">
                  <a:moveTo>
                    <a:pt x="159613" y="1549"/>
                  </a:moveTo>
                  <a:lnTo>
                    <a:pt x="130403" y="1549"/>
                  </a:lnTo>
                  <a:lnTo>
                    <a:pt x="108813" y="1549"/>
                  </a:lnTo>
                  <a:lnTo>
                    <a:pt x="78333" y="1549"/>
                  </a:lnTo>
                  <a:lnTo>
                    <a:pt x="78333" y="19126"/>
                  </a:lnTo>
                  <a:lnTo>
                    <a:pt x="108813" y="19126"/>
                  </a:lnTo>
                  <a:lnTo>
                    <a:pt x="108813" y="94780"/>
                  </a:lnTo>
                  <a:lnTo>
                    <a:pt x="130403" y="94780"/>
                  </a:lnTo>
                  <a:lnTo>
                    <a:pt x="130403" y="19126"/>
                  </a:lnTo>
                  <a:lnTo>
                    <a:pt x="159613" y="19126"/>
                  </a:lnTo>
                  <a:lnTo>
                    <a:pt x="159613" y="1549"/>
                  </a:lnTo>
                  <a:close/>
                </a:path>
                <a:path w="652144" h="96519">
                  <a:moveTo>
                    <a:pt x="310819" y="1549"/>
                  </a:moveTo>
                  <a:lnTo>
                    <a:pt x="290169" y="1549"/>
                  </a:lnTo>
                  <a:lnTo>
                    <a:pt x="268439" y="67576"/>
                  </a:lnTo>
                  <a:lnTo>
                    <a:pt x="247154" y="1549"/>
                  </a:lnTo>
                  <a:lnTo>
                    <a:pt x="227177" y="1549"/>
                  </a:lnTo>
                  <a:lnTo>
                    <a:pt x="205181" y="67094"/>
                  </a:lnTo>
                  <a:lnTo>
                    <a:pt x="184150" y="1549"/>
                  </a:lnTo>
                  <a:lnTo>
                    <a:pt x="161785" y="1549"/>
                  </a:lnTo>
                  <a:lnTo>
                    <a:pt x="192278" y="94780"/>
                  </a:lnTo>
                  <a:lnTo>
                    <a:pt x="199466" y="94780"/>
                  </a:lnTo>
                  <a:lnTo>
                    <a:pt x="210654" y="94780"/>
                  </a:lnTo>
                  <a:lnTo>
                    <a:pt x="215455" y="94780"/>
                  </a:lnTo>
                  <a:lnTo>
                    <a:pt x="233565" y="40640"/>
                  </a:lnTo>
                  <a:lnTo>
                    <a:pt x="236575" y="31610"/>
                  </a:lnTo>
                  <a:lnTo>
                    <a:pt x="239687" y="41148"/>
                  </a:lnTo>
                  <a:lnTo>
                    <a:pt x="257136" y="94780"/>
                  </a:lnTo>
                  <a:lnTo>
                    <a:pt x="263004" y="94780"/>
                  </a:lnTo>
                  <a:lnTo>
                    <a:pt x="273786" y="94780"/>
                  </a:lnTo>
                  <a:lnTo>
                    <a:pt x="280314" y="94780"/>
                  </a:lnTo>
                  <a:lnTo>
                    <a:pt x="310819" y="1549"/>
                  </a:lnTo>
                  <a:close/>
                </a:path>
                <a:path w="652144" h="96519">
                  <a:moveTo>
                    <a:pt x="417690" y="41148"/>
                  </a:moveTo>
                  <a:lnTo>
                    <a:pt x="396074" y="7670"/>
                  </a:lnTo>
                  <a:lnTo>
                    <a:pt x="396074" y="43726"/>
                  </a:lnTo>
                  <a:lnTo>
                    <a:pt x="396074" y="52603"/>
                  </a:lnTo>
                  <a:lnTo>
                    <a:pt x="362546" y="78130"/>
                  </a:lnTo>
                  <a:lnTo>
                    <a:pt x="358711" y="77406"/>
                  </a:lnTo>
                  <a:lnTo>
                    <a:pt x="337642" y="52527"/>
                  </a:lnTo>
                  <a:lnTo>
                    <a:pt x="337642" y="43649"/>
                  </a:lnTo>
                  <a:lnTo>
                    <a:pt x="370979" y="18199"/>
                  </a:lnTo>
                  <a:lnTo>
                    <a:pt x="374891" y="18935"/>
                  </a:lnTo>
                  <a:lnTo>
                    <a:pt x="396074" y="43726"/>
                  </a:lnTo>
                  <a:lnTo>
                    <a:pt x="396074" y="7670"/>
                  </a:lnTo>
                  <a:lnTo>
                    <a:pt x="393331" y="5943"/>
                  </a:lnTo>
                  <a:lnTo>
                    <a:pt x="381000" y="1155"/>
                  </a:lnTo>
                  <a:lnTo>
                    <a:pt x="374891" y="127"/>
                  </a:lnTo>
                  <a:lnTo>
                    <a:pt x="359537" y="0"/>
                  </a:lnTo>
                  <a:lnTo>
                    <a:pt x="352806" y="1168"/>
                  </a:lnTo>
                  <a:lnTo>
                    <a:pt x="317246" y="34874"/>
                  </a:lnTo>
                  <a:lnTo>
                    <a:pt x="315976" y="41249"/>
                  </a:lnTo>
                  <a:lnTo>
                    <a:pt x="315976" y="54559"/>
                  </a:lnTo>
                  <a:lnTo>
                    <a:pt x="317246" y="60934"/>
                  </a:lnTo>
                  <a:lnTo>
                    <a:pt x="317246" y="61175"/>
                  </a:lnTo>
                  <a:lnTo>
                    <a:pt x="352806" y="95072"/>
                  </a:lnTo>
                  <a:lnTo>
                    <a:pt x="359537" y="96253"/>
                  </a:lnTo>
                  <a:lnTo>
                    <a:pt x="374891" y="96227"/>
                  </a:lnTo>
                  <a:lnTo>
                    <a:pt x="411403" y="73317"/>
                  </a:lnTo>
                  <a:lnTo>
                    <a:pt x="417690" y="55092"/>
                  </a:lnTo>
                  <a:lnTo>
                    <a:pt x="417690" y="41148"/>
                  </a:lnTo>
                  <a:close/>
                </a:path>
                <a:path w="652144" h="96519">
                  <a:moveTo>
                    <a:pt x="516699" y="94780"/>
                  </a:moveTo>
                  <a:lnTo>
                    <a:pt x="495858" y="64897"/>
                  </a:lnTo>
                  <a:lnTo>
                    <a:pt x="502094" y="62153"/>
                  </a:lnTo>
                  <a:lnTo>
                    <a:pt x="506755" y="58305"/>
                  </a:lnTo>
                  <a:lnTo>
                    <a:pt x="513321" y="48272"/>
                  </a:lnTo>
                  <a:lnTo>
                    <a:pt x="514959" y="42303"/>
                  </a:lnTo>
                  <a:lnTo>
                    <a:pt x="514959" y="35382"/>
                  </a:lnTo>
                  <a:lnTo>
                    <a:pt x="493128" y="4572"/>
                  </a:lnTo>
                  <a:lnTo>
                    <a:pt x="493128" y="30226"/>
                  </a:lnTo>
                  <a:lnTo>
                    <a:pt x="493128" y="40436"/>
                  </a:lnTo>
                  <a:lnTo>
                    <a:pt x="491477" y="44411"/>
                  </a:lnTo>
                  <a:lnTo>
                    <a:pt x="484911" y="50190"/>
                  </a:lnTo>
                  <a:lnTo>
                    <a:pt x="479945" y="51625"/>
                  </a:lnTo>
                  <a:lnTo>
                    <a:pt x="455701" y="51625"/>
                  </a:lnTo>
                  <a:lnTo>
                    <a:pt x="455701" y="19126"/>
                  </a:lnTo>
                  <a:lnTo>
                    <a:pt x="479945" y="19126"/>
                  </a:lnTo>
                  <a:lnTo>
                    <a:pt x="484911" y="20548"/>
                  </a:lnTo>
                  <a:lnTo>
                    <a:pt x="491477" y="26238"/>
                  </a:lnTo>
                  <a:lnTo>
                    <a:pt x="493128" y="30226"/>
                  </a:lnTo>
                  <a:lnTo>
                    <a:pt x="493128" y="4572"/>
                  </a:lnTo>
                  <a:lnTo>
                    <a:pt x="434124" y="1549"/>
                  </a:lnTo>
                  <a:lnTo>
                    <a:pt x="434124" y="94780"/>
                  </a:lnTo>
                  <a:lnTo>
                    <a:pt x="446112" y="94780"/>
                  </a:lnTo>
                  <a:lnTo>
                    <a:pt x="455701" y="94780"/>
                  </a:lnTo>
                  <a:lnTo>
                    <a:pt x="455701" y="68808"/>
                  </a:lnTo>
                  <a:lnTo>
                    <a:pt x="470077" y="68808"/>
                  </a:lnTo>
                  <a:lnTo>
                    <a:pt x="475488" y="68808"/>
                  </a:lnTo>
                  <a:lnTo>
                    <a:pt x="493395" y="94780"/>
                  </a:lnTo>
                  <a:lnTo>
                    <a:pt x="516699" y="94780"/>
                  </a:lnTo>
                  <a:close/>
                </a:path>
                <a:path w="652144" h="96519">
                  <a:moveTo>
                    <a:pt x="620979" y="94792"/>
                  </a:moveTo>
                  <a:lnTo>
                    <a:pt x="580110" y="43103"/>
                  </a:lnTo>
                  <a:lnTo>
                    <a:pt x="618705" y="1562"/>
                  </a:lnTo>
                  <a:lnTo>
                    <a:pt x="594741" y="1562"/>
                  </a:lnTo>
                  <a:lnTo>
                    <a:pt x="553453" y="45072"/>
                  </a:lnTo>
                  <a:lnTo>
                    <a:pt x="553453" y="1574"/>
                  </a:lnTo>
                  <a:lnTo>
                    <a:pt x="532015" y="1574"/>
                  </a:lnTo>
                  <a:lnTo>
                    <a:pt x="532015" y="94792"/>
                  </a:lnTo>
                  <a:lnTo>
                    <a:pt x="550125" y="94792"/>
                  </a:lnTo>
                  <a:lnTo>
                    <a:pt x="553453" y="94792"/>
                  </a:lnTo>
                  <a:lnTo>
                    <a:pt x="553453" y="71259"/>
                  </a:lnTo>
                  <a:lnTo>
                    <a:pt x="562648" y="61671"/>
                  </a:lnTo>
                  <a:lnTo>
                    <a:pt x="565950" y="58216"/>
                  </a:lnTo>
                  <a:lnTo>
                    <a:pt x="595807" y="94792"/>
                  </a:lnTo>
                  <a:lnTo>
                    <a:pt x="620979" y="94792"/>
                  </a:lnTo>
                  <a:close/>
                </a:path>
                <a:path w="652144" h="96519">
                  <a:moveTo>
                    <a:pt x="652132" y="1549"/>
                  </a:moveTo>
                  <a:lnTo>
                    <a:pt x="630567" y="1549"/>
                  </a:lnTo>
                  <a:lnTo>
                    <a:pt x="630567" y="94780"/>
                  </a:lnTo>
                  <a:lnTo>
                    <a:pt x="652132" y="94780"/>
                  </a:lnTo>
                  <a:lnTo>
                    <a:pt x="652132" y="1549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84868" y="741643"/>
              <a:ext cx="192049" cy="96378"/>
            </a:xfrm>
            <a:prstGeom prst="rect">
              <a:avLst/>
            </a:prstGeom>
          </p:spPr>
        </p:pic>
      </p:grpSp>
      <p:grpSp>
        <p:nvGrpSpPr>
          <p:cNvPr id="8" name="object 8" descr=""/>
          <p:cNvGrpSpPr/>
          <p:nvPr/>
        </p:nvGrpSpPr>
        <p:grpSpPr>
          <a:xfrm>
            <a:off x="7595647" y="694797"/>
            <a:ext cx="266700" cy="183515"/>
            <a:chOff x="7595647" y="694797"/>
            <a:chExt cx="266700" cy="183515"/>
          </a:xfrm>
        </p:grpSpPr>
        <p:sp>
          <p:nvSpPr>
            <p:cNvPr id="9" name="object 9" descr=""/>
            <p:cNvSpPr/>
            <p:nvPr/>
          </p:nvSpPr>
          <p:spPr>
            <a:xfrm>
              <a:off x="7599832" y="699096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258064" y="149529"/>
                  </a:moveTo>
                  <a:lnTo>
                    <a:pt x="258064" y="25260"/>
                  </a:lnTo>
                  <a:lnTo>
                    <a:pt x="257302" y="21539"/>
                  </a:lnTo>
                  <a:lnTo>
                    <a:pt x="232765" y="0"/>
                  </a:lnTo>
                  <a:lnTo>
                    <a:pt x="25272" y="0"/>
                  </a:lnTo>
                  <a:lnTo>
                    <a:pt x="0" y="25260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73" y="174790"/>
                  </a:lnTo>
                  <a:lnTo>
                    <a:pt x="232765" y="174790"/>
                  </a:lnTo>
                  <a:lnTo>
                    <a:pt x="257302" y="153238"/>
                  </a:lnTo>
                  <a:lnTo>
                    <a:pt x="258064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599807" y="698957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35"/>
                  </a:lnTo>
                  <a:lnTo>
                    <a:pt x="21551" y="736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8917" y="0"/>
                  </a:lnTo>
                  <a:lnTo>
                    <a:pt x="232778" y="0"/>
                  </a:lnTo>
                  <a:lnTo>
                    <a:pt x="236499" y="736"/>
                  </a:lnTo>
                  <a:lnTo>
                    <a:pt x="240055" y="2235"/>
                  </a:lnTo>
                  <a:lnTo>
                    <a:pt x="243636" y="3657"/>
                  </a:lnTo>
                  <a:lnTo>
                    <a:pt x="258051" y="25298"/>
                  </a:lnTo>
                  <a:lnTo>
                    <a:pt x="258051" y="29133"/>
                  </a:lnTo>
                  <a:lnTo>
                    <a:pt x="258051" y="145669"/>
                  </a:lnTo>
                  <a:lnTo>
                    <a:pt x="258051" y="149491"/>
                  </a:lnTo>
                  <a:lnTo>
                    <a:pt x="257302" y="153238"/>
                  </a:lnTo>
                  <a:lnTo>
                    <a:pt x="255828" y="156819"/>
                  </a:lnTo>
                  <a:lnTo>
                    <a:pt x="254355" y="160401"/>
                  </a:lnTo>
                  <a:lnTo>
                    <a:pt x="252247" y="163576"/>
                  </a:lnTo>
                  <a:lnTo>
                    <a:pt x="249516" y="166230"/>
                  </a:lnTo>
                  <a:lnTo>
                    <a:pt x="246786" y="168973"/>
                  </a:lnTo>
                  <a:lnTo>
                    <a:pt x="243636" y="171056"/>
                  </a:lnTo>
                  <a:lnTo>
                    <a:pt x="240055" y="172554"/>
                  </a:lnTo>
                  <a:lnTo>
                    <a:pt x="236499" y="174053"/>
                  </a:lnTo>
                  <a:lnTo>
                    <a:pt x="232778" y="174802"/>
                  </a:lnTo>
                  <a:lnTo>
                    <a:pt x="228917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056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76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38"/>
                  </a:lnTo>
                  <a:lnTo>
                    <a:pt x="0" y="149491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75092" y="755408"/>
              <a:ext cx="112395" cy="64376"/>
            </a:xfrm>
            <a:prstGeom prst="rect">
              <a:avLst/>
            </a:prstGeom>
          </p:spPr>
        </p:pic>
      </p:grpSp>
      <p:grpSp>
        <p:nvGrpSpPr>
          <p:cNvPr id="12" name="object 12" descr=""/>
          <p:cNvGrpSpPr/>
          <p:nvPr/>
        </p:nvGrpSpPr>
        <p:grpSpPr>
          <a:xfrm>
            <a:off x="7928616" y="694797"/>
            <a:ext cx="274955" cy="183515"/>
            <a:chOff x="7928616" y="694797"/>
            <a:chExt cx="274955" cy="183515"/>
          </a:xfrm>
        </p:grpSpPr>
        <p:sp>
          <p:nvSpPr>
            <p:cNvPr id="13" name="object 13" descr=""/>
            <p:cNvSpPr/>
            <p:nvPr/>
          </p:nvSpPr>
          <p:spPr>
            <a:xfrm>
              <a:off x="7932800" y="699096"/>
              <a:ext cx="266700" cy="175260"/>
            </a:xfrm>
            <a:custGeom>
              <a:avLst/>
              <a:gdLst/>
              <a:ahLst/>
              <a:cxnLst/>
              <a:rect l="l" t="t" r="r" b="b"/>
              <a:pathLst>
                <a:path w="266700" h="175259">
                  <a:moveTo>
                    <a:pt x="266395" y="149529"/>
                  </a:moveTo>
                  <a:lnTo>
                    <a:pt x="266395" y="25260"/>
                  </a:lnTo>
                  <a:lnTo>
                    <a:pt x="265633" y="21539"/>
                  </a:lnTo>
                  <a:lnTo>
                    <a:pt x="241096" y="0"/>
                  </a:lnTo>
                  <a:lnTo>
                    <a:pt x="25298" y="0"/>
                  </a:lnTo>
                  <a:lnTo>
                    <a:pt x="0" y="25260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98" y="174790"/>
                  </a:lnTo>
                  <a:lnTo>
                    <a:pt x="241096" y="174790"/>
                  </a:lnTo>
                  <a:lnTo>
                    <a:pt x="265633" y="153238"/>
                  </a:lnTo>
                  <a:lnTo>
                    <a:pt x="266395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932775" y="698957"/>
              <a:ext cx="266700" cy="175260"/>
            </a:xfrm>
            <a:custGeom>
              <a:avLst/>
              <a:gdLst/>
              <a:ahLst/>
              <a:cxnLst/>
              <a:rect l="l" t="t" r="r" b="b"/>
              <a:pathLst>
                <a:path w="266700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35"/>
                  </a:lnTo>
                  <a:lnTo>
                    <a:pt x="21551" y="736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37236" y="0"/>
                  </a:lnTo>
                  <a:lnTo>
                    <a:pt x="241096" y="0"/>
                  </a:lnTo>
                  <a:lnTo>
                    <a:pt x="244817" y="736"/>
                  </a:lnTo>
                  <a:lnTo>
                    <a:pt x="248386" y="2235"/>
                  </a:lnTo>
                  <a:lnTo>
                    <a:pt x="251955" y="3657"/>
                  </a:lnTo>
                  <a:lnTo>
                    <a:pt x="264147" y="17970"/>
                  </a:lnTo>
                  <a:lnTo>
                    <a:pt x="265633" y="21551"/>
                  </a:lnTo>
                  <a:lnTo>
                    <a:pt x="266369" y="25298"/>
                  </a:lnTo>
                  <a:lnTo>
                    <a:pt x="266369" y="29133"/>
                  </a:lnTo>
                  <a:lnTo>
                    <a:pt x="266369" y="145669"/>
                  </a:lnTo>
                  <a:lnTo>
                    <a:pt x="266369" y="149491"/>
                  </a:lnTo>
                  <a:lnTo>
                    <a:pt x="265633" y="153238"/>
                  </a:lnTo>
                  <a:lnTo>
                    <a:pt x="264147" y="156819"/>
                  </a:lnTo>
                  <a:lnTo>
                    <a:pt x="262674" y="160401"/>
                  </a:lnTo>
                  <a:lnTo>
                    <a:pt x="260565" y="163576"/>
                  </a:lnTo>
                  <a:lnTo>
                    <a:pt x="257835" y="166230"/>
                  </a:lnTo>
                  <a:lnTo>
                    <a:pt x="255104" y="168973"/>
                  </a:lnTo>
                  <a:lnTo>
                    <a:pt x="251955" y="171056"/>
                  </a:lnTo>
                  <a:lnTo>
                    <a:pt x="248386" y="172554"/>
                  </a:lnTo>
                  <a:lnTo>
                    <a:pt x="244817" y="174053"/>
                  </a:lnTo>
                  <a:lnTo>
                    <a:pt x="241096" y="174802"/>
                  </a:lnTo>
                  <a:lnTo>
                    <a:pt x="237236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056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76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38"/>
                  </a:lnTo>
                  <a:lnTo>
                    <a:pt x="0" y="149491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12353" y="755408"/>
              <a:ext cx="108584" cy="64376"/>
            </a:xfrm>
            <a:prstGeom prst="rect">
              <a:avLst/>
            </a:prstGeom>
          </p:spPr>
        </p:pic>
      </p:grpSp>
      <p:grpSp>
        <p:nvGrpSpPr>
          <p:cNvPr id="16" name="object 16" descr=""/>
          <p:cNvGrpSpPr/>
          <p:nvPr/>
        </p:nvGrpSpPr>
        <p:grpSpPr>
          <a:xfrm>
            <a:off x="8269903" y="694797"/>
            <a:ext cx="258445" cy="183515"/>
            <a:chOff x="8269903" y="694797"/>
            <a:chExt cx="258445" cy="183515"/>
          </a:xfrm>
        </p:grpSpPr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74101" y="699096"/>
              <a:ext cx="249707" cy="174790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8274062" y="698957"/>
              <a:ext cx="250190" cy="175260"/>
            </a:xfrm>
            <a:custGeom>
              <a:avLst/>
              <a:gdLst/>
              <a:ahLst/>
              <a:cxnLst/>
              <a:rect l="l" t="t" r="r" b="b"/>
              <a:pathLst>
                <a:path w="250190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35"/>
                  </a:lnTo>
                  <a:lnTo>
                    <a:pt x="21551" y="736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0586" y="0"/>
                  </a:lnTo>
                  <a:lnTo>
                    <a:pt x="224447" y="0"/>
                  </a:lnTo>
                  <a:lnTo>
                    <a:pt x="228168" y="736"/>
                  </a:lnTo>
                  <a:lnTo>
                    <a:pt x="231736" y="2235"/>
                  </a:lnTo>
                  <a:lnTo>
                    <a:pt x="235305" y="3657"/>
                  </a:lnTo>
                  <a:lnTo>
                    <a:pt x="247497" y="17970"/>
                  </a:lnTo>
                  <a:lnTo>
                    <a:pt x="248983" y="21551"/>
                  </a:lnTo>
                  <a:lnTo>
                    <a:pt x="249720" y="25298"/>
                  </a:lnTo>
                  <a:lnTo>
                    <a:pt x="249720" y="29133"/>
                  </a:lnTo>
                  <a:lnTo>
                    <a:pt x="249720" y="145669"/>
                  </a:lnTo>
                  <a:lnTo>
                    <a:pt x="249720" y="149491"/>
                  </a:lnTo>
                  <a:lnTo>
                    <a:pt x="248983" y="153238"/>
                  </a:lnTo>
                  <a:lnTo>
                    <a:pt x="247497" y="156819"/>
                  </a:lnTo>
                  <a:lnTo>
                    <a:pt x="246024" y="160401"/>
                  </a:lnTo>
                  <a:lnTo>
                    <a:pt x="243916" y="163576"/>
                  </a:lnTo>
                  <a:lnTo>
                    <a:pt x="241198" y="166230"/>
                  </a:lnTo>
                  <a:lnTo>
                    <a:pt x="238455" y="168973"/>
                  </a:lnTo>
                  <a:lnTo>
                    <a:pt x="235305" y="171056"/>
                  </a:lnTo>
                  <a:lnTo>
                    <a:pt x="231736" y="172554"/>
                  </a:lnTo>
                  <a:lnTo>
                    <a:pt x="228168" y="174053"/>
                  </a:lnTo>
                  <a:lnTo>
                    <a:pt x="224447" y="174802"/>
                  </a:lnTo>
                  <a:lnTo>
                    <a:pt x="220586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056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76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38"/>
                  </a:lnTo>
                  <a:lnTo>
                    <a:pt x="0" y="149491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50529" y="754405"/>
              <a:ext cx="95783" cy="66294"/>
            </a:xfrm>
            <a:prstGeom prst="rect">
              <a:avLst/>
            </a:prstGeom>
          </p:spPr>
        </p:pic>
      </p:grpSp>
      <p:grpSp>
        <p:nvGrpSpPr>
          <p:cNvPr id="20" name="object 20" descr=""/>
          <p:cNvGrpSpPr/>
          <p:nvPr/>
        </p:nvGrpSpPr>
        <p:grpSpPr>
          <a:xfrm>
            <a:off x="8594553" y="694797"/>
            <a:ext cx="266700" cy="183515"/>
            <a:chOff x="8594553" y="694797"/>
            <a:chExt cx="266700" cy="183515"/>
          </a:xfrm>
        </p:grpSpPr>
        <p:sp>
          <p:nvSpPr>
            <p:cNvPr id="21" name="object 21" descr=""/>
            <p:cNvSpPr/>
            <p:nvPr/>
          </p:nvSpPr>
          <p:spPr>
            <a:xfrm>
              <a:off x="8598712" y="699096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258089" y="149529"/>
                  </a:moveTo>
                  <a:lnTo>
                    <a:pt x="258089" y="25260"/>
                  </a:lnTo>
                  <a:lnTo>
                    <a:pt x="257327" y="21539"/>
                  </a:lnTo>
                  <a:lnTo>
                    <a:pt x="232790" y="0"/>
                  </a:lnTo>
                  <a:lnTo>
                    <a:pt x="25298" y="0"/>
                  </a:lnTo>
                  <a:lnTo>
                    <a:pt x="0" y="25260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98" y="174790"/>
                  </a:lnTo>
                  <a:lnTo>
                    <a:pt x="232790" y="174790"/>
                  </a:lnTo>
                  <a:lnTo>
                    <a:pt x="257327" y="153238"/>
                  </a:lnTo>
                  <a:lnTo>
                    <a:pt x="258089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598712" y="698957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35"/>
                  </a:lnTo>
                  <a:lnTo>
                    <a:pt x="21551" y="736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8917" y="0"/>
                  </a:lnTo>
                  <a:lnTo>
                    <a:pt x="232740" y="0"/>
                  </a:lnTo>
                  <a:lnTo>
                    <a:pt x="236486" y="736"/>
                  </a:lnTo>
                  <a:lnTo>
                    <a:pt x="240068" y="2235"/>
                  </a:lnTo>
                  <a:lnTo>
                    <a:pt x="243649" y="3657"/>
                  </a:lnTo>
                  <a:lnTo>
                    <a:pt x="255803" y="17970"/>
                  </a:lnTo>
                  <a:lnTo>
                    <a:pt x="257302" y="21551"/>
                  </a:lnTo>
                  <a:lnTo>
                    <a:pt x="258051" y="25298"/>
                  </a:lnTo>
                  <a:lnTo>
                    <a:pt x="258051" y="29133"/>
                  </a:lnTo>
                  <a:lnTo>
                    <a:pt x="258051" y="145669"/>
                  </a:lnTo>
                  <a:lnTo>
                    <a:pt x="258051" y="149491"/>
                  </a:lnTo>
                  <a:lnTo>
                    <a:pt x="257302" y="153238"/>
                  </a:lnTo>
                  <a:lnTo>
                    <a:pt x="255803" y="156819"/>
                  </a:lnTo>
                  <a:lnTo>
                    <a:pt x="254381" y="160401"/>
                  </a:lnTo>
                  <a:lnTo>
                    <a:pt x="252222" y="163576"/>
                  </a:lnTo>
                  <a:lnTo>
                    <a:pt x="249478" y="166230"/>
                  </a:lnTo>
                  <a:lnTo>
                    <a:pt x="246811" y="168973"/>
                  </a:lnTo>
                  <a:lnTo>
                    <a:pt x="243649" y="171056"/>
                  </a:lnTo>
                  <a:lnTo>
                    <a:pt x="240068" y="172554"/>
                  </a:lnTo>
                  <a:lnTo>
                    <a:pt x="236486" y="174053"/>
                  </a:lnTo>
                  <a:lnTo>
                    <a:pt x="232740" y="174802"/>
                  </a:lnTo>
                  <a:lnTo>
                    <a:pt x="228917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056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76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38"/>
                  </a:lnTo>
                  <a:lnTo>
                    <a:pt x="0" y="149491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72550" y="755408"/>
              <a:ext cx="108585" cy="65290"/>
            </a:xfrm>
            <a:prstGeom prst="rect">
              <a:avLst/>
            </a:prstGeom>
          </p:spPr>
        </p:pic>
      </p:grpSp>
      <p:grpSp>
        <p:nvGrpSpPr>
          <p:cNvPr id="24" name="object 24" descr=""/>
          <p:cNvGrpSpPr/>
          <p:nvPr/>
        </p:nvGrpSpPr>
        <p:grpSpPr>
          <a:xfrm>
            <a:off x="8927522" y="694797"/>
            <a:ext cx="283210" cy="183515"/>
            <a:chOff x="8927522" y="694797"/>
            <a:chExt cx="283210" cy="183515"/>
          </a:xfrm>
        </p:grpSpPr>
        <p:sp>
          <p:nvSpPr>
            <p:cNvPr id="25" name="object 25" descr=""/>
            <p:cNvSpPr/>
            <p:nvPr/>
          </p:nvSpPr>
          <p:spPr>
            <a:xfrm>
              <a:off x="8931707" y="699096"/>
              <a:ext cx="274955" cy="175260"/>
            </a:xfrm>
            <a:custGeom>
              <a:avLst/>
              <a:gdLst/>
              <a:ahLst/>
              <a:cxnLst/>
              <a:rect l="l" t="t" r="r" b="b"/>
              <a:pathLst>
                <a:path w="274954" h="175259">
                  <a:moveTo>
                    <a:pt x="274701" y="149529"/>
                  </a:moveTo>
                  <a:lnTo>
                    <a:pt x="274701" y="25260"/>
                  </a:lnTo>
                  <a:lnTo>
                    <a:pt x="273939" y="21539"/>
                  </a:lnTo>
                  <a:lnTo>
                    <a:pt x="249402" y="0"/>
                  </a:lnTo>
                  <a:lnTo>
                    <a:pt x="25222" y="0"/>
                  </a:lnTo>
                  <a:lnTo>
                    <a:pt x="0" y="25260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22" y="174790"/>
                  </a:lnTo>
                  <a:lnTo>
                    <a:pt x="249402" y="174790"/>
                  </a:lnTo>
                  <a:lnTo>
                    <a:pt x="273939" y="153238"/>
                  </a:lnTo>
                  <a:lnTo>
                    <a:pt x="274701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8931681" y="698957"/>
              <a:ext cx="274955" cy="175260"/>
            </a:xfrm>
            <a:custGeom>
              <a:avLst/>
              <a:gdLst/>
              <a:ahLst/>
              <a:cxnLst/>
              <a:rect l="l" t="t" r="r" b="b"/>
              <a:pathLst>
                <a:path w="274954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49" y="21551"/>
                  </a:lnTo>
                  <a:lnTo>
                    <a:pt x="2247" y="17970"/>
                  </a:lnTo>
                  <a:lnTo>
                    <a:pt x="3657" y="14401"/>
                  </a:lnTo>
                  <a:lnTo>
                    <a:pt x="17983" y="2235"/>
                  </a:lnTo>
                  <a:lnTo>
                    <a:pt x="21564" y="736"/>
                  </a:lnTo>
                  <a:lnTo>
                    <a:pt x="25298" y="0"/>
                  </a:lnTo>
                  <a:lnTo>
                    <a:pt x="29133" y="0"/>
                  </a:lnTo>
                  <a:lnTo>
                    <a:pt x="245567" y="0"/>
                  </a:lnTo>
                  <a:lnTo>
                    <a:pt x="249389" y="0"/>
                  </a:lnTo>
                  <a:lnTo>
                    <a:pt x="253136" y="736"/>
                  </a:lnTo>
                  <a:lnTo>
                    <a:pt x="256717" y="2235"/>
                  </a:lnTo>
                  <a:lnTo>
                    <a:pt x="260299" y="3657"/>
                  </a:lnTo>
                  <a:lnTo>
                    <a:pt x="272453" y="17970"/>
                  </a:lnTo>
                  <a:lnTo>
                    <a:pt x="273951" y="21551"/>
                  </a:lnTo>
                  <a:lnTo>
                    <a:pt x="274701" y="25298"/>
                  </a:lnTo>
                  <a:lnTo>
                    <a:pt x="274701" y="29133"/>
                  </a:lnTo>
                  <a:lnTo>
                    <a:pt x="274701" y="145669"/>
                  </a:lnTo>
                  <a:lnTo>
                    <a:pt x="274701" y="149491"/>
                  </a:lnTo>
                  <a:lnTo>
                    <a:pt x="273951" y="153238"/>
                  </a:lnTo>
                  <a:lnTo>
                    <a:pt x="272453" y="156819"/>
                  </a:lnTo>
                  <a:lnTo>
                    <a:pt x="271030" y="160401"/>
                  </a:lnTo>
                  <a:lnTo>
                    <a:pt x="268871" y="163576"/>
                  </a:lnTo>
                  <a:lnTo>
                    <a:pt x="266128" y="166230"/>
                  </a:lnTo>
                  <a:lnTo>
                    <a:pt x="263461" y="168973"/>
                  </a:lnTo>
                  <a:lnTo>
                    <a:pt x="260299" y="171056"/>
                  </a:lnTo>
                  <a:lnTo>
                    <a:pt x="256717" y="172554"/>
                  </a:lnTo>
                  <a:lnTo>
                    <a:pt x="253136" y="174053"/>
                  </a:lnTo>
                  <a:lnTo>
                    <a:pt x="249389" y="174802"/>
                  </a:lnTo>
                  <a:lnTo>
                    <a:pt x="245567" y="174802"/>
                  </a:lnTo>
                  <a:lnTo>
                    <a:pt x="29133" y="174802"/>
                  </a:lnTo>
                  <a:lnTo>
                    <a:pt x="25298" y="174802"/>
                  </a:lnTo>
                  <a:lnTo>
                    <a:pt x="21564" y="174053"/>
                  </a:lnTo>
                  <a:lnTo>
                    <a:pt x="17983" y="172554"/>
                  </a:lnTo>
                  <a:lnTo>
                    <a:pt x="14401" y="171056"/>
                  </a:lnTo>
                  <a:lnTo>
                    <a:pt x="11239" y="168973"/>
                  </a:lnTo>
                  <a:lnTo>
                    <a:pt x="8572" y="166230"/>
                  </a:lnTo>
                  <a:lnTo>
                    <a:pt x="5829" y="163576"/>
                  </a:lnTo>
                  <a:lnTo>
                    <a:pt x="3657" y="160401"/>
                  </a:lnTo>
                  <a:lnTo>
                    <a:pt x="2247" y="156819"/>
                  </a:lnTo>
                  <a:lnTo>
                    <a:pt x="749" y="153238"/>
                  </a:lnTo>
                  <a:lnTo>
                    <a:pt x="0" y="149491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009964" y="755408"/>
              <a:ext cx="120015" cy="64376"/>
            </a:xfrm>
            <a:prstGeom prst="rect">
              <a:avLst/>
            </a:prstGeom>
          </p:spPr>
        </p:pic>
      </p:grpSp>
      <p:sp>
        <p:nvSpPr>
          <p:cNvPr id="28" name="object 28" descr=""/>
          <p:cNvSpPr txBox="1"/>
          <p:nvPr/>
        </p:nvSpPr>
        <p:spPr>
          <a:xfrm>
            <a:off x="848702" y="1140327"/>
            <a:ext cx="273050" cy="3949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spc="805">
                <a:solidFill>
                  <a:srgbClr val="0FB880"/>
                </a:solidFill>
                <a:latin typeface="Arial Narrow"/>
                <a:cs typeface="Arial Narrow"/>
              </a:rPr>
              <a:t>a</a:t>
            </a:r>
            <a:endParaRPr sz="2400">
              <a:latin typeface="Arial Narrow"/>
              <a:cs typeface="Arial Narrow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1253718" y="1244803"/>
            <a:ext cx="1097280" cy="219075"/>
            <a:chOff x="1253718" y="1244803"/>
            <a:chExt cx="1097280" cy="219075"/>
          </a:xfrm>
        </p:grpSpPr>
        <p:pic>
          <p:nvPicPr>
            <p:cNvPr id="30" name="object 3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53718" y="1244803"/>
              <a:ext cx="367106" cy="218490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1655343" y="1250746"/>
              <a:ext cx="695960" cy="212725"/>
            </a:xfrm>
            <a:custGeom>
              <a:avLst/>
              <a:gdLst/>
              <a:ahLst/>
              <a:cxnLst/>
              <a:rect l="l" t="t" r="r" b="b"/>
              <a:pathLst>
                <a:path w="695960" h="212725">
                  <a:moveTo>
                    <a:pt x="102743" y="54051"/>
                  </a:moveTo>
                  <a:lnTo>
                    <a:pt x="100291" y="54178"/>
                  </a:lnTo>
                  <a:lnTo>
                    <a:pt x="98158" y="54292"/>
                  </a:lnTo>
                  <a:lnTo>
                    <a:pt x="96367" y="54381"/>
                  </a:lnTo>
                  <a:lnTo>
                    <a:pt x="94576" y="54483"/>
                  </a:lnTo>
                  <a:lnTo>
                    <a:pt x="92240" y="54597"/>
                  </a:lnTo>
                  <a:lnTo>
                    <a:pt x="82753" y="56184"/>
                  </a:lnTo>
                  <a:lnTo>
                    <a:pt x="51231" y="75260"/>
                  </a:lnTo>
                  <a:lnTo>
                    <a:pt x="51231" y="56591"/>
                  </a:lnTo>
                  <a:lnTo>
                    <a:pt x="0" y="56591"/>
                  </a:lnTo>
                  <a:lnTo>
                    <a:pt x="0" y="209994"/>
                  </a:lnTo>
                  <a:lnTo>
                    <a:pt x="43586" y="209994"/>
                  </a:lnTo>
                  <a:lnTo>
                    <a:pt x="51231" y="209994"/>
                  </a:lnTo>
                  <a:lnTo>
                    <a:pt x="53771" y="209994"/>
                  </a:lnTo>
                  <a:lnTo>
                    <a:pt x="53771" y="139522"/>
                  </a:lnTo>
                  <a:lnTo>
                    <a:pt x="54406" y="130175"/>
                  </a:lnTo>
                  <a:lnTo>
                    <a:pt x="82562" y="102209"/>
                  </a:lnTo>
                  <a:lnTo>
                    <a:pt x="82753" y="102158"/>
                  </a:lnTo>
                  <a:lnTo>
                    <a:pt x="90576" y="101600"/>
                  </a:lnTo>
                  <a:lnTo>
                    <a:pt x="94576" y="101650"/>
                  </a:lnTo>
                  <a:lnTo>
                    <a:pt x="96367" y="101739"/>
                  </a:lnTo>
                  <a:lnTo>
                    <a:pt x="98158" y="101841"/>
                  </a:lnTo>
                  <a:lnTo>
                    <a:pt x="100291" y="102069"/>
                  </a:lnTo>
                  <a:lnTo>
                    <a:pt x="102743" y="102450"/>
                  </a:lnTo>
                  <a:lnTo>
                    <a:pt x="102743" y="54051"/>
                  </a:lnTo>
                  <a:close/>
                </a:path>
                <a:path w="695960" h="212725">
                  <a:moveTo>
                    <a:pt x="280149" y="132003"/>
                  </a:moveTo>
                  <a:lnTo>
                    <a:pt x="269201" y="90271"/>
                  </a:lnTo>
                  <a:lnTo>
                    <a:pt x="239483" y="63246"/>
                  </a:lnTo>
                  <a:lnTo>
                    <a:pt x="198158" y="54051"/>
                  </a:lnTo>
                  <a:lnTo>
                    <a:pt x="186410" y="54686"/>
                  </a:lnTo>
                  <a:lnTo>
                    <a:pt x="145745" y="69621"/>
                  </a:lnTo>
                  <a:lnTo>
                    <a:pt x="119938" y="101422"/>
                  </a:lnTo>
                  <a:lnTo>
                    <a:pt x="113817" y="133019"/>
                  </a:lnTo>
                  <a:lnTo>
                    <a:pt x="114490" y="143878"/>
                  </a:lnTo>
                  <a:lnTo>
                    <a:pt x="114490" y="144081"/>
                  </a:lnTo>
                  <a:lnTo>
                    <a:pt x="116535" y="154330"/>
                  </a:lnTo>
                  <a:lnTo>
                    <a:pt x="116535" y="154495"/>
                  </a:lnTo>
                  <a:lnTo>
                    <a:pt x="120103" y="164617"/>
                  </a:lnTo>
                  <a:lnTo>
                    <a:pt x="146850" y="196570"/>
                  </a:lnTo>
                  <a:lnTo>
                    <a:pt x="166725" y="206641"/>
                  </a:lnTo>
                  <a:lnTo>
                    <a:pt x="166954" y="206743"/>
                  </a:lnTo>
                  <a:lnTo>
                    <a:pt x="178384" y="209969"/>
                  </a:lnTo>
                  <a:lnTo>
                    <a:pt x="190423" y="211874"/>
                  </a:lnTo>
                  <a:lnTo>
                    <a:pt x="192024" y="211975"/>
                  </a:lnTo>
                  <a:lnTo>
                    <a:pt x="203822" y="212547"/>
                  </a:lnTo>
                  <a:lnTo>
                    <a:pt x="209232" y="212356"/>
                  </a:lnTo>
                  <a:lnTo>
                    <a:pt x="210477" y="212305"/>
                  </a:lnTo>
                  <a:lnTo>
                    <a:pt x="213067" y="212204"/>
                  </a:lnTo>
                  <a:lnTo>
                    <a:pt x="214477" y="212153"/>
                  </a:lnTo>
                  <a:lnTo>
                    <a:pt x="223875" y="211023"/>
                  </a:lnTo>
                  <a:lnTo>
                    <a:pt x="224409" y="210959"/>
                  </a:lnTo>
                  <a:lnTo>
                    <a:pt x="263194" y="193497"/>
                  </a:lnTo>
                  <a:lnTo>
                    <a:pt x="263359" y="193370"/>
                  </a:lnTo>
                  <a:lnTo>
                    <a:pt x="269201" y="187642"/>
                  </a:lnTo>
                  <a:lnTo>
                    <a:pt x="240893" y="158203"/>
                  </a:lnTo>
                  <a:lnTo>
                    <a:pt x="235610" y="162737"/>
                  </a:lnTo>
                  <a:lnTo>
                    <a:pt x="230619" y="165874"/>
                  </a:lnTo>
                  <a:lnTo>
                    <a:pt x="230416" y="165989"/>
                  </a:lnTo>
                  <a:lnTo>
                    <a:pt x="230276" y="166077"/>
                  </a:lnTo>
                  <a:lnTo>
                    <a:pt x="220091" y="170205"/>
                  </a:lnTo>
                  <a:lnTo>
                    <a:pt x="219811" y="170319"/>
                  </a:lnTo>
                  <a:lnTo>
                    <a:pt x="219532" y="170421"/>
                  </a:lnTo>
                  <a:lnTo>
                    <a:pt x="213067" y="171500"/>
                  </a:lnTo>
                  <a:lnTo>
                    <a:pt x="197408" y="171500"/>
                  </a:lnTo>
                  <a:lnTo>
                    <a:pt x="167500" y="146888"/>
                  </a:lnTo>
                  <a:lnTo>
                    <a:pt x="230416" y="146888"/>
                  </a:lnTo>
                  <a:lnTo>
                    <a:pt x="230416" y="126847"/>
                  </a:lnTo>
                  <a:lnTo>
                    <a:pt x="230416" y="126517"/>
                  </a:lnTo>
                  <a:lnTo>
                    <a:pt x="230416" y="118579"/>
                  </a:lnTo>
                  <a:lnTo>
                    <a:pt x="166725" y="118579"/>
                  </a:lnTo>
                  <a:lnTo>
                    <a:pt x="192024" y="92252"/>
                  </a:lnTo>
                  <a:lnTo>
                    <a:pt x="204863" y="92252"/>
                  </a:lnTo>
                  <a:lnTo>
                    <a:pt x="230416" y="118579"/>
                  </a:lnTo>
                  <a:lnTo>
                    <a:pt x="230619" y="119519"/>
                  </a:lnTo>
                  <a:lnTo>
                    <a:pt x="230619" y="126441"/>
                  </a:lnTo>
                  <a:lnTo>
                    <a:pt x="230619" y="146888"/>
                  </a:lnTo>
                  <a:lnTo>
                    <a:pt x="250799" y="146888"/>
                  </a:lnTo>
                  <a:lnTo>
                    <a:pt x="279387" y="146888"/>
                  </a:lnTo>
                  <a:lnTo>
                    <a:pt x="279539" y="145135"/>
                  </a:lnTo>
                  <a:lnTo>
                    <a:pt x="280149" y="137629"/>
                  </a:lnTo>
                  <a:lnTo>
                    <a:pt x="280149" y="132003"/>
                  </a:lnTo>
                  <a:close/>
                </a:path>
                <a:path w="695960" h="212725">
                  <a:moveTo>
                    <a:pt x="436740" y="153479"/>
                  </a:moveTo>
                  <a:lnTo>
                    <a:pt x="407733" y="121691"/>
                  </a:lnTo>
                  <a:lnTo>
                    <a:pt x="358775" y="112776"/>
                  </a:lnTo>
                  <a:lnTo>
                    <a:pt x="354482" y="111556"/>
                  </a:lnTo>
                  <a:lnTo>
                    <a:pt x="348068" y="108343"/>
                  </a:lnTo>
                  <a:lnTo>
                    <a:pt x="346456" y="106032"/>
                  </a:lnTo>
                  <a:lnTo>
                    <a:pt x="346456" y="99999"/>
                  </a:lnTo>
                  <a:lnTo>
                    <a:pt x="348297" y="97447"/>
                  </a:lnTo>
                  <a:lnTo>
                    <a:pt x="355650" y="93306"/>
                  </a:lnTo>
                  <a:lnTo>
                    <a:pt x="362026" y="92252"/>
                  </a:lnTo>
                  <a:lnTo>
                    <a:pt x="377875" y="92252"/>
                  </a:lnTo>
                  <a:lnTo>
                    <a:pt x="385038" y="93065"/>
                  </a:lnTo>
                  <a:lnTo>
                    <a:pt x="400138" y="96278"/>
                  </a:lnTo>
                  <a:lnTo>
                    <a:pt x="407682" y="99250"/>
                  </a:lnTo>
                  <a:lnTo>
                    <a:pt x="415239" y="103581"/>
                  </a:lnTo>
                  <a:lnTo>
                    <a:pt x="431368" y="67068"/>
                  </a:lnTo>
                  <a:lnTo>
                    <a:pt x="387032" y="54876"/>
                  </a:lnTo>
                  <a:lnTo>
                    <a:pt x="370789" y="54051"/>
                  </a:lnTo>
                  <a:lnTo>
                    <a:pt x="359219" y="54470"/>
                  </a:lnTo>
                  <a:lnTo>
                    <a:pt x="322199" y="64338"/>
                  </a:lnTo>
                  <a:lnTo>
                    <a:pt x="296608" y="97853"/>
                  </a:lnTo>
                  <a:lnTo>
                    <a:pt x="296075" y="105003"/>
                  </a:lnTo>
                  <a:lnTo>
                    <a:pt x="296075" y="113677"/>
                  </a:lnTo>
                  <a:lnTo>
                    <a:pt x="325094" y="145707"/>
                  </a:lnTo>
                  <a:lnTo>
                    <a:pt x="374053" y="154432"/>
                  </a:lnTo>
                  <a:lnTo>
                    <a:pt x="378396" y="155524"/>
                  </a:lnTo>
                  <a:lnTo>
                    <a:pt x="385000" y="158343"/>
                  </a:lnTo>
                  <a:lnTo>
                    <a:pt x="386638" y="160566"/>
                  </a:lnTo>
                  <a:lnTo>
                    <a:pt x="386638" y="166789"/>
                  </a:lnTo>
                  <a:lnTo>
                    <a:pt x="384898" y="169329"/>
                  </a:lnTo>
                  <a:lnTo>
                    <a:pt x="377913" y="173113"/>
                  </a:lnTo>
                  <a:lnTo>
                    <a:pt x="371652" y="174053"/>
                  </a:lnTo>
                  <a:lnTo>
                    <a:pt x="362585" y="174053"/>
                  </a:lnTo>
                  <a:lnTo>
                    <a:pt x="320763" y="165747"/>
                  </a:lnTo>
                  <a:lnTo>
                    <a:pt x="309105" y="159905"/>
                  </a:lnTo>
                  <a:lnTo>
                    <a:pt x="292963" y="196697"/>
                  </a:lnTo>
                  <a:lnTo>
                    <a:pt x="332155" y="210007"/>
                  </a:lnTo>
                  <a:lnTo>
                    <a:pt x="360895" y="212547"/>
                  </a:lnTo>
                  <a:lnTo>
                    <a:pt x="372833" y="212128"/>
                  </a:lnTo>
                  <a:lnTo>
                    <a:pt x="410540" y="202082"/>
                  </a:lnTo>
                  <a:lnTo>
                    <a:pt x="436194" y="169075"/>
                  </a:lnTo>
                  <a:lnTo>
                    <a:pt x="436740" y="162166"/>
                  </a:lnTo>
                  <a:lnTo>
                    <a:pt x="436740" y="153479"/>
                  </a:lnTo>
                  <a:close/>
                </a:path>
                <a:path w="695960" h="212725">
                  <a:moveTo>
                    <a:pt x="616648" y="131775"/>
                  </a:moveTo>
                  <a:lnTo>
                    <a:pt x="605701" y="90271"/>
                  </a:lnTo>
                  <a:lnTo>
                    <a:pt x="575983" y="63246"/>
                  </a:lnTo>
                  <a:lnTo>
                    <a:pt x="534670" y="54051"/>
                  </a:lnTo>
                  <a:lnTo>
                    <a:pt x="522922" y="54686"/>
                  </a:lnTo>
                  <a:lnTo>
                    <a:pt x="482257" y="69621"/>
                  </a:lnTo>
                  <a:lnTo>
                    <a:pt x="456450" y="101422"/>
                  </a:lnTo>
                  <a:lnTo>
                    <a:pt x="450329" y="133019"/>
                  </a:lnTo>
                  <a:lnTo>
                    <a:pt x="451002" y="143903"/>
                  </a:lnTo>
                  <a:lnTo>
                    <a:pt x="451002" y="144094"/>
                  </a:lnTo>
                  <a:lnTo>
                    <a:pt x="453047" y="154368"/>
                  </a:lnTo>
                  <a:lnTo>
                    <a:pt x="453047" y="154508"/>
                  </a:lnTo>
                  <a:lnTo>
                    <a:pt x="456603" y="164617"/>
                  </a:lnTo>
                  <a:lnTo>
                    <a:pt x="483362" y="196570"/>
                  </a:lnTo>
                  <a:lnTo>
                    <a:pt x="503237" y="206641"/>
                  </a:lnTo>
                  <a:lnTo>
                    <a:pt x="503466" y="206743"/>
                  </a:lnTo>
                  <a:lnTo>
                    <a:pt x="514883" y="209969"/>
                  </a:lnTo>
                  <a:lnTo>
                    <a:pt x="526935" y="211874"/>
                  </a:lnTo>
                  <a:lnTo>
                    <a:pt x="528535" y="211975"/>
                  </a:lnTo>
                  <a:lnTo>
                    <a:pt x="540334" y="212547"/>
                  </a:lnTo>
                  <a:lnTo>
                    <a:pt x="545744" y="212356"/>
                  </a:lnTo>
                  <a:lnTo>
                    <a:pt x="546976" y="212305"/>
                  </a:lnTo>
                  <a:lnTo>
                    <a:pt x="549579" y="212204"/>
                  </a:lnTo>
                  <a:lnTo>
                    <a:pt x="550989" y="212153"/>
                  </a:lnTo>
                  <a:lnTo>
                    <a:pt x="560374" y="211023"/>
                  </a:lnTo>
                  <a:lnTo>
                    <a:pt x="560920" y="210959"/>
                  </a:lnTo>
                  <a:lnTo>
                    <a:pt x="599706" y="193497"/>
                  </a:lnTo>
                  <a:lnTo>
                    <a:pt x="605701" y="187642"/>
                  </a:lnTo>
                  <a:lnTo>
                    <a:pt x="577405" y="158203"/>
                  </a:lnTo>
                  <a:lnTo>
                    <a:pt x="572122" y="162737"/>
                  </a:lnTo>
                  <a:lnTo>
                    <a:pt x="567131" y="165874"/>
                  </a:lnTo>
                  <a:lnTo>
                    <a:pt x="566928" y="165989"/>
                  </a:lnTo>
                  <a:lnTo>
                    <a:pt x="566788" y="166077"/>
                  </a:lnTo>
                  <a:lnTo>
                    <a:pt x="556602" y="170205"/>
                  </a:lnTo>
                  <a:lnTo>
                    <a:pt x="556310" y="170319"/>
                  </a:lnTo>
                  <a:lnTo>
                    <a:pt x="556044" y="170421"/>
                  </a:lnTo>
                  <a:lnTo>
                    <a:pt x="549579" y="171500"/>
                  </a:lnTo>
                  <a:lnTo>
                    <a:pt x="533920" y="171500"/>
                  </a:lnTo>
                  <a:lnTo>
                    <a:pt x="504012" y="146888"/>
                  </a:lnTo>
                  <a:lnTo>
                    <a:pt x="566928" y="146888"/>
                  </a:lnTo>
                  <a:lnTo>
                    <a:pt x="566928" y="126847"/>
                  </a:lnTo>
                  <a:lnTo>
                    <a:pt x="566928" y="126517"/>
                  </a:lnTo>
                  <a:lnTo>
                    <a:pt x="566928" y="118579"/>
                  </a:lnTo>
                  <a:lnTo>
                    <a:pt x="503237" y="118579"/>
                  </a:lnTo>
                  <a:lnTo>
                    <a:pt x="528535" y="92252"/>
                  </a:lnTo>
                  <a:lnTo>
                    <a:pt x="541375" y="92252"/>
                  </a:lnTo>
                  <a:lnTo>
                    <a:pt x="566928" y="118579"/>
                  </a:lnTo>
                  <a:lnTo>
                    <a:pt x="567131" y="119519"/>
                  </a:lnTo>
                  <a:lnTo>
                    <a:pt x="567131" y="126441"/>
                  </a:lnTo>
                  <a:lnTo>
                    <a:pt x="567131" y="146888"/>
                  </a:lnTo>
                  <a:lnTo>
                    <a:pt x="587311" y="146888"/>
                  </a:lnTo>
                  <a:lnTo>
                    <a:pt x="615899" y="146888"/>
                  </a:lnTo>
                  <a:lnTo>
                    <a:pt x="616280" y="142544"/>
                  </a:lnTo>
                  <a:lnTo>
                    <a:pt x="616648" y="137629"/>
                  </a:lnTo>
                  <a:lnTo>
                    <a:pt x="616648" y="131775"/>
                  </a:lnTo>
                  <a:close/>
                </a:path>
                <a:path w="695960" h="212725">
                  <a:moveTo>
                    <a:pt x="695426" y="0"/>
                  </a:moveTo>
                  <a:lnTo>
                    <a:pt x="641654" y="0"/>
                  </a:lnTo>
                  <a:lnTo>
                    <a:pt x="641934" y="209994"/>
                  </a:lnTo>
                  <a:lnTo>
                    <a:pt x="695426" y="209994"/>
                  </a:lnTo>
                  <a:lnTo>
                    <a:pt x="695426" y="0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 descr=""/>
          <p:cNvGrpSpPr/>
          <p:nvPr/>
        </p:nvGrpSpPr>
        <p:grpSpPr>
          <a:xfrm>
            <a:off x="2470772" y="1233766"/>
            <a:ext cx="906144" cy="294005"/>
            <a:chOff x="2470772" y="1233766"/>
            <a:chExt cx="906144" cy="294005"/>
          </a:xfrm>
        </p:grpSpPr>
        <p:sp>
          <p:nvSpPr>
            <p:cNvPr id="33" name="object 33" descr=""/>
            <p:cNvSpPr/>
            <p:nvPr/>
          </p:nvSpPr>
          <p:spPr>
            <a:xfrm>
              <a:off x="2470772" y="1262633"/>
              <a:ext cx="158750" cy="198120"/>
            </a:xfrm>
            <a:custGeom>
              <a:avLst/>
              <a:gdLst/>
              <a:ahLst/>
              <a:cxnLst/>
              <a:rect l="l" t="t" r="r" b="b"/>
              <a:pathLst>
                <a:path w="158750" h="198119">
                  <a:moveTo>
                    <a:pt x="158750" y="154952"/>
                  </a:moveTo>
                  <a:lnTo>
                    <a:pt x="54610" y="154952"/>
                  </a:lnTo>
                  <a:lnTo>
                    <a:pt x="54610" y="118452"/>
                  </a:lnTo>
                  <a:lnTo>
                    <a:pt x="143510" y="118452"/>
                  </a:lnTo>
                  <a:lnTo>
                    <a:pt x="143510" y="76847"/>
                  </a:lnTo>
                  <a:lnTo>
                    <a:pt x="54787" y="76847"/>
                  </a:lnTo>
                  <a:lnTo>
                    <a:pt x="54787" y="76708"/>
                  </a:lnTo>
                  <a:lnTo>
                    <a:pt x="54622" y="43141"/>
                  </a:lnTo>
                  <a:lnTo>
                    <a:pt x="54622" y="76708"/>
                  </a:lnTo>
                  <a:lnTo>
                    <a:pt x="54610" y="118313"/>
                  </a:lnTo>
                  <a:lnTo>
                    <a:pt x="50800" y="118313"/>
                  </a:lnTo>
                  <a:lnTo>
                    <a:pt x="50800" y="76708"/>
                  </a:lnTo>
                  <a:lnTo>
                    <a:pt x="51206" y="76708"/>
                  </a:lnTo>
                  <a:lnTo>
                    <a:pt x="50939" y="118300"/>
                  </a:lnTo>
                  <a:lnTo>
                    <a:pt x="54610" y="118313"/>
                  </a:lnTo>
                  <a:lnTo>
                    <a:pt x="54610" y="76708"/>
                  </a:lnTo>
                  <a:lnTo>
                    <a:pt x="54610" y="43141"/>
                  </a:lnTo>
                  <a:lnTo>
                    <a:pt x="143510" y="43141"/>
                  </a:lnTo>
                  <a:lnTo>
                    <a:pt x="143510" y="43281"/>
                  </a:lnTo>
                  <a:lnTo>
                    <a:pt x="154940" y="43281"/>
                  </a:lnTo>
                  <a:lnTo>
                    <a:pt x="154940" y="0"/>
                  </a:lnTo>
                  <a:lnTo>
                    <a:pt x="143510" y="0"/>
                  </a:lnTo>
                  <a:lnTo>
                    <a:pt x="54610" y="0"/>
                  </a:lnTo>
                  <a:lnTo>
                    <a:pt x="50800" y="0"/>
                  </a:lnTo>
                  <a:lnTo>
                    <a:pt x="0" y="0"/>
                  </a:lnTo>
                  <a:lnTo>
                    <a:pt x="0" y="198107"/>
                  </a:lnTo>
                  <a:lnTo>
                    <a:pt x="50800" y="198107"/>
                  </a:lnTo>
                  <a:lnTo>
                    <a:pt x="54610" y="198107"/>
                  </a:lnTo>
                  <a:lnTo>
                    <a:pt x="158750" y="198107"/>
                  </a:lnTo>
                  <a:lnTo>
                    <a:pt x="158750" y="154952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58135" y="1304798"/>
              <a:ext cx="102730" cy="155943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2781858" y="1233766"/>
              <a:ext cx="56515" cy="227329"/>
            </a:xfrm>
            <a:custGeom>
              <a:avLst/>
              <a:gdLst/>
              <a:ahLst/>
              <a:cxnLst/>
              <a:rect l="l" t="t" r="r" b="b"/>
              <a:pathLst>
                <a:path w="56514" h="227330">
                  <a:moveTo>
                    <a:pt x="54902" y="226974"/>
                  </a:moveTo>
                  <a:lnTo>
                    <a:pt x="54902" y="73863"/>
                  </a:lnTo>
                  <a:lnTo>
                    <a:pt x="1701" y="73574"/>
                  </a:lnTo>
                  <a:lnTo>
                    <a:pt x="1130" y="73571"/>
                  </a:lnTo>
                  <a:lnTo>
                    <a:pt x="1701" y="226974"/>
                  </a:lnTo>
                  <a:lnTo>
                    <a:pt x="54902" y="226974"/>
                  </a:lnTo>
                  <a:close/>
                </a:path>
                <a:path w="56514" h="227330">
                  <a:moveTo>
                    <a:pt x="56045" y="36029"/>
                  </a:moveTo>
                  <a:lnTo>
                    <a:pt x="56045" y="19799"/>
                  </a:lnTo>
                  <a:lnTo>
                    <a:pt x="53390" y="13207"/>
                  </a:lnTo>
                  <a:lnTo>
                    <a:pt x="42837" y="2628"/>
                  </a:lnTo>
                  <a:lnTo>
                    <a:pt x="36131" y="0"/>
                  </a:lnTo>
                  <a:lnTo>
                    <a:pt x="19900" y="0"/>
                  </a:lnTo>
                  <a:lnTo>
                    <a:pt x="13208" y="2628"/>
                  </a:lnTo>
                  <a:lnTo>
                    <a:pt x="2641" y="13207"/>
                  </a:lnTo>
                  <a:lnTo>
                    <a:pt x="0" y="19799"/>
                  </a:lnTo>
                  <a:lnTo>
                    <a:pt x="0" y="36029"/>
                  </a:lnTo>
                  <a:lnTo>
                    <a:pt x="2641" y="42773"/>
                  </a:lnTo>
                  <a:lnTo>
                    <a:pt x="13208" y="53149"/>
                  </a:lnTo>
                  <a:lnTo>
                    <a:pt x="19900" y="55752"/>
                  </a:lnTo>
                  <a:lnTo>
                    <a:pt x="28016" y="55752"/>
                  </a:lnTo>
                  <a:lnTo>
                    <a:pt x="36131" y="55562"/>
                  </a:lnTo>
                  <a:lnTo>
                    <a:pt x="42837" y="52920"/>
                  </a:lnTo>
                  <a:lnTo>
                    <a:pt x="53390" y="42735"/>
                  </a:lnTo>
                  <a:lnTo>
                    <a:pt x="56045" y="36029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59404" y="1304843"/>
              <a:ext cx="143764" cy="222621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3025254" y="1233766"/>
              <a:ext cx="351790" cy="227329"/>
            </a:xfrm>
            <a:custGeom>
              <a:avLst/>
              <a:gdLst/>
              <a:ahLst/>
              <a:cxnLst/>
              <a:rect l="l" t="t" r="r" b="b"/>
              <a:pathLst>
                <a:path w="351789" h="227330">
                  <a:moveTo>
                    <a:pt x="54902" y="73863"/>
                  </a:moveTo>
                  <a:lnTo>
                    <a:pt x="1701" y="73583"/>
                  </a:lnTo>
                  <a:lnTo>
                    <a:pt x="1143" y="73571"/>
                  </a:lnTo>
                  <a:lnTo>
                    <a:pt x="1701" y="226974"/>
                  </a:lnTo>
                  <a:lnTo>
                    <a:pt x="54902" y="226974"/>
                  </a:lnTo>
                  <a:lnTo>
                    <a:pt x="54902" y="73863"/>
                  </a:lnTo>
                  <a:close/>
                </a:path>
                <a:path w="351789" h="227330">
                  <a:moveTo>
                    <a:pt x="56045" y="19799"/>
                  </a:moveTo>
                  <a:lnTo>
                    <a:pt x="53390" y="13208"/>
                  </a:lnTo>
                  <a:lnTo>
                    <a:pt x="42837" y="2628"/>
                  </a:lnTo>
                  <a:lnTo>
                    <a:pt x="36131" y="0"/>
                  </a:lnTo>
                  <a:lnTo>
                    <a:pt x="19900" y="0"/>
                  </a:lnTo>
                  <a:lnTo>
                    <a:pt x="13208" y="2628"/>
                  </a:lnTo>
                  <a:lnTo>
                    <a:pt x="2641" y="13208"/>
                  </a:lnTo>
                  <a:lnTo>
                    <a:pt x="0" y="19799"/>
                  </a:lnTo>
                  <a:lnTo>
                    <a:pt x="0" y="36029"/>
                  </a:lnTo>
                  <a:lnTo>
                    <a:pt x="2641" y="42773"/>
                  </a:lnTo>
                  <a:lnTo>
                    <a:pt x="13208" y="53149"/>
                  </a:lnTo>
                  <a:lnTo>
                    <a:pt x="19900" y="55753"/>
                  </a:lnTo>
                  <a:lnTo>
                    <a:pt x="28016" y="55753"/>
                  </a:lnTo>
                  <a:lnTo>
                    <a:pt x="36131" y="55562"/>
                  </a:lnTo>
                  <a:lnTo>
                    <a:pt x="42837" y="52920"/>
                  </a:lnTo>
                  <a:lnTo>
                    <a:pt x="53390" y="42735"/>
                  </a:lnTo>
                  <a:lnTo>
                    <a:pt x="56045" y="36029"/>
                  </a:lnTo>
                  <a:lnTo>
                    <a:pt x="56045" y="19799"/>
                  </a:lnTo>
                  <a:close/>
                </a:path>
                <a:path w="351789" h="227330">
                  <a:moveTo>
                    <a:pt x="351510" y="139242"/>
                  </a:moveTo>
                  <a:lnTo>
                    <a:pt x="343446" y="100469"/>
                  </a:lnTo>
                  <a:lnTo>
                    <a:pt x="314121" y="75095"/>
                  </a:lnTo>
                  <a:lnTo>
                    <a:pt x="289521" y="71031"/>
                  </a:lnTo>
                  <a:lnTo>
                    <a:pt x="279069" y="71704"/>
                  </a:lnTo>
                  <a:lnTo>
                    <a:pt x="243700" y="87464"/>
                  </a:lnTo>
                  <a:lnTo>
                    <a:pt x="236270" y="95262"/>
                  </a:lnTo>
                  <a:lnTo>
                    <a:pt x="230352" y="87693"/>
                  </a:lnTo>
                  <a:lnTo>
                    <a:pt x="186791" y="71031"/>
                  </a:lnTo>
                  <a:lnTo>
                    <a:pt x="177939" y="71564"/>
                  </a:lnTo>
                  <a:lnTo>
                    <a:pt x="140944" y="89623"/>
                  </a:lnTo>
                  <a:lnTo>
                    <a:pt x="140944" y="73571"/>
                  </a:lnTo>
                  <a:lnTo>
                    <a:pt x="89712" y="73571"/>
                  </a:lnTo>
                  <a:lnTo>
                    <a:pt x="89712" y="226974"/>
                  </a:lnTo>
                  <a:lnTo>
                    <a:pt x="130759" y="226974"/>
                  </a:lnTo>
                  <a:lnTo>
                    <a:pt x="140944" y="226974"/>
                  </a:lnTo>
                  <a:lnTo>
                    <a:pt x="143484" y="226974"/>
                  </a:lnTo>
                  <a:lnTo>
                    <a:pt x="143484" y="142913"/>
                  </a:lnTo>
                  <a:lnTo>
                    <a:pt x="144665" y="136461"/>
                  </a:lnTo>
                  <a:lnTo>
                    <a:pt x="149390" y="126453"/>
                  </a:lnTo>
                  <a:lnTo>
                    <a:pt x="152590" y="122732"/>
                  </a:lnTo>
                  <a:lnTo>
                    <a:pt x="160705" y="117830"/>
                  </a:lnTo>
                  <a:lnTo>
                    <a:pt x="165366" y="116598"/>
                  </a:lnTo>
                  <a:lnTo>
                    <a:pt x="177939" y="116598"/>
                  </a:lnTo>
                  <a:lnTo>
                    <a:pt x="183718" y="119100"/>
                  </a:lnTo>
                  <a:lnTo>
                    <a:pt x="191833" y="129095"/>
                  </a:lnTo>
                  <a:lnTo>
                    <a:pt x="193865" y="137071"/>
                  </a:lnTo>
                  <a:lnTo>
                    <a:pt x="193865" y="226974"/>
                  </a:lnTo>
                  <a:lnTo>
                    <a:pt x="226695" y="226974"/>
                  </a:lnTo>
                  <a:lnTo>
                    <a:pt x="244246" y="226974"/>
                  </a:lnTo>
                  <a:lnTo>
                    <a:pt x="247637" y="226974"/>
                  </a:lnTo>
                  <a:lnTo>
                    <a:pt x="247637" y="142913"/>
                  </a:lnTo>
                  <a:lnTo>
                    <a:pt x="281698" y="116598"/>
                  </a:lnTo>
                  <a:lnTo>
                    <a:pt x="287350" y="119100"/>
                  </a:lnTo>
                  <a:lnTo>
                    <a:pt x="295656" y="129095"/>
                  </a:lnTo>
                  <a:lnTo>
                    <a:pt x="297726" y="137071"/>
                  </a:lnTo>
                  <a:lnTo>
                    <a:pt x="297726" y="226974"/>
                  </a:lnTo>
                  <a:lnTo>
                    <a:pt x="351510" y="226974"/>
                  </a:lnTo>
                  <a:lnTo>
                    <a:pt x="351510" y="139242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 descr=""/>
          <p:cNvGrpSpPr/>
          <p:nvPr/>
        </p:nvGrpSpPr>
        <p:grpSpPr>
          <a:xfrm>
            <a:off x="3495637" y="1250746"/>
            <a:ext cx="902335" cy="212725"/>
            <a:chOff x="3495637" y="1250746"/>
            <a:chExt cx="902335" cy="212725"/>
          </a:xfrm>
        </p:grpSpPr>
        <p:pic>
          <p:nvPicPr>
            <p:cNvPr id="39" name="object 3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495637" y="1262634"/>
              <a:ext cx="350964" cy="200456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880574" y="1304798"/>
              <a:ext cx="163309" cy="155943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068775" y="1304798"/>
              <a:ext cx="152552" cy="158292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4255287" y="1250746"/>
              <a:ext cx="142875" cy="210185"/>
            </a:xfrm>
            <a:custGeom>
              <a:avLst/>
              <a:gdLst/>
              <a:ahLst/>
              <a:cxnLst/>
              <a:rect l="l" t="t" r="r" b="b"/>
              <a:pathLst>
                <a:path w="142875" h="210184">
                  <a:moveTo>
                    <a:pt x="53771" y="0"/>
                  </a:moveTo>
                  <a:lnTo>
                    <a:pt x="0" y="0"/>
                  </a:lnTo>
                  <a:lnTo>
                    <a:pt x="279" y="209994"/>
                  </a:lnTo>
                  <a:lnTo>
                    <a:pt x="53771" y="209994"/>
                  </a:lnTo>
                  <a:lnTo>
                    <a:pt x="53771" y="0"/>
                  </a:lnTo>
                  <a:close/>
                </a:path>
                <a:path w="142875" h="210184">
                  <a:moveTo>
                    <a:pt x="142367" y="56883"/>
                  </a:moveTo>
                  <a:lnTo>
                    <a:pt x="88595" y="56591"/>
                  </a:lnTo>
                  <a:lnTo>
                    <a:pt x="89154" y="209994"/>
                  </a:lnTo>
                  <a:lnTo>
                    <a:pt x="142367" y="209994"/>
                  </a:lnTo>
                  <a:lnTo>
                    <a:pt x="142367" y="56883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3" name="object 43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494441" y="1304797"/>
            <a:ext cx="348310" cy="158496"/>
          </a:xfrm>
          <a:prstGeom prst="rect">
            <a:avLst/>
          </a:prstGeom>
        </p:spPr>
      </p:pic>
      <p:pic>
        <p:nvPicPr>
          <p:cNvPr id="44" name="object 44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952936" y="1262633"/>
            <a:ext cx="1858733" cy="255562"/>
          </a:xfrm>
          <a:prstGeom prst="rect">
            <a:avLst/>
          </a:prstGeom>
        </p:spPr>
      </p:pic>
      <p:grpSp>
        <p:nvGrpSpPr>
          <p:cNvPr id="45" name="object 45" descr=""/>
          <p:cNvGrpSpPr/>
          <p:nvPr/>
        </p:nvGrpSpPr>
        <p:grpSpPr>
          <a:xfrm>
            <a:off x="6930529" y="1233766"/>
            <a:ext cx="1097280" cy="229870"/>
            <a:chOff x="6930529" y="1233766"/>
            <a:chExt cx="1097280" cy="229870"/>
          </a:xfrm>
        </p:grpSpPr>
        <p:pic>
          <p:nvPicPr>
            <p:cNvPr id="46" name="object 46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930529" y="1233766"/>
              <a:ext cx="224726" cy="226974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188923" y="1304798"/>
              <a:ext cx="163309" cy="155943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7385913" y="1250733"/>
              <a:ext cx="245745" cy="210185"/>
            </a:xfrm>
            <a:custGeom>
              <a:avLst/>
              <a:gdLst/>
              <a:ahLst/>
              <a:cxnLst/>
              <a:rect l="l" t="t" r="r" b="b"/>
              <a:pathLst>
                <a:path w="245745" h="210184">
                  <a:moveTo>
                    <a:pt x="177736" y="209994"/>
                  </a:moveTo>
                  <a:lnTo>
                    <a:pt x="108800" y="122237"/>
                  </a:lnTo>
                  <a:lnTo>
                    <a:pt x="172364" y="56603"/>
                  </a:lnTo>
                  <a:lnTo>
                    <a:pt x="108686" y="56603"/>
                  </a:lnTo>
                  <a:lnTo>
                    <a:pt x="53771" y="110032"/>
                  </a:lnTo>
                  <a:lnTo>
                    <a:pt x="53771" y="0"/>
                  </a:lnTo>
                  <a:lnTo>
                    <a:pt x="0" y="0"/>
                  </a:lnTo>
                  <a:lnTo>
                    <a:pt x="0" y="209994"/>
                  </a:lnTo>
                  <a:lnTo>
                    <a:pt x="44716" y="209994"/>
                  </a:lnTo>
                  <a:lnTo>
                    <a:pt x="53771" y="209994"/>
                  </a:lnTo>
                  <a:lnTo>
                    <a:pt x="53771" y="172491"/>
                  </a:lnTo>
                  <a:lnTo>
                    <a:pt x="65659" y="160375"/>
                  </a:lnTo>
                  <a:lnTo>
                    <a:pt x="69723" y="156235"/>
                  </a:lnTo>
                  <a:lnTo>
                    <a:pt x="108686" y="205054"/>
                  </a:lnTo>
                  <a:lnTo>
                    <a:pt x="112636" y="209994"/>
                  </a:lnTo>
                  <a:lnTo>
                    <a:pt x="177736" y="209994"/>
                  </a:lnTo>
                  <a:close/>
                </a:path>
                <a:path w="245745" h="210184">
                  <a:moveTo>
                    <a:pt x="245364" y="12"/>
                  </a:moveTo>
                  <a:lnTo>
                    <a:pt x="191604" y="12"/>
                  </a:lnTo>
                  <a:lnTo>
                    <a:pt x="191884" y="210007"/>
                  </a:lnTo>
                  <a:lnTo>
                    <a:pt x="245364" y="210007"/>
                  </a:lnTo>
                  <a:lnTo>
                    <a:pt x="245364" y="12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656499" y="1304798"/>
              <a:ext cx="166420" cy="158496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847837" y="1304798"/>
              <a:ext cx="102717" cy="155943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7971510" y="1233766"/>
              <a:ext cx="56515" cy="227329"/>
            </a:xfrm>
            <a:custGeom>
              <a:avLst/>
              <a:gdLst/>
              <a:ahLst/>
              <a:cxnLst/>
              <a:rect l="l" t="t" r="r" b="b"/>
              <a:pathLst>
                <a:path w="56515" h="227330">
                  <a:moveTo>
                    <a:pt x="54940" y="226974"/>
                  </a:moveTo>
                  <a:lnTo>
                    <a:pt x="54940" y="73863"/>
                  </a:lnTo>
                  <a:lnTo>
                    <a:pt x="1676" y="73573"/>
                  </a:lnTo>
                  <a:lnTo>
                    <a:pt x="1142" y="73571"/>
                  </a:lnTo>
                  <a:lnTo>
                    <a:pt x="1676" y="226974"/>
                  </a:lnTo>
                  <a:lnTo>
                    <a:pt x="54940" y="226974"/>
                  </a:lnTo>
                  <a:close/>
                </a:path>
                <a:path w="56515" h="227330">
                  <a:moveTo>
                    <a:pt x="56083" y="36029"/>
                  </a:moveTo>
                  <a:lnTo>
                    <a:pt x="56083" y="19799"/>
                  </a:lnTo>
                  <a:lnTo>
                    <a:pt x="53416" y="13208"/>
                  </a:lnTo>
                  <a:lnTo>
                    <a:pt x="48158" y="7924"/>
                  </a:lnTo>
                  <a:lnTo>
                    <a:pt x="42824" y="2628"/>
                  </a:lnTo>
                  <a:lnTo>
                    <a:pt x="36118" y="0"/>
                  </a:lnTo>
                  <a:lnTo>
                    <a:pt x="19888" y="0"/>
                  </a:lnTo>
                  <a:lnTo>
                    <a:pt x="13258" y="2628"/>
                  </a:lnTo>
                  <a:lnTo>
                    <a:pt x="7924" y="7924"/>
                  </a:lnTo>
                  <a:lnTo>
                    <a:pt x="2666" y="13208"/>
                  </a:lnTo>
                  <a:lnTo>
                    <a:pt x="0" y="19799"/>
                  </a:lnTo>
                  <a:lnTo>
                    <a:pt x="0" y="36029"/>
                  </a:lnTo>
                  <a:lnTo>
                    <a:pt x="2666" y="42773"/>
                  </a:lnTo>
                  <a:lnTo>
                    <a:pt x="7924" y="47967"/>
                  </a:lnTo>
                  <a:lnTo>
                    <a:pt x="13258" y="53149"/>
                  </a:lnTo>
                  <a:lnTo>
                    <a:pt x="19888" y="55753"/>
                  </a:lnTo>
                  <a:lnTo>
                    <a:pt x="28041" y="55753"/>
                  </a:lnTo>
                  <a:lnTo>
                    <a:pt x="56083" y="36029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2" name="object 52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61409" y="2809119"/>
            <a:ext cx="4003916" cy="682574"/>
          </a:xfrm>
          <a:prstGeom prst="rect">
            <a:avLst/>
          </a:prstGeom>
        </p:spPr>
      </p:pic>
      <p:sp>
        <p:nvSpPr>
          <p:cNvPr id="53" name="object 53" descr=""/>
          <p:cNvSpPr txBox="1"/>
          <p:nvPr/>
        </p:nvSpPr>
        <p:spPr>
          <a:xfrm>
            <a:off x="1023505" y="2918854"/>
            <a:ext cx="3138170" cy="4248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>
                <a:solidFill>
                  <a:srgbClr val="0FB880"/>
                </a:solidFill>
                <a:latin typeface="Arial Narrow"/>
                <a:cs typeface="Arial Narrow"/>
              </a:rPr>
              <a:t> </a:t>
            </a:r>
            <a:endParaRPr sz="105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dirty="0" sz="850" spc="70">
                <a:solidFill>
                  <a:srgbClr val="0EA5E9"/>
                </a:solidFill>
                <a:latin typeface="Arial Narrow"/>
                <a:cs typeface="Arial Narrow"/>
              </a:rPr>
              <a:t>rs</a:t>
            </a:r>
            <a:r>
              <a:rPr dirty="0" sz="850" spc="-55">
                <a:solidFill>
                  <a:srgbClr val="0EA5E9"/>
                </a:solidFill>
                <a:latin typeface="Arial Narrow"/>
                <a:cs typeface="Arial Narrow"/>
              </a:rPr>
              <a:t> </a:t>
            </a:r>
            <a:r>
              <a:rPr dirty="0" sz="850" spc="155">
                <a:solidFill>
                  <a:srgbClr val="0EA5E9"/>
                </a:solidFill>
                <a:latin typeface="Arial Narrow"/>
                <a:cs typeface="Arial Narrow"/>
              </a:rPr>
              <a:t>wtri</a:t>
            </a:r>
            <a:r>
              <a:rPr dirty="0" sz="850" spc="245">
                <a:solidFill>
                  <a:srgbClr val="0EA5E9"/>
                </a:solidFill>
                <a:latin typeface="Arial Narrow"/>
                <a:cs typeface="Arial Narrow"/>
              </a:rPr>
              <a:t> </a:t>
            </a:r>
            <a:r>
              <a:rPr dirty="0" sz="850">
                <a:solidFill>
                  <a:srgbClr val="0EA5E9"/>
                </a:solidFill>
                <a:latin typeface="Arial Narrow"/>
                <a:cs typeface="Arial Narrow"/>
              </a:rPr>
              <a:t>ves</a:t>
            </a:r>
            <a:r>
              <a:rPr dirty="0" sz="850" spc="-50">
                <a:solidFill>
                  <a:srgbClr val="0EA5E9"/>
                </a:solidFill>
                <a:latin typeface="Arial Narrow"/>
                <a:cs typeface="Arial Narrow"/>
              </a:rPr>
              <a:t> </a:t>
            </a:r>
            <a:r>
              <a:rPr dirty="0" sz="850" spc="90">
                <a:solidFill>
                  <a:srgbClr val="0EA5E9"/>
                </a:solidFill>
                <a:latin typeface="Arial Narrow"/>
                <a:cs typeface="Arial Narrow"/>
              </a:rPr>
              <a:t>tgrou</a:t>
            </a:r>
            <a:r>
              <a:rPr dirty="0" sz="850" spc="-70">
                <a:solidFill>
                  <a:srgbClr val="0EA5E9"/>
                </a:solidFill>
                <a:latin typeface="Arial Narrow"/>
                <a:cs typeface="Arial Narrow"/>
              </a:rPr>
              <a:t> </a:t>
            </a:r>
            <a:r>
              <a:rPr dirty="0" sz="850" spc="-60">
                <a:solidFill>
                  <a:srgbClr val="0EA5E9"/>
                </a:solidFill>
                <a:latin typeface="Arial Narrow"/>
                <a:cs typeface="Arial Narrow"/>
              </a:rPr>
              <a:t>p</a:t>
            </a:r>
            <a:r>
              <a:rPr dirty="0" sz="850" spc="-90">
                <a:solidFill>
                  <a:srgbClr val="0EA5E9"/>
                </a:solidFill>
                <a:latin typeface="Arial Narrow"/>
                <a:cs typeface="Arial Narrow"/>
              </a:rPr>
              <a:t> </a:t>
            </a:r>
            <a:r>
              <a:rPr dirty="0" sz="850">
                <a:solidFill>
                  <a:srgbClr val="0EA5E9"/>
                </a:solidFill>
                <a:latin typeface="Arial Narrow"/>
                <a:cs typeface="Arial Narrow"/>
              </a:rPr>
              <a:t>-</a:t>
            </a:r>
            <a:r>
              <a:rPr dirty="0" sz="850" spc="10">
                <a:solidFill>
                  <a:srgbClr val="0EA5E9"/>
                </a:solidFill>
                <a:latin typeface="Arial Narrow"/>
                <a:cs typeface="Arial Narrow"/>
              </a:rPr>
              <a:t> </a:t>
            </a:r>
            <a:r>
              <a:rPr dirty="0" sz="850" spc="-75">
                <a:solidFill>
                  <a:srgbClr val="0EA5E9"/>
                </a:solidFill>
                <a:latin typeface="Arial Narrow"/>
                <a:cs typeface="Arial Narrow"/>
              </a:rPr>
              <a:t>a </a:t>
            </a:r>
            <a:r>
              <a:rPr dirty="0" sz="850" spc="145">
                <a:solidFill>
                  <a:srgbClr val="0EA5E9"/>
                </a:solidFill>
                <a:latin typeface="Arial Narrow"/>
                <a:cs typeface="Arial Narrow"/>
              </a:rPr>
              <a:t>l</a:t>
            </a:r>
            <a:r>
              <a:rPr dirty="0" sz="850" spc="-70">
                <a:solidFill>
                  <a:srgbClr val="0EA5E9"/>
                </a:solidFill>
                <a:latin typeface="Arial Narrow"/>
                <a:cs typeface="Arial Narrow"/>
              </a:rPr>
              <a:t> </a:t>
            </a:r>
            <a:r>
              <a:rPr dirty="0" sz="850">
                <a:solidFill>
                  <a:srgbClr val="0EA5E9"/>
                </a:solidFill>
                <a:latin typeface="Arial Narrow"/>
                <a:cs typeface="Arial Narrow"/>
              </a:rPr>
              <a:t>tb</a:t>
            </a:r>
            <a:r>
              <a:rPr dirty="0" sz="850" spc="130">
                <a:solidFill>
                  <a:srgbClr val="0EA5E9"/>
                </a:solidFill>
                <a:latin typeface="Arial Narrow"/>
                <a:cs typeface="Arial Narrow"/>
              </a:rPr>
              <a:t> </a:t>
            </a:r>
            <a:r>
              <a:rPr dirty="0" sz="850" spc="180">
                <a:solidFill>
                  <a:srgbClr val="0EA5E9"/>
                </a:solidFill>
                <a:latin typeface="Arial Narrow"/>
                <a:cs typeface="Arial Narrow"/>
              </a:rPr>
              <a:t>git</a:t>
            </a:r>
            <a:r>
              <a:rPr dirty="0" sz="850" spc="250">
                <a:solidFill>
                  <a:srgbClr val="0EA5E9"/>
                </a:solidFill>
                <a:latin typeface="Arial Narrow"/>
                <a:cs typeface="Arial Narrow"/>
              </a:rPr>
              <a:t> </a:t>
            </a:r>
            <a:r>
              <a:rPr dirty="0" sz="850" spc="-80">
                <a:solidFill>
                  <a:srgbClr val="0EA5E9"/>
                </a:solidFill>
                <a:latin typeface="Arial Narrow"/>
                <a:cs typeface="Arial Narrow"/>
              </a:rPr>
              <a:t>u</a:t>
            </a:r>
            <a:r>
              <a:rPr dirty="0" sz="850" spc="-70">
                <a:solidFill>
                  <a:srgbClr val="0EA5E9"/>
                </a:solidFill>
                <a:latin typeface="Arial Narrow"/>
                <a:cs typeface="Arial Narrow"/>
              </a:rPr>
              <a:t> </a:t>
            </a:r>
            <a:r>
              <a:rPr dirty="0" sz="850" spc="-60">
                <a:solidFill>
                  <a:srgbClr val="0EA5E9"/>
                </a:solidFill>
                <a:latin typeface="Arial Narrow"/>
                <a:cs typeface="Arial Narrow"/>
              </a:rPr>
              <a:t>b</a:t>
            </a:r>
            <a:r>
              <a:rPr dirty="0" sz="850" spc="-90">
                <a:solidFill>
                  <a:srgbClr val="0EA5E9"/>
                </a:solidFill>
                <a:latin typeface="Arial Narrow"/>
                <a:cs typeface="Arial Narrow"/>
              </a:rPr>
              <a:t> </a:t>
            </a:r>
            <a:r>
              <a:rPr dirty="0" sz="850" spc="-260">
                <a:solidFill>
                  <a:srgbClr val="0EA5E9"/>
                </a:solidFill>
                <a:latin typeface="Arial Narrow"/>
                <a:cs typeface="Arial Narrow"/>
              </a:rPr>
              <a:t>b</a:t>
            </a:r>
            <a:r>
              <a:rPr dirty="0" sz="850" spc="130">
                <a:solidFill>
                  <a:srgbClr val="0EA5E9"/>
                </a:solidFill>
                <a:latin typeface="Arial Narrow"/>
                <a:cs typeface="Arial Narrow"/>
              </a:rPr>
              <a:t> </a:t>
            </a:r>
            <a:r>
              <a:rPr dirty="0" sz="850" spc="145">
                <a:solidFill>
                  <a:srgbClr val="0EA5E9"/>
                </a:solidFill>
                <a:latin typeface="Arial Narrow"/>
                <a:cs typeface="Arial Narrow"/>
              </a:rPr>
              <a:t>io/</a:t>
            </a:r>
            <a:r>
              <a:rPr dirty="0" sz="850" spc="-90">
                <a:solidFill>
                  <a:srgbClr val="0EA5E9"/>
                </a:solidFill>
                <a:latin typeface="Arial Narrow"/>
                <a:cs typeface="Arial Narrow"/>
              </a:rPr>
              <a:t> </a:t>
            </a:r>
            <a:r>
              <a:rPr dirty="0" sz="850" spc="85">
                <a:solidFill>
                  <a:srgbClr val="0EA5E9"/>
                </a:solidFill>
                <a:latin typeface="Arial Narrow"/>
                <a:cs typeface="Arial Narrow"/>
              </a:rPr>
              <a:t>Gor_dij</a:t>
            </a:r>
            <a:r>
              <a:rPr dirty="0" sz="850" spc="-40">
                <a:solidFill>
                  <a:srgbClr val="0EA5E9"/>
                </a:solidFill>
                <a:latin typeface="Arial Narrow"/>
                <a:cs typeface="Arial Narrow"/>
              </a:rPr>
              <a:t> </a:t>
            </a:r>
            <a:r>
              <a:rPr dirty="0" sz="850" spc="145">
                <a:solidFill>
                  <a:srgbClr val="0EA5E9"/>
                </a:solidFill>
                <a:latin typeface="Arial Narrow"/>
                <a:cs typeface="Arial Narrow"/>
              </a:rPr>
              <a:t>i</a:t>
            </a:r>
            <a:r>
              <a:rPr dirty="0" sz="850" spc="-70">
                <a:solidFill>
                  <a:srgbClr val="0EA5E9"/>
                </a:solidFill>
                <a:latin typeface="Arial Narrow"/>
                <a:cs typeface="Arial Narrow"/>
              </a:rPr>
              <a:t> </a:t>
            </a:r>
            <a:r>
              <a:rPr dirty="0" sz="850" spc="80">
                <a:solidFill>
                  <a:srgbClr val="0EA5E9"/>
                </a:solidFill>
                <a:latin typeface="Arial Narrow"/>
                <a:cs typeface="Arial Narrow"/>
              </a:rPr>
              <a:t>ta</a:t>
            </a:r>
            <a:r>
              <a:rPr dirty="0" sz="850" spc="-75">
                <a:solidFill>
                  <a:srgbClr val="0EA5E9"/>
                </a:solidFill>
                <a:latin typeface="Arial Narrow"/>
                <a:cs typeface="Arial Narrow"/>
              </a:rPr>
              <a:t> </a:t>
            </a:r>
            <a:r>
              <a:rPr dirty="0" sz="850" spc="75">
                <a:solidFill>
                  <a:srgbClr val="0EA5E9"/>
                </a:solidFill>
                <a:latin typeface="Arial Narrow"/>
                <a:cs typeface="Arial Narrow"/>
              </a:rPr>
              <a:t>l_ka</a:t>
            </a:r>
            <a:r>
              <a:rPr dirty="0" sz="850" spc="-75">
                <a:solidFill>
                  <a:srgbClr val="0EA5E9"/>
                </a:solidFill>
                <a:latin typeface="Arial Narrow"/>
                <a:cs typeface="Arial Narrow"/>
              </a:rPr>
              <a:t> </a:t>
            </a:r>
            <a:r>
              <a:rPr dirty="0" sz="850" spc="140">
                <a:solidFill>
                  <a:srgbClr val="0EA5E9"/>
                </a:solidFill>
                <a:latin typeface="Arial Narrow"/>
                <a:cs typeface="Arial Narrow"/>
              </a:rPr>
              <a:t>rtvis</a:t>
            </a:r>
            <a:r>
              <a:rPr dirty="0" sz="850" spc="-55">
                <a:solidFill>
                  <a:srgbClr val="0EA5E9"/>
                </a:solidFill>
                <a:latin typeface="Arial Narrow"/>
                <a:cs typeface="Arial Narrow"/>
              </a:rPr>
              <a:t> </a:t>
            </a:r>
            <a:r>
              <a:rPr dirty="0" sz="850" spc="145">
                <a:solidFill>
                  <a:srgbClr val="0EA5E9"/>
                </a:solidFill>
                <a:latin typeface="Arial Narrow"/>
                <a:cs typeface="Arial Narrow"/>
              </a:rPr>
              <a:t>i</a:t>
            </a:r>
            <a:r>
              <a:rPr dirty="0" sz="850" spc="-70">
                <a:solidFill>
                  <a:srgbClr val="0EA5E9"/>
                </a:solidFill>
                <a:latin typeface="Arial Narrow"/>
                <a:cs typeface="Arial Narrow"/>
              </a:rPr>
              <a:t> </a:t>
            </a:r>
            <a:r>
              <a:rPr dirty="0" sz="850" spc="175">
                <a:solidFill>
                  <a:srgbClr val="0EA5E9"/>
                </a:solidFill>
                <a:latin typeface="Arial Narrow"/>
                <a:cs typeface="Arial Narrow"/>
              </a:rPr>
              <a:t>t/</a:t>
            </a:r>
            <a:r>
              <a:rPr dirty="0" sz="850" spc="-85">
                <a:solidFill>
                  <a:srgbClr val="0EA5E9"/>
                </a:solidFill>
                <a:latin typeface="Arial Narrow"/>
                <a:cs typeface="Arial Narrow"/>
              </a:rPr>
              <a:t> </a:t>
            </a:r>
            <a:r>
              <a:rPr dirty="0" sz="850" spc="45">
                <a:solidFill>
                  <a:srgbClr val="0EA5E9"/>
                </a:solidFill>
                <a:latin typeface="Arial Narrow"/>
                <a:cs typeface="Arial Narrow"/>
              </a:rPr>
              <a:t>Gor/</a:t>
            </a:r>
            <a:endParaRPr sz="850">
              <a:latin typeface="Arial Narrow"/>
              <a:cs typeface="Arial Narrow"/>
            </a:endParaRPr>
          </a:p>
        </p:txBody>
      </p:sp>
      <p:pic>
        <p:nvPicPr>
          <p:cNvPr id="54" name="object 54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61409" y="3616572"/>
            <a:ext cx="4003916" cy="682574"/>
          </a:xfrm>
          <a:prstGeom prst="rect">
            <a:avLst/>
          </a:prstGeom>
        </p:spPr>
      </p:pic>
      <p:sp>
        <p:nvSpPr>
          <p:cNvPr id="55" name="object 55" descr=""/>
          <p:cNvSpPr txBox="1"/>
          <p:nvPr/>
        </p:nvSpPr>
        <p:spPr>
          <a:xfrm>
            <a:off x="1023505" y="3726307"/>
            <a:ext cx="146685" cy="1885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>
                <a:solidFill>
                  <a:srgbClr val="0EA5E9"/>
                </a:solidFill>
                <a:latin typeface="Arial Narrow"/>
                <a:cs typeface="Arial Narrow"/>
              </a:rPr>
              <a:t> </a:t>
            </a:r>
            <a:endParaRPr sz="1050">
              <a:latin typeface="Arial Narrow"/>
              <a:cs typeface="Arial Narrow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1023505" y="3994851"/>
            <a:ext cx="1660525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>
                <a:solidFill>
                  <a:srgbClr val="0FB880"/>
                </a:solidFill>
                <a:latin typeface="Arial Narrow"/>
                <a:cs typeface="Arial Narrow"/>
              </a:rPr>
              <a:t>tb</a:t>
            </a:r>
            <a:r>
              <a:rPr dirty="0" sz="850" spc="130">
                <a:solidFill>
                  <a:srgbClr val="0FB880"/>
                </a:solidFill>
                <a:latin typeface="Arial Narrow"/>
                <a:cs typeface="Arial Narrow"/>
              </a:rPr>
              <a:t> </a:t>
            </a:r>
            <a:r>
              <a:rPr dirty="0" sz="850">
                <a:solidFill>
                  <a:srgbClr val="0FB880"/>
                </a:solidFill>
                <a:latin typeface="Arial Narrow"/>
                <a:cs typeface="Arial Narrow"/>
              </a:rPr>
              <a:t>me/</a:t>
            </a:r>
            <a:r>
              <a:rPr dirty="0" sz="850" spc="-85">
                <a:solidFill>
                  <a:srgbClr val="0FB880"/>
                </a:solidFill>
                <a:latin typeface="Arial Narrow"/>
                <a:cs typeface="Arial Narrow"/>
              </a:rPr>
              <a:t> </a:t>
            </a:r>
            <a:r>
              <a:rPr dirty="0" sz="850" spc="80">
                <a:solidFill>
                  <a:srgbClr val="0FB880"/>
                </a:solidFill>
                <a:latin typeface="Arial Narrow"/>
                <a:cs typeface="Arial Narrow"/>
              </a:rPr>
              <a:t>Gor_Offl</a:t>
            </a:r>
            <a:r>
              <a:rPr dirty="0" sz="850" spc="-45">
                <a:solidFill>
                  <a:srgbClr val="0FB880"/>
                </a:solidFill>
                <a:latin typeface="Arial Narrow"/>
                <a:cs typeface="Arial Narrow"/>
              </a:rPr>
              <a:t> </a:t>
            </a:r>
            <a:r>
              <a:rPr dirty="0" sz="850" spc="95">
                <a:solidFill>
                  <a:srgbClr val="0FB880"/>
                </a:solidFill>
                <a:latin typeface="Arial Narrow"/>
                <a:cs typeface="Arial Narrow"/>
              </a:rPr>
              <a:t>ife_ka</a:t>
            </a:r>
            <a:r>
              <a:rPr dirty="0" sz="850" spc="-75">
                <a:solidFill>
                  <a:srgbClr val="0FB880"/>
                </a:solidFill>
                <a:latin typeface="Arial Narrow"/>
                <a:cs typeface="Arial Narrow"/>
              </a:rPr>
              <a:t> </a:t>
            </a:r>
            <a:r>
              <a:rPr dirty="0" sz="850" spc="140">
                <a:solidFill>
                  <a:srgbClr val="0FB880"/>
                </a:solidFill>
                <a:latin typeface="Arial Narrow"/>
                <a:cs typeface="Arial Narrow"/>
              </a:rPr>
              <a:t>rtvis</a:t>
            </a:r>
            <a:r>
              <a:rPr dirty="0" sz="850" spc="-50">
                <a:solidFill>
                  <a:srgbClr val="0FB880"/>
                </a:solidFill>
                <a:latin typeface="Arial Narrow"/>
                <a:cs typeface="Arial Narrow"/>
              </a:rPr>
              <a:t> </a:t>
            </a:r>
            <a:r>
              <a:rPr dirty="0" sz="850" spc="145">
                <a:solidFill>
                  <a:srgbClr val="0FB880"/>
                </a:solidFill>
                <a:latin typeface="Arial Narrow"/>
                <a:cs typeface="Arial Narrow"/>
              </a:rPr>
              <a:t>i</a:t>
            </a:r>
            <a:r>
              <a:rPr dirty="0" sz="850" spc="-70">
                <a:solidFill>
                  <a:srgbClr val="0FB880"/>
                </a:solidFill>
                <a:latin typeface="Arial Narrow"/>
                <a:cs typeface="Arial Narrow"/>
              </a:rPr>
              <a:t> </a:t>
            </a:r>
            <a:r>
              <a:rPr dirty="0" sz="850" spc="80">
                <a:solidFill>
                  <a:srgbClr val="0FB880"/>
                </a:solidFill>
                <a:latin typeface="Arial Narrow"/>
                <a:cs typeface="Arial Narrow"/>
              </a:rPr>
              <a:t>t_bot</a:t>
            </a:r>
            <a:endParaRPr sz="850">
              <a:latin typeface="Arial Narrow"/>
              <a:cs typeface="Arial Narrow"/>
            </a:endParaRPr>
          </a:p>
        </p:txBody>
      </p:sp>
      <p:pic>
        <p:nvPicPr>
          <p:cNvPr id="57" name="object 57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61409" y="4424013"/>
            <a:ext cx="4003916" cy="682574"/>
          </a:xfrm>
          <a:prstGeom prst="rect">
            <a:avLst/>
          </a:prstGeom>
        </p:spPr>
      </p:pic>
      <p:sp>
        <p:nvSpPr>
          <p:cNvPr id="58" name="object 58" descr=""/>
          <p:cNvSpPr txBox="1"/>
          <p:nvPr/>
        </p:nvSpPr>
        <p:spPr>
          <a:xfrm>
            <a:off x="1023505" y="4533745"/>
            <a:ext cx="1054735" cy="4248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050" spc="80">
                <a:solidFill>
                  <a:srgbClr val="0EA5E9"/>
                </a:solidFill>
                <a:latin typeface="Arial Narrow"/>
                <a:cs typeface="Arial Narrow"/>
              </a:rPr>
              <a:t>:x</a:t>
            </a:r>
            <a:endParaRPr sz="105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dirty="0" sz="850" spc="-45">
                <a:solidFill>
                  <a:srgbClr val="64738B"/>
                </a:solidFill>
                <a:latin typeface="Arial Narrow"/>
                <a:cs typeface="Arial Narrow"/>
              </a:rPr>
              <a:t>xb</a:t>
            </a:r>
            <a:r>
              <a:rPr dirty="0" sz="850" spc="110">
                <a:solidFill>
                  <a:srgbClr val="64738B"/>
                </a:solidFill>
                <a:latin typeface="Arial Narrow"/>
                <a:cs typeface="Arial Narrow"/>
              </a:rPr>
              <a:t> </a:t>
            </a:r>
            <a:r>
              <a:rPr dirty="0" sz="850" spc="-65">
                <a:solidFill>
                  <a:srgbClr val="64738B"/>
                </a:solidFill>
                <a:latin typeface="Arial Narrow"/>
                <a:cs typeface="Arial Narrow"/>
              </a:rPr>
              <a:t>c </a:t>
            </a:r>
            <a:r>
              <a:rPr dirty="0" sz="850">
                <a:solidFill>
                  <a:srgbClr val="64738B"/>
                </a:solidFill>
                <a:latin typeface="Arial Narrow"/>
                <a:cs typeface="Arial Narrow"/>
              </a:rPr>
              <a:t>om/</a:t>
            </a:r>
            <a:r>
              <a:rPr dirty="0" sz="850" spc="-90">
                <a:solidFill>
                  <a:srgbClr val="64738B"/>
                </a:solidFill>
                <a:latin typeface="Arial Narrow"/>
                <a:cs typeface="Arial Narrow"/>
              </a:rPr>
              <a:t> </a:t>
            </a:r>
            <a:r>
              <a:rPr dirty="0" sz="850" spc="145">
                <a:solidFill>
                  <a:srgbClr val="64738B"/>
                </a:solidFill>
                <a:latin typeface="Arial Narrow"/>
                <a:cs typeface="Arial Narrow"/>
              </a:rPr>
              <a:t>l</a:t>
            </a:r>
            <a:r>
              <a:rPr dirty="0" sz="850" spc="-75">
                <a:solidFill>
                  <a:srgbClr val="64738B"/>
                </a:solidFill>
                <a:latin typeface="Arial Narrow"/>
                <a:cs typeface="Arial Narrow"/>
              </a:rPr>
              <a:t> a</a:t>
            </a:r>
            <a:r>
              <a:rPr dirty="0" sz="850" spc="-80">
                <a:solidFill>
                  <a:srgbClr val="64738B"/>
                </a:solidFill>
                <a:latin typeface="Arial Narrow"/>
                <a:cs typeface="Arial Narrow"/>
              </a:rPr>
              <a:t> </a:t>
            </a:r>
            <a:r>
              <a:rPr dirty="0" sz="850" spc="-20">
                <a:solidFill>
                  <a:srgbClr val="64738B"/>
                </a:solidFill>
                <a:latin typeface="Arial Narrow"/>
                <a:cs typeface="Arial Narrow"/>
              </a:rPr>
              <a:t>gu</a:t>
            </a:r>
            <a:r>
              <a:rPr dirty="0" sz="850" spc="-75">
                <a:solidFill>
                  <a:srgbClr val="64738B"/>
                </a:solidFill>
                <a:latin typeface="Arial Narrow"/>
                <a:cs typeface="Arial Narrow"/>
              </a:rPr>
              <a:t> a</a:t>
            </a:r>
            <a:r>
              <a:rPr dirty="0" sz="850" spc="-80">
                <a:solidFill>
                  <a:srgbClr val="64738B"/>
                </a:solidFill>
                <a:latin typeface="Arial Narrow"/>
                <a:cs typeface="Arial Narrow"/>
              </a:rPr>
              <a:t> </a:t>
            </a:r>
            <a:r>
              <a:rPr dirty="0" sz="850" spc="80">
                <a:solidFill>
                  <a:srgbClr val="64738B"/>
                </a:solidFill>
                <a:latin typeface="Arial Narrow"/>
                <a:cs typeface="Arial Narrow"/>
              </a:rPr>
              <a:t>ta</a:t>
            </a:r>
            <a:r>
              <a:rPr dirty="0" sz="850" spc="-80">
                <a:solidFill>
                  <a:srgbClr val="64738B"/>
                </a:solidFill>
                <a:latin typeface="Arial Narrow"/>
                <a:cs typeface="Arial Narrow"/>
              </a:rPr>
              <a:t> </a:t>
            </a:r>
            <a:r>
              <a:rPr dirty="0" sz="850" spc="-75">
                <a:solidFill>
                  <a:srgbClr val="64738B"/>
                </a:solidFill>
                <a:latin typeface="Arial Narrow"/>
                <a:cs typeface="Arial Narrow"/>
              </a:rPr>
              <a:t>a</a:t>
            </a:r>
            <a:r>
              <a:rPr dirty="0" sz="850" spc="-80">
                <a:solidFill>
                  <a:srgbClr val="64738B"/>
                </a:solidFill>
                <a:latin typeface="Arial Narrow"/>
                <a:cs typeface="Arial Narrow"/>
              </a:rPr>
              <a:t> </a:t>
            </a:r>
            <a:r>
              <a:rPr dirty="0" sz="850" spc="-155">
                <a:solidFill>
                  <a:srgbClr val="64738B"/>
                </a:solidFill>
                <a:latin typeface="Arial Narrow"/>
                <a:cs typeface="Arial Narrow"/>
              </a:rPr>
              <a:t>?</a:t>
            </a:r>
            <a:r>
              <a:rPr dirty="0" sz="850">
                <a:solidFill>
                  <a:srgbClr val="64738B"/>
                </a:solidFill>
                <a:latin typeface="Arial Narrow"/>
                <a:cs typeface="Arial Narrow"/>
              </a:rPr>
              <a:t> </a:t>
            </a:r>
            <a:r>
              <a:rPr dirty="0" sz="850" spc="-65">
                <a:solidFill>
                  <a:srgbClr val="64738B"/>
                </a:solidFill>
                <a:latin typeface="Arial Narrow"/>
                <a:cs typeface="Arial Narrow"/>
              </a:rPr>
              <a:t>s</a:t>
            </a:r>
            <a:r>
              <a:rPr dirty="0" sz="850" spc="-60">
                <a:solidFill>
                  <a:srgbClr val="64738B"/>
                </a:solidFill>
                <a:latin typeface="Arial Narrow"/>
                <a:cs typeface="Arial Narrow"/>
              </a:rPr>
              <a:t> </a:t>
            </a:r>
            <a:r>
              <a:rPr dirty="0" sz="850" spc="-90">
                <a:solidFill>
                  <a:srgbClr val="64738B"/>
                </a:solidFill>
                <a:latin typeface="Arial Narrow"/>
                <a:cs typeface="Arial Narrow"/>
              </a:rPr>
              <a:t>=</a:t>
            </a:r>
            <a:r>
              <a:rPr dirty="0" sz="850" spc="-95">
                <a:solidFill>
                  <a:srgbClr val="64738B"/>
                </a:solidFill>
                <a:latin typeface="Arial Narrow"/>
                <a:cs typeface="Arial Narrow"/>
              </a:rPr>
              <a:t> </a:t>
            </a:r>
            <a:r>
              <a:rPr dirty="0" sz="850" spc="-25">
                <a:solidFill>
                  <a:srgbClr val="64738B"/>
                </a:solidFill>
                <a:latin typeface="Arial Narrow"/>
                <a:cs typeface="Arial Narrow"/>
              </a:rPr>
              <a:t>11</a:t>
            </a:r>
            <a:endParaRPr sz="850">
              <a:latin typeface="Arial Narrow"/>
              <a:cs typeface="Arial Narrow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6538493" y="3183851"/>
            <a:ext cx="1332230" cy="1332230"/>
            <a:chOff x="6538493" y="3183851"/>
            <a:chExt cx="1332230" cy="1332230"/>
          </a:xfrm>
        </p:grpSpPr>
        <p:pic>
          <p:nvPicPr>
            <p:cNvPr id="60" name="object 60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538493" y="3183851"/>
              <a:ext cx="1331899" cy="1331861"/>
            </a:xfrm>
            <a:prstGeom prst="rect">
              <a:avLst/>
            </a:prstGeom>
          </p:spPr>
        </p:pic>
        <p:sp>
          <p:nvSpPr>
            <p:cNvPr id="61" name="object 61" descr=""/>
            <p:cNvSpPr/>
            <p:nvPr/>
          </p:nvSpPr>
          <p:spPr>
            <a:xfrm>
              <a:off x="6911720" y="3558489"/>
              <a:ext cx="582930" cy="582930"/>
            </a:xfrm>
            <a:custGeom>
              <a:avLst/>
              <a:gdLst/>
              <a:ahLst/>
              <a:cxnLst/>
              <a:rect l="l" t="t" r="r" b="b"/>
              <a:pathLst>
                <a:path w="582929" h="582929">
                  <a:moveTo>
                    <a:pt x="249720" y="187299"/>
                  </a:moveTo>
                  <a:lnTo>
                    <a:pt x="249720" y="62433"/>
                  </a:lnTo>
                  <a:lnTo>
                    <a:pt x="248046" y="49874"/>
                  </a:lnTo>
                  <a:lnTo>
                    <a:pt x="221885" y="10679"/>
                  </a:lnTo>
                  <a:lnTo>
                    <a:pt x="187286" y="0"/>
                  </a:lnTo>
                  <a:lnTo>
                    <a:pt x="62433" y="0"/>
                  </a:lnTo>
                  <a:lnTo>
                    <a:pt x="18211" y="18211"/>
                  </a:lnTo>
                  <a:lnTo>
                    <a:pt x="0" y="62433"/>
                  </a:lnTo>
                  <a:lnTo>
                    <a:pt x="0" y="187299"/>
                  </a:lnTo>
                  <a:lnTo>
                    <a:pt x="1588" y="199170"/>
                  </a:lnTo>
                  <a:lnTo>
                    <a:pt x="1588" y="199557"/>
                  </a:lnTo>
                  <a:lnTo>
                    <a:pt x="5143" y="211031"/>
                  </a:lnTo>
                  <a:lnTo>
                    <a:pt x="5143" y="211186"/>
                  </a:lnTo>
                  <a:lnTo>
                    <a:pt x="10679" y="221809"/>
                  </a:lnTo>
                  <a:lnTo>
                    <a:pt x="49874" y="248115"/>
                  </a:lnTo>
                  <a:lnTo>
                    <a:pt x="62433" y="249732"/>
                  </a:lnTo>
                  <a:lnTo>
                    <a:pt x="83235" y="249732"/>
                  </a:lnTo>
                  <a:lnTo>
                    <a:pt x="83235" y="83248"/>
                  </a:lnTo>
                  <a:lnTo>
                    <a:pt x="166484" y="83248"/>
                  </a:lnTo>
                  <a:lnTo>
                    <a:pt x="166484" y="249732"/>
                  </a:lnTo>
                  <a:lnTo>
                    <a:pt x="187286" y="249732"/>
                  </a:lnTo>
                  <a:lnTo>
                    <a:pt x="231521" y="231520"/>
                  </a:lnTo>
                  <a:lnTo>
                    <a:pt x="244463" y="211528"/>
                  </a:lnTo>
                  <a:lnTo>
                    <a:pt x="244463" y="211687"/>
                  </a:lnTo>
                  <a:lnTo>
                    <a:pt x="248046" y="200049"/>
                  </a:lnTo>
                  <a:lnTo>
                    <a:pt x="248046" y="200452"/>
                  </a:lnTo>
                  <a:lnTo>
                    <a:pt x="249720" y="187299"/>
                  </a:lnTo>
                  <a:close/>
                </a:path>
                <a:path w="582929" h="582929">
                  <a:moveTo>
                    <a:pt x="166484" y="249732"/>
                  </a:moveTo>
                  <a:lnTo>
                    <a:pt x="166484" y="166484"/>
                  </a:lnTo>
                  <a:lnTo>
                    <a:pt x="83235" y="166484"/>
                  </a:lnTo>
                  <a:lnTo>
                    <a:pt x="83235" y="249732"/>
                  </a:lnTo>
                  <a:lnTo>
                    <a:pt x="166484" y="249732"/>
                  </a:lnTo>
                  <a:close/>
                </a:path>
                <a:path w="582929" h="582929">
                  <a:moveTo>
                    <a:pt x="249720" y="520268"/>
                  </a:moveTo>
                  <a:lnTo>
                    <a:pt x="249720" y="395401"/>
                  </a:lnTo>
                  <a:lnTo>
                    <a:pt x="231521" y="351180"/>
                  </a:lnTo>
                  <a:lnTo>
                    <a:pt x="187286" y="332968"/>
                  </a:lnTo>
                  <a:lnTo>
                    <a:pt x="62433" y="332968"/>
                  </a:lnTo>
                  <a:lnTo>
                    <a:pt x="18211" y="351180"/>
                  </a:lnTo>
                  <a:lnTo>
                    <a:pt x="0" y="395401"/>
                  </a:lnTo>
                  <a:lnTo>
                    <a:pt x="0" y="520268"/>
                  </a:lnTo>
                  <a:lnTo>
                    <a:pt x="1588" y="532138"/>
                  </a:lnTo>
                  <a:lnTo>
                    <a:pt x="1588" y="532525"/>
                  </a:lnTo>
                  <a:lnTo>
                    <a:pt x="5143" y="543999"/>
                  </a:lnTo>
                  <a:lnTo>
                    <a:pt x="5143" y="544155"/>
                  </a:lnTo>
                  <a:lnTo>
                    <a:pt x="10679" y="554777"/>
                  </a:lnTo>
                  <a:lnTo>
                    <a:pt x="49874" y="581073"/>
                  </a:lnTo>
                  <a:lnTo>
                    <a:pt x="62433" y="582688"/>
                  </a:lnTo>
                  <a:lnTo>
                    <a:pt x="83235" y="582688"/>
                  </a:lnTo>
                  <a:lnTo>
                    <a:pt x="83235" y="416204"/>
                  </a:lnTo>
                  <a:lnTo>
                    <a:pt x="166484" y="416204"/>
                  </a:lnTo>
                  <a:lnTo>
                    <a:pt x="166484" y="582688"/>
                  </a:lnTo>
                  <a:lnTo>
                    <a:pt x="187286" y="582688"/>
                  </a:lnTo>
                  <a:lnTo>
                    <a:pt x="231521" y="564489"/>
                  </a:lnTo>
                  <a:lnTo>
                    <a:pt x="244463" y="544492"/>
                  </a:lnTo>
                  <a:lnTo>
                    <a:pt x="244463" y="544651"/>
                  </a:lnTo>
                  <a:lnTo>
                    <a:pt x="248046" y="533016"/>
                  </a:lnTo>
                  <a:lnTo>
                    <a:pt x="248046" y="533419"/>
                  </a:lnTo>
                  <a:lnTo>
                    <a:pt x="249720" y="520268"/>
                  </a:lnTo>
                  <a:close/>
                </a:path>
                <a:path w="582929" h="582929">
                  <a:moveTo>
                    <a:pt x="166484" y="582688"/>
                  </a:moveTo>
                  <a:lnTo>
                    <a:pt x="166484" y="499452"/>
                  </a:lnTo>
                  <a:lnTo>
                    <a:pt x="83235" y="499452"/>
                  </a:lnTo>
                  <a:lnTo>
                    <a:pt x="83235" y="582688"/>
                  </a:lnTo>
                  <a:lnTo>
                    <a:pt x="166484" y="582688"/>
                  </a:lnTo>
                  <a:close/>
                </a:path>
                <a:path w="582929" h="582929">
                  <a:moveTo>
                    <a:pt x="582688" y="187299"/>
                  </a:moveTo>
                  <a:lnTo>
                    <a:pt x="582688" y="62433"/>
                  </a:lnTo>
                  <a:lnTo>
                    <a:pt x="581009" y="49874"/>
                  </a:lnTo>
                  <a:lnTo>
                    <a:pt x="554847" y="10679"/>
                  </a:lnTo>
                  <a:lnTo>
                    <a:pt x="520255" y="0"/>
                  </a:lnTo>
                  <a:lnTo>
                    <a:pt x="395401" y="0"/>
                  </a:lnTo>
                  <a:lnTo>
                    <a:pt x="351180" y="18211"/>
                  </a:lnTo>
                  <a:lnTo>
                    <a:pt x="332968" y="62433"/>
                  </a:lnTo>
                  <a:lnTo>
                    <a:pt x="332968" y="187299"/>
                  </a:lnTo>
                  <a:lnTo>
                    <a:pt x="334555" y="199156"/>
                  </a:lnTo>
                  <a:lnTo>
                    <a:pt x="334555" y="199551"/>
                  </a:lnTo>
                  <a:lnTo>
                    <a:pt x="338107" y="211015"/>
                  </a:lnTo>
                  <a:lnTo>
                    <a:pt x="338107" y="211177"/>
                  </a:lnTo>
                  <a:lnTo>
                    <a:pt x="343643" y="221798"/>
                  </a:lnTo>
                  <a:lnTo>
                    <a:pt x="382843" y="248115"/>
                  </a:lnTo>
                  <a:lnTo>
                    <a:pt x="395401" y="249732"/>
                  </a:lnTo>
                  <a:lnTo>
                    <a:pt x="416204" y="249732"/>
                  </a:lnTo>
                  <a:lnTo>
                    <a:pt x="416204" y="83248"/>
                  </a:lnTo>
                  <a:lnTo>
                    <a:pt x="499452" y="83248"/>
                  </a:lnTo>
                  <a:lnTo>
                    <a:pt x="499452" y="249732"/>
                  </a:lnTo>
                  <a:lnTo>
                    <a:pt x="520255" y="249732"/>
                  </a:lnTo>
                  <a:lnTo>
                    <a:pt x="564476" y="231520"/>
                  </a:lnTo>
                  <a:lnTo>
                    <a:pt x="577426" y="211537"/>
                  </a:lnTo>
                  <a:lnTo>
                    <a:pt x="577426" y="211703"/>
                  </a:lnTo>
                  <a:lnTo>
                    <a:pt x="581009" y="200066"/>
                  </a:lnTo>
                  <a:lnTo>
                    <a:pt x="581009" y="200494"/>
                  </a:lnTo>
                  <a:lnTo>
                    <a:pt x="582688" y="187299"/>
                  </a:lnTo>
                  <a:close/>
                </a:path>
                <a:path w="582929" h="582929">
                  <a:moveTo>
                    <a:pt x="499452" y="249732"/>
                  </a:moveTo>
                  <a:lnTo>
                    <a:pt x="499452" y="166484"/>
                  </a:lnTo>
                  <a:lnTo>
                    <a:pt x="416204" y="166484"/>
                  </a:lnTo>
                  <a:lnTo>
                    <a:pt x="416204" y="249732"/>
                  </a:lnTo>
                  <a:lnTo>
                    <a:pt x="499452" y="249732"/>
                  </a:lnTo>
                  <a:close/>
                </a:path>
                <a:path w="582929" h="582929">
                  <a:moveTo>
                    <a:pt x="582688" y="478637"/>
                  </a:moveTo>
                  <a:lnTo>
                    <a:pt x="582688" y="353783"/>
                  </a:lnTo>
                  <a:lnTo>
                    <a:pt x="580854" y="345159"/>
                  </a:lnTo>
                  <a:lnTo>
                    <a:pt x="576797" y="338804"/>
                  </a:lnTo>
                  <a:lnTo>
                    <a:pt x="570485" y="334735"/>
                  </a:lnTo>
                  <a:lnTo>
                    <a:pt x="561886" y="332968"/>
                  </a:lnTo>
                  <a:lnTo>
                    <a:pt x="553256" y="334804"/>
                  </a:lnTo>
                  <a:lnTo>
                    <a:pt x="546901" y="338866"/>
                  </a:lnTo>
                  <a:lnTo>
                    <a:pt x="542835" y="345182"/>
                  </a:lnTo>
                  <a:lnTo>
                    <a:pt x="539236" y="362406"/>
                  </a:lnTo>
                  <a:lnTo>
                    <a:pt x="535178" y="368757"/>
                  </a:lnTo>
                  <a:lnTo>
                    <a:pt x="528862" y="372821"/>
                  </a:lnTo>
                  <a:lnTo>
                    <a:pt x="520255" y="374586"/>
                  </a:lnTo>
                  <a:lnTo>
                    <a:pt x="478637" y="374586"/>
                  </a:lnTo>
                  <a:lnTo>
                    <a:pt x="470014" y="372752"/>
                  </a:lnTo>
                  <a:lnTo>
                    <a:pt x="463662" y="368695"/>
                  </a:lnTo>
                  <a:lnTo>
                    <a:pt x="459594" y="362383"/>
                  </a:lnTo>
                  <a:lnTo>
                    <a:pt x="455993" y="345159"/>
                  </a:lnTo>
                  <a:lnTo>
                    <a:pt x="451935" y="338804"/>
                  </a:lnTo>
                  <a:lnTo>
                    <a:pt x="445620" y="334735"/>
                  </a:lnTo>
                  <a:lnTo>
                    <a:pt x="437019" y="332968"/>
                  </a:lnTo>
                  <a:lnTo>
                    <a:pt x="353771" y="332968"/>
                  </a:lnTo>
                  <a:lnTo>
                    <a:pt x="345148" y="334804"/>
                  </a:lnTo>
                  <a:lnTo>
                    <a:pt x="338797" y="338866"/>
                  </a:lnTo>
                  <a:lnTo>
                    <a:pt x="334733" y="345182"/>
                  </a:lnTo>
                  <a:lnTo>
                    <a:pt x="332968" y="353783"/>
                  </a:lnTo>
                  <a:lnTo>
                    <a:pt x="332968" y="561886"/>
                  </a:lnTo>
                  <a:lnTo>
                    <a:pt x="334733" y="570181"/>
                  </a:lnTo>
                  <a:lnTo>
                    <a:pt x="334733" y="570399"/>
                  </a:lnTo>
                  <a:lnTo>
                    <a:pt x="338797" y="576762"/>
                  </a:lnTo>
                  <a:lnTo>
                    <a:pt x="345148" y="580909"/>
                  </a:lnTo>
                  <a:lnTo>
                    <a:pt x="353771" y="582688"/>
                  </a:lnTo>
                  <a:lnTo>
                    <a:pt x="395401" y="582688"/>
                  </a:lnTo>
                  <a:lnTo>
                    <a:pt x="404024" y="580859"/>
                  </a:lnTo>
                  <a:lnTo>
                    <a:pt x="410375" y="576802"/>
                  </a:lnTo>
                  <a:lnTo>
                    <a:pt x="414439" y="570487"/>
                  </a:lnTo>
                  <a:lnTo>
                    <a:pt x="416204" y="561886"/>
                  </a:lnTo>
                  <a:lnTo>
                    <a:pt x="416204" y="478637"/>
                  </a:lnTo>
                  <a:lnTo>
                    <a:pt x="418040" y="470015"/>
                  </a:lnTo>
                  <a:lnTo>
                    <a:pt x="422101" y="463664"/>
                  </a:lnTo>
                  <a:lnTo>
                    <a:pt x="428418" y="459599"/>
                  </a:lnTo>
                  <a:lnTo>
                    <a:pt x="437019" y="457834"/>
                  </a:lnTo>
                  <a:lnTo>
                    <a:pt x="445620" y="459664"/>
                  </a:lnTo>
                  <a:lnTo>
                    <a:pt x="451935" y="463689"/>
                  </a:lnTo>
                  <a:lnTo>
                    <a:pt x="455993" y="469938"/>
                  </a:lnTo>
                  <a:lnTo>
                    <a:pt x="455993" y="469724"/>
                  </a:lnTo>
                  <a:lnTo>
                    <a:pt x="459594" y="486960"/>
                  </a:lnTo>
                  <a:lnTo>
                    <a:pt x="459594" y="487161"/>
                  </a:lnTo>
                  <a:lnTo>
                    <a:pt x="463662" y="493527"/>
                  </a:lnTo>
                  <a:lnTo>
                    <a:pt x="470014" y="497672"/>
                  </a:lnTo>
                  <a:lnTo>
                    <a:pt x="478637" y="499452"/>
                  </a:lnTo>
                  <a:lnTo>
                    <a:pt x="561886" y="499452"/>
                  </a:lnTo>
                  <a:lnTo>
                    <a:pt x="570485" y="497621"/>
                  </a:lnTo>
                  <a:lnTo>
                    <a:pt x="576797" y="493594"/>
                  </a:lnTo>
                  <a:lnTo>
                    <a:pt x="580854" y="487347"/>
                  </a:lnTo>
                  <a:lnTo>
                    <a:pt x="580854" y="487578"/>
                  </a:lnTo>
                  <a:lnTo>
                    <a:pt x="582688" y="478637"/>
                  </a:lnTo>
                  <a:close/>
                </a:path>
                <a:path w="582929" h="582929">
                  <a:moveTo>
                    <a:pt x="499452" y="561886"/>
                  </a:moveTo>
                  <a:lnTo>
                    <a:pt x="497616" y="553261"/>
                  </a:lnTo>
                  <a:lnTo>
                    <a:pt x="493555" y="546906"/>
                  </a:lnTo>
                  <a:lnTo>
                    <a:pt x="487238" y="542837"/>
                  </a:lnTo>
                  <a:lnTo>
                    <a:pt x="478637" y="541070"/>
                  </a:lnTo>
                  <a:lnTo>
                    <a:pt x="470014" y="542906"/>
                  </a:lnTo>
                  <a:lnTo>
                    <a:pt x="463662" y="546968"/>
                  </a:lnTo>
                  <a:lnTo>
                    <a:pt x="459594" y="553284"/>
                  </a:lnTo>
                  <a:lnTo>
                    <a:pt x="457822" y="561886"/>
                  </a:lnTo>
                  <a:lnTo>
                    <a:pt x="459594" y="570206"/>
                  </a:lnTo>
                  <a:lnTo>
                    <a:pt x="459594" y="570408"/>
                  </a:lnTo>
                  <a:lnTo>
                    <a:pt x="463662" y="576770"/>
                  </a:lnTo>
                  <a:lnTo>
                    <a:pt x="470014" y="580910"/>
                  </a:lnTo>
                  <a:lnTo>
                    <a:pt x="478637" y="582688"/>
                  </a:lnTo>
                  <a:lnTo>
                    <a:pt x="487238" y="580864"/>
                  </a:lnTo>
                  <a:lnTo>
                    <a:pt x="493555" y="576841"/>
                  </a:lnTo>
                  <a:lnTo>
                    <a:pt x="497616" y="570595"/>
                  </a:lnTo>
                  <a:lnTo>
                    <a:pt x="497616" y="570826"/>
                  </a:lnTo>
                  <a:lnTo>
                    <a:pt x="499452" y="561886"/>
                  </a:lnTo>
                  <a:close/>
                </a:path>
                <a:path w="582929" h="582929">
                  <a:moveTo>
                    <a:pt x="582688" y="561886"/>
                  </a:moveTo>
                  <a:lnTo>
                    <a:pt x="580854" y="553261"/>
                  </a:lnTo>
                  <a:lnTo>
                    <a:pt x="576797" y="546906"/>
                  </a:lnTo>
                  <a:lnTo>
                    <a:pt x="570485" y="542837"/>
                  </a:lnTo>
                  <a:lnTo>
                    <a:pt x="561886" y="541070"/>
                  </a:lnTo>
                  <a:lnTo>
                    <a:pt x="553256" y="542906"/>
                  </a:lnTo>
                  <a:lnTo>
                    <a:pt x="546901" y="546968"/>
                  </a:lnTo>
                  <a:lnTo>
                    <a:pt x="542835" y="553284"/>
                  </a:lnTo>
                  <a:lnTo>
                    <a:pt x="541070" y="561886"/>
                  </a:lnTo>
                  <a:lnTo>
                    <a:pt x="542835" y="570181"/>
                  </a:lnTo>
                  <a:lnTo>
                    <a:pt x="542835" y="570399"/>
                  </a:lnTo>
                  <a:lnTo>
                    <a:pt x="546901" y="576762"/>
                  </a:lnTo>
                  <a:lnTo>
                    <a:pt x="553256" y="580909"/>
                  </a:lnTo>
                  <a:lnTo>
                    <a:pt x="561886" y="582688"/>
                  </a:lnTo>
                  <a:lnTo>
                    <a:pt x="570485" y="580864"/>
                  </a:lnTo>
                  <a:lnTo>
                    <a:pt x="576797" y="576841"/>
                  </a:lnTo>
                  <a:lnTo>
                    <a:pt x="580854" y="570595"/>
                  </a:lnTo>
                  <a:lnTo>
                    <a:pt x="580854" y="570826"/>
                  </a:lnTo>
                  <a:lnTo>
                    <a:pt x="582688" y="561886"/>
                  </a:lnTo>
                  <a:close/>
                </a:path>
              </a:pathLst>
            </a:custGeom>
            <a:solidFill>
              <a:srgbClr val="CBD4E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 txBox="1"/>
          <p:nvPr/>
        </p:nvSpPr>
        <p:spPr>
          <a:xfrm>
            <a:off x="6899340" y="3362781"/>
            <a:ext cx="608330" cy="894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700" spc="1925">
                <a:solidFill>
                  <a:srgbClr val="CBD4E0"/>
                </a:solidFill>
                <a:latin typeface="Arial Narrow"/>
                <a:cs typeface="Arial Narrow"/>
              </a:rPr>
              <a:t>a</a:t>
            </a:r>
            <a:endParaRPr sz="5700">
              <a:latin typeface="Arial Narrow"/>
              <a:cs typeface="Arial Narrow"/>
            </a:endParaRPr>
          </a:p>
        </p:txBody>
      </p:sp>
      <p:grpSp>
        <p:nvGrpSpPr>
          <p:cNvPr id="63" name="object 63" descr=""/>
          <p:cNvGrpSpPr/>
          <p:nvPr/>
        </p:nvGrpSpPr>
        <p:grpSpPr>
          <a:xfrm>
            <a:off x="6492875" y="4606658"/>
            <a:ext cx="1423670" cy="113664"/>
            <a:chOff x="6492875" y="4606658"/>
            <a:chExt cx="1423670" cy="113664"/>
          </a:xfrm>
        </p:grpSpPr>
        <p:sp>
          <p:nvSpPr>
            <p:cNvPr id="64" name="object 64" descr=""/>
            <p:cNvSpPr/>
            <p:nvPr/>
          </p:nvSpPr>
          <p:spPr>
            <a:xfrm>
              <a:off x="6492875" y="4628629"/>
              <a:ext cx="133350" cy="70485"/>
            </a:xfrm>
            <a:custGeom>
              <a:avLst/>
              <a:gdLst/>
              <a:ahLst/>
              <a:cxnLst/>
              <a:rect l="l" t="t" r="r" b="b"/>
              <a:pathLst>
                <a:path w="133350" h="70485">
                  <a:moveTo>
                    <a:pt x="57632" y="0"/>
                  </a:moveTo>
                  <a:lnTo>
                    <a:pt x="44056" y="0"/>
                  </a:lnTo>
                  <a:lnTo>
                    <a:pt x="44056" y="28067"/>
                  </a:lnTo>
                  <a:lnTo>
                    <a:pt x="13576" y="27990"/>
                  </a:lnTo>
                  <a:lnTo>
                    <a:pt x="13576" y="0"/>
                  </a:lnTo>
                  <a:lnTo>
                    <a:pt x="0" y="0"/>
                  </a:lnTo>
                  <a:lnTo>
                    <a:pt x="0" y="70218"/>
                  </a:lnTo>
                  <a:lnTo>
                    <a:pt x="8483" y="70218"/>
                  </a:lnTo>
                  <a:lnTo>
                    <a:pt x="13576" y="70218"/>
                  </a:lnTo>
                  <a:lnTo>
                    <a:pt x="13576" y="39954"/>
                  </a:lnTo>
                  <a:lnTo>
                    <a:pt x="44056" y="39954"/>
                  </a:lnTo>
                  <a:lnTo>
                    <a:pt x="44056" y="70218"/>
                  </a:lnTo>
                  <a:lnTo>
                    <a:pt x="47840" y="70218"/>
                  </a:lnTo>
                  <a:lnTo>
                    <a:pt x="57632" y="70218"/>
                  </a:lnTo>
                  <a:lnTo>
                    <a:pt x="57632" y="0"/>
                  </a:lnTo>
                  <a:close/>
                </a:path>
                <a:path w="133350" h="70485">
                  <a:moveTo>
                    <a:pt x="83705" y="70218"/>
                  </a:moveTo>
                  <a:lnTo>
                    <a:pt x="83604" y="21971"/>
                  </a:lnTo>
                  <a:lnTo>
                    <a:pt x="70624" y="21971"/>
                  </a:lnTo>
                  <a:lnTo>
                    <a:pt x="70624" y="70218"/>
                  </a:lnTo>
                  <a:lnTo>
                    <a:pt x="83705" y="70218"/>
                  </a:lnTo>
                  <a:close/>
                </a:path>
                <a:path w="133350" h="70485">
                  <a:moveTo>
                    <a:pt x="133248" y="21971"/>
                  </a:moveTo>
                  <a:lnTo>
                    <a:pt x="93700" y="21971"/>
                  </a:lnTo>
                  <a:lnTo>
                    <a:pt x="93700" y="33362"/>
                  </a:lnTo>
                  <a:lnTo>
                    <a:pt x="114465" y="33362"/>
                  </a:lnTo>
                  <a:lnTo>
                    <a:pt x="91897" y="62725"/>
                  </a:lnTo>
                  <a:lnTo>
                    <a:pt x="91897" y="70218"/>
                  </a:lnTo>
                  <a:lnTo>
                    <a:pt x="132651" y="70218"/>
                  </a:lnTo>
                  <a:lnTo>
                    <a:pt x="132651" y="58826"/>
                  </a:lnTo>
                  <a:lnTo>
                    <a:pt x="110667" y="58826"/>
                  </a:lnTo>
                  <a:lnTo>
                    <a:pt x="133248" y="29464"/>
                  </a:lnTo>
                  <a:lnTo>
                    <a:pt x="133248" y="21971"/>
                  </a:lnTo>
                  <a:close/>
                </a:path>
              </a:pathLst>
            </a:custGeom>
            <a:solidFill>
              <a:srgbClr val="64738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634721" y="4606658"/>
              <a:ext cx="1281544" cy="113372"/>
            </a:xfrm>
            <a:prstGeom prst="rect">
              <a:avLst/>
            </a:prstGeom>
          </p:spPr>
        </p:pic>
      </p:grpSp>
      <p:sp>
        <p:nvSpPr>
          <p:cNvPr id="66" name="object 66" descr=""/>
          <p:cNvSpPr/>
          <p:nvPr/>
        </p:nvSpPr>
        <p:spPr>
          <a:xfrm>
            <a:off x="861402" y="6380340"/>
            <a:ext cx="8349615" cy="8890"/>
          </a:xfrm>
          <a:custGeom>
            <a:avLst/>
            <a:gdLst/>
            <a:ahLst/>
            <a:cxnLst/>
            <a:rect l="l" t="t" r="r" b="b"/>
            <a:pathLst>
              <a:path w="8349615" h="8889">
                <a:moveTo>
                  <a:pt x="8349119" y="8328"/>
                </a:moveTo>
                <a:lnTo>
                  <a:pt x="8349119" y="0"/>
                </a:lnTo>
                <a:lnTo>
                  <a:pt x="0" y="0"/>
                </a:lnTo>
                <a:lnTo>
                  <a:pt x="0" y="8328"/>
                </a:lnTo>
                <a:lnTo>
                  <a:pt x="8349119" y="8328"/>
                </a:lnTo>
                <a:close/>
              </a:path>
            </a:pathLst>
          </a:custGeom>
          <a:solidFill>
            <a:srgbClr val="E1E7F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7" name="object 67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864590" y="6541084"/>
            <a:ext cx="1411960" cy="93205"/>
          </a:xfrm>
          <a:prstGeom prst="rect">
            <a:avLst/>
          </a:prstGeom>
        </p:spPr>
      </p:pic>
      <p:grpSp>
        <p:nvGrpSpPr>
          <p:cNvPr id="68" name="object 68" descr=""/>
          <p:cNvGrpSpPr/>
          <p:nvPr/>
        </p:nvGrpSpPr>
        <p:grpSpPr>
          <a:xfrm>
            <a:off x="8714765" y="6538696"/>
            <a:ext cx="488315" cy="95250"/>
            <a:chOff x="8714765" y="6538696"/>
            <a:chExt cx="488315" cy="95250"/>
          </a:xfrm>
        </p:grpSpPr>
        <p:pic>
          <p:nvPicPr>
            <p:cNvPr id="69" name="object 69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714765" y="6541185"/>
              <a:ext cx="227075" cy="92405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965311" y="6543179"/>
              <a:ext cx="63703" cy="70231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9056370" y="6538696"/>
              <a:ext cx="38100" cy="80010"/>
            </a:xfrm>
            <a:custGeom>
              <a:avLst/>
              <a:gdLst/>
              <a:ahLst/>
              <a:cxnLst/>
              <a:rect l="l" t="t" r="r" b="b"/>
              <a:pathLst>
                <a:path w="38100" h="80009">
                  <a:moveTo>
                    <a:pt x="38099" y="0"/>
                  </a:moveTo>
                  <a:lnTo>
                    <a:pt x="26288" y="0"/>
                  </a:lnTo>
                  <a:lnTo>
                    <a:pt x="0" y="79413"/>
                  </a:lnTo>
                  <a:lnTo>
                    <a:pt x="11811" y="79413"/>
                  </a:lnTo>
                  <a:lnTo>
                    <a:pt x="38099" y="0"/>
                  </a:lnTo>
                  <a:close/>
                </a:path>
              </a:pathLst>
            </a:custGeom>
            <a:solidFill>
              <a:srgbClr val="0EA5E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116796" y="6542087"/>
              <a:ext cx="86105" cy="71323"/>
            </a:xfrm>
            <a:prstGeom prst="rect">
              <a:avLst/>
            </a:prstGeom>
          </p:spPr>
        </p:pic>
      </p:grpSp>
      <p:sp>
        <p:nvSpPr>
          <p:cNvPr id="73" name="object 73" descr=""/>
          <p:cNvSpPr txBox="1"/>
          <p:nvPr/>
        </p:nvSpPr>
        <p:spPr>
          <a:xfrm>
            <a:off x="292100" y="162656"/>
            <a:ext cx="807720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 spc="-185">
                <a:latin typeface="Arial Narrow"/>
                <a:cs typeface="Arial Narrow"/>
              </a:rPr>
              <a:t>1</a:t>
            </a:r>
            <a:r>
              <a:rPr dirty="0" sz="850" spc="95">
                <a:latin typeface="Arial Narrow"/>
                <a:cs typeface="Arial Narrow"/>
              </a:rPr>
              <a:t> </a:t>
            </a:r>
            <a:r>
              <a:rPr dirty="0" sz="850" spc="-229">
                <a:latin typeface="Arial Narrow"/>
                <a:cs typeface="Arial Narrow"/>
              </a:rPr>
              <a:t>2m</a:t>
            </a:r>
            <a:r>
              <a:rPr dirty="0" sz="850" spc="-20">
                <a:latin typeface="Arial Narrow"/>
                <a:cs typeface="Arial Narrow"/>
              </a:rPr>
              <a:t> </a:t>
            </a:r>
            <a:r>
              <a:rPr dirty="0" sz="850" spc="-135">
                <a:latin typeface="Arial Narrow"/>
                <a:cs typeface="Arial Narrow"/>
              </a:rPr>
              <a:t>06m</a:t>
            </a:r>
            <a:r>
              <a:rPr dirty="0" sz="850" spc="-20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2026</a:t>
            </a:r>
            <a:r>
              <a:rPr dirty="0" sz="850" spc="165">
                <a:latin typeface="Arial Narrow"/>
                <a:cs typeface="Arial Narrow"/>
              </a:rPr>
              <a:t> </a:t>
            </a:r>
            <a:r>
              <a:rPr dirty="0" sz="850" spc="-100">
                <a:latin typeface="Arial Narrow"/>
                <a:cs typeface="Arial Narrow"/>
              </a:rPr>
              <a:t>06E</a:t>
            </a:r>
            <a:r>
              <a:rPr dirty="0" sz="850" spc="-25">
                <a:latin typeface="Arial Narrow"/>
                <a:cs typeface="Arial Narrow"/>
              </a:rPr>
              <a:t> </a:t>
            </a:r>
            <a:r>
              <a:rPr dirty="0" sz="850" spc="-40">
                <a:latin typeface="Arial Narrow"/>
                <a:cs typeface="Arial Narrow"/>
              </a:rPr>
              <a:t>:46</a:t>
            </a:r>
            <a:endParaRPr sz="850">
              <a:latin typeface="Arial Narrow"/>
              <a:cs typeface="Arial Narrow"/>
            </a:endParaRPr>
          </a:p>
        </p:txBody>
      </p:sp>
      <p:sp>
        <p:nvSpPr>
          <p:cNvPr id="75" name="object 75" descr=""/>
          <p:cNvSpPr txBox="1"/>
          <p:nvPr/>
        </p:nvSpPr>
        <p:spPr>
          <a:xfrm>
            <a:off x="292092" y="7462890"/>
            <a:ext cx="2821940" cy="1346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850" spc="-434">
                <a:latin typeface="Arial Narrow"/>
                <a:cs typeface="Arial Narrow"/>
              </a:rPr>
              <a:t>f@</a:t>
            </a:r>
            <a:r>
              <a:rPr dirty="0" sz="850" spc="-5">
                <a:latin typeface="Arial Narrow"/>
                <a:cs typeface="Arial Narrow"/>
              </a:rPr>
              <a:t> </a:t>
            </a:r>
            <a:r>
              <a:rPr dirty="0" sz="850" spc="-90">
                <a:latin typeface="Arial Narrow"/>
                <a:cs typeface="Arial Narrow"/>
              </a:rPr>
              <a:t>i</a:t>
            </a:r>
            <a:r>
              <a:rPr dirty="0" sz="850" spc="-5">
                <a:latin typeface="Arial Narrow"/>
                <a:cs typeface="Arial Narrow"/>
              </a:rPr>
              <a:t> </a:t>
            </a:r>
            <a:r>
              <a:rPr dirty="0" sz="850" spc="-170">
                <a:latin typeface="Arial Narrow"/>
                <a:cs typeface="Arial Narrow"/>
              </a:rPr>
              <a:t>eE</a:t>
            </a:r>
            <a:r>
              <a:rPr dirty="0" sz="850" spc="60">
                <a:latin typeface="Arial Narrow"/>
                <a:cs typeface="Arial Narrow"/>
              </a:rPr>
              <a:t> </a:t>
            </a:r>
            <a:r>
              <a:rPr dirty="0" sz="850" spc="-65">
                <a:latin typeface="Arial Narrow"/>
                <a:cs typeface="Arial Narrow"/>
              </a:rPr>
              <a:t>///GE</a:t>
            </a:r>
            <a:r>
              <a:rPr dirty="0" sz="850" spc="55">
                <a:latin typeface="Arial Narrow"/>
                <a:cs typeface="Arial Narrow"/>
              </a:rPr>
              <a:t> </a:t>
            </a:r>
            <a:r>
              <a:rPr dirty="0" sz="850" spc="-25">
                <a:latin typeface="Arial Narrow"/>
                <a:cs typeface="Arial Narrow"/>
              </a:rPr>
              <a:t>/H</a:t>
            </a:r>
            <a:r>
              <a:rPr dirty="0" sz="850" spc="30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sers/ASH</a:t>
            </a:r>
            <a:r>
              <a:rPr dirty="0" sz="850" spc="35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S/Cesktop/projects/Gor</a:t>
            </a:r>
            <a:r>
              <a:rPr dirty="0" sz="850" spc="270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su</a:t>
            </a:r>
            <a:r>
              <a:rPr dirty="0" sz="850" spc="-5">
                <a:latin typeface="Arial Narrow"/>
                <a:cs typeface="Arial Narrow"/>
              </a:rPr>
              <a:t> </a:t>
            </a:r>
            <a:r>
              <a:rPr dirty="0" sz="850" spc="85">
                <a:latin typeface="Arial Narrow"/>
                <a:cs typeface="Arial Narrow"/>
              </a:rPr>
              <a:t>ru</a:t>
            </a:r>
            <a:r>
              <a:rPr dirty="0" sz="850">
                <a:latin typeface="Arial Narrow"/>
                <a:cs typeface="Arial Narrow"/>
              </a:rPr>
              <a:t> </a:t>
            </a:r>
            <a:r>
              <a:rPr dirty="0" sz="850" spc="70">
                <a:latin typeface="Arial Narrow"/>
                <a:cs typeface="Arial Narrow"/>
              </a:rPr>
              <a:t>n/su</a:t>
            </a:r>
            <a:r>
              <a:rPr dirty="0" sz="850" spc="-5">
                <a:latin typeface="Arial Narrow"/>
                <a:cs typeface="Arial Narrow"/>
              </a:rPr>
              <a:t> </a:t>
            </a:r>
            <a:r>
              <a:rPr dirty="0" sz="850" spc="85">
                <a:latin typeface="Arial Narrow"/>
                <a:cs typeface="Arial Narrow"/>
              </a:rPr>
              <a:t>ru</a:t>
            </a:r>
            <a:r>
              <a:rPr dirty="0" sz="850" spc="-5">
                <a:latin typeface="Arial Narrow"/>
                <a:cs typeface="Arial Narrow"/>
              </a:rPr>
              <a:t> </a:t>
            </a:r>
            <a:r>
              <a:rPr dirty="0" sz="850" spc="-120">
                <a:latin typeface="Arial Narrow"/>
                <a:cs typeface="Arial Narrow"/>
              </a:rPr>
              <a:t>nm</a:t>
            </a:r>
            <a:r>
              <a:rPr dirty="0" sz="850" spc="60">
                <a:latin typeface="Arial Narrow"/>
                <a:cs typeface="Arial Narrow"/>
              </a:rPr>
              <a:t> </a:t>
            </a:r>
            <a:r>
              <a:rPr dirty="0" sz="850" spc="-60">
                <a:latin typeface="Arial Narrow"/>
                <a:cs typeface="Arial Narrow"/>
              </a:rPr>
              <a:t>h</a:t>
            </a:r>
            <a:r>
              <a:rPr dirty="0" sz="850" spc="-5">
                <a:latin typeface="Arial Narrow"/>
                <a:cs typeface="Arial Narrow"/>
              </a:rPr>
              <a:t> </a:t>
            </a:r>
            <a:r>
              <a:rPr dirty="0" sz="850" spc="40">
                <a:latin typeface="Arial Narrow"/>
                <a:cs typeface="Arial Narrow"/>
              </a:rPr>
              <a:t>tni</a:t>
            </a:r>
            <a:endParaRPr sz="850">
              <a:latin typeface="Arial Narrow"/>
              <a:cs typeface="Arial Narrow"/>
            </a:endParaRPr>
          </a:p>
        </p:txBody>
      </p:sp>
      <p:sp>
        <p:nvSpPr>
          <p:cNvPr id="76" name="object 7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5085">
              <a:lnSpc>
                <a:spcPts val="955"/>
              </a:lnSpc>
            </a:pPr>
            <a:fld id="{81D60167-4931-47E6-BA6A-407CBD079E47}" type="slidenum">
              <a:rPr dirty="0" spc="-110"/>
              <a:t>11</a:t>
            </a:fld>
            <a:r>
              <a:rPr dirty="0" spc="85"/>
              <a:t> </a:t>
            </a:r>
            <a:r>
              <a:rPr dirty="0" spc="-70"/>
              <a:t>/1</a:t>
            </a:r>
            <a:r>
              <a:rPr dirty="0" spc="20"/>
              <a:t> </a:t>
            </a:r>
            <a:r>
              <a:rPr dirty="0" spc="-50"/>
              <a:t>2</a:t>
            </a:r>
          </a:p>
        </p:txBody>
      </p:sp>
      <p:sp>
        <p:nvSpPr>
          <p:cNvPr id="74" name="object 74" descr=""/>
          <p:cNvSpPr txBox="1"/>
          <p:nvPr/>
        </p:nvSpPr>
        <p:spPr>
          <a:xfrm>
            <a:off x="4406755" y="162656"/>
            <a:ext cx="2402840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>
                <a:latin typeface="Arial Narrow"/>
                <a:cs typeface="Arial Narrow"/>
              </a:rPr>
              <a:t>Gor</a:t>
            </a:r>
            <a:r>
              <a:rPr dirty="0" sz="850" spc="75">
                <a:latin typeface="Arial Narrow"/>
                <a:cs typeface="Arial Narrow"/>
              </a:rPr>
              <a:t> </a:t>
            </a:r>
            <a:r>
              <a:rPr dirty="0" sz="850" spc="60">
                <a:latin typeface="Arial Narrow"/>
                <a:cs typeface="Arial Narrow"/>
              </a:rPr>
              <a:t>Sargsyar</a:t>
            </a:r>
            <a:r>
              <a:rPr dirty="0" sz="850" spc="155">
                <a:latin typeface="Arial Narrow"/>
                <a:cs typeface="Arial Narrow"/>
              </a:rPr>
              <a:t> </a:t>
            </a:r>
            <a:r>
              <a:rPr dirty="0" sz="850" spc="-330">
                <a:latin typeface="Arial Narrow"/>
                <a:cs typeface="Arial Narrow"/>
              </a:rPr>
              <a:t>7</a:t>
            </a:r>
            <a:r>
              <a:rPr dirty="0" sz="850" spc="200">
                <a:latin typeface="Arial Narrow"/>
                <a:cs typeface="Arial Narrow"/>
              </a:rPr>
              <a:t> </a:t>
            </a:r>
            <a:r>
              <a:rPr dirty="0" sz="850" spc="-10">
                <a:latin typeface="Arial Narrow"/>
                <a:cs typeface="Arial Narrow"/>
              </a:rPr>
              <a:t>Gi</a:t>
            </a:r>
            <a:r>
              <a:rPr dirty="0" sz="850" spc="-85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obai</a:t>
            </a:r>
            <a:r>
              <a:rPr dirty="0" sz="850" spc="105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A;</a:t>
            </a:r>
            <a:r>
              <a:rPr dirty="0" sz="850" spc="195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&amp;</a:t>
            </a:r>
            <a:r>
              <a:rPr dirty="0" sz="850" spc="95">
                <a:latin typeface="Arial Narrow"/>
                <a:cs typeface="Arial Narrow"/>
              </a:rPr>
              <a:t> </a:t>
            </a:r>
            <a:r>
              <a:rPr dirty="0" sz="850" spc="-50">
                <a:latin typeface="Arial Narrow"/>
                <a:cs typeface="Arial Narrow"/>
              </a:rPr>
              <a:t>E</a:t>
            </a:r>
            <a:r>
              <a:rPr dirty="0" sz="850" spc="-85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koron@</a:t>
            </a:r>
            <a:r>
              <a:rPr dirty="0" sz="850" spc="155">
                <a:latin typeface="Arial Narrow"/>
                <a:cs typeface="Arial Narrow"/>
              </a:rPr>
              <a:t> </a:t>
            </a:r>
            <a:r>
              <a:rPr dirty="0" sz="850" spc="-40">
                <a:latin typeface="Arial Narrow"/>
                <a:cs typeface="Arial Narrow"/>
              </a:rPr>
              <a:t>Stratej@</a:t>
            </a:r>
            <a:r>
              <a:rPr dirty="0" sz="850" spc="160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Su</a:t>
            </a:r>
            <a:r>
              <a:rPr dirty="0" sz="850" spc="-85">
                <a:latin typeface="Arial Narrow"/>
                <a:cs typeface="Arial Narrow"/>
              </a:rPr>
              <a:t> </a:t>
            </a:r>
            <a:r>
              <a:rPr dirty="0" sz="850" spc="85">
                <a:latin typeface="Arial Narrow"/>
                <a:cs typeface="Arial Narrow"/>
              </a:rPr>
              <a:t>ru</a:t>
            </a:r>
            <a:r>
              <a:rPr dirty="0" sz="850" spc="-85">
                <a:latin typeface="Arial Narrow"/>
                <a:cs typeface="Arial Narrow"/>
              </a:rPr>
              <a:t> </a:t>
            </a:r>
            <a:r>
              <a:rPr dirty="0" sz="850" spc="85">
                <a:latin typeface="Arial Narrow"/>
                <a:cs typeface="Arial Narrow"/>
              </a:rPr>
              <a:t>nu</a:t>
            </a:r>
            <a:endParaRPr sz="85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597" y="741591"/>
            <a:ext cx="1097673" cy="96431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2024151" y="737603"/>
            <a:ext cx="19050" cy="125095"/>
          </a:xfrm>
          <a:custGeom>
            <a:avLst/>
            <a:gdLst/>
            <a:ahLst/>
            <a:cxnLst/>
            <a:rect l="l" t="t" r="r" b="b"/>
            <a:pathLst>
              <a:path w="19050" h="125094">
                <a:moveTo>
                  <a:pt x="19050" y="124661"/>
                </a:moveTo>
                <a:lnTo>
                  <a:pt x="19050" y="0"/>
                </a:lnTo>
                <a:lnTo>
                  <a:pt x="0" y="0"/>
                </a:lnTo>
                <a:lnTo>
                  <a:pt x="0" y="124661"/>
                </a:lnTo>
                <a:lnTo>
                  <a:pt x="19050" y="124661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2097151" y="741590"/>
            <a:ext cx="661670" cy="96520"/>
          </a:xfrm>
          <a:custGeom>
            <a:avLst/>
            <a:gdLst/>
            <a:ahLst/>
            <a:cxnLst/>
            <a:rect l="l" t="t" r="r" b="b"/>
            <a:pathLst>
              <a:path w="661669" h="96519">
                <a:moveTo>
                  <a:pt x="88963" y="16522"/>
                </a:moveTo>
                <a:lnTo>
                  <a:pt x="84518" y="11099"/>
                </a:lnTo>
                <a:lnTo>
                  <a:pt x="79032" y="6997"/>
                </a:lnTo>
                <a:lnTo>
                  <a:pt x="65989" y="1397"/>
                </a:lnTo>
                <a:lnTo>
                  <a:pt x="58686" y="0"/>
                </a:lnTo>
                <a:lnTo>
                  <a:pt x="43319" y="0"/>
                </a:lnTo>
                <a:lnTo>
                  <a:pt x="6324" y="23037"/>
                </a:lnTo>
                <a:lnTo>
                  <a:pt x="0" y="41198"/>
                </a:lnTo>
                <a:lnTo>
                  <a:pt x="0" y="55232"/>
                </a:lnTo>
                <a:lnTo>
                  <a:pt x="24257" y="90551"/>
                </a:lnTo>
                <a:lnTo>
                  <a:pt x="43281" y="96431"/>
                </a:lnTo>
                <a:lnTo>
                  <a:pt x="50469" y="96431"/>
                </a:lnTo>
                <a:lnTo>
                  <a:pt x="58635" y="96431"/>
                </a:lnTo>
                <a:lnTo>
                  <a:pt x="65989" y="95008"/>
                </a:lnTo>
                <a:lnTo>
                  <a:pt x="79032" y="89331"/>
                </a:lnTo>
                <a:lnTo>
                  <a:pt x="84518" y="85204"/>
                </a:lnTo>
                <a:lnTo>
                  <a:pt x="88963" y="79781"/>
                </a:lnTo>
                <a:lnTo>
                  <a:pt x="75107" y="66992"/>
                </a:lnTo>
                <a:lnTo>
                  <a:pt x="71907" y="70726"/>
                </a:lnTo>
                <a:lnTo>
                  <a:pt x="68364" y="73507"/>
                </a:lnTo>
                <a:lnTo>
                  <a:pt x="60553" y="77139"/>
                </a:lnTo>
                <a:lnTo>
                  <a:pt x="56286" y="78054"/>
                </a:lnTo>
                <a:lnTo>
                  <a:pt x="47320" y="78054"/>
                </a:lnTo>
                <a:lnTo>
                  <a:pt x="21831" y="52654"/>
                </a:lnTo>
                <a:lnTo>
                  <a:pt x="21831" y="43776"/>
                </a:lnTo>
                <a:lnTo>
                  <a:pt x="47320" y="18389"/>
                </a:lnTo>
                <a:lnTo>
                  <a:pt x="56286" y="18389"/>
                </a:lnTo>
                <a:lnTo>
                  <a:pt x="60553" y="19291"/>
                </a:lnTo>
                <a:lnTo>
                  <a:pt x="68364" y="22936"/>
                </a:lnTo>
                <a:lnTo>
                  <a:pt x="71907" y="25666"/>
                </a:lnTo>
                <a:lnTo>
                  <a:pt x="75107" y="29311"/>
                </a:lnTo>
                <a:lnTo>
                  <a:pt x="88963" y="16522"/>
                </a:lnTo>
                <a:close/>
              </a:path>
              <a:path w="661669" h="96519">
                <a:moveTo>
                  <a:pt x="194132" y="41198"/>
                </a:moveTo>
                <a:lnTo>
                  <a:pt x="172516" y="7721"/>
                </a:lnTo>
                <a:lnTo>
                  <a:pt x="172516" y="43776"/>
                </a:lnTo>
                <a:lnTo>
                  <a:pt x="172516" y="52654"/>
                </a:lnTo>
                <a:lnTo>
                  <a:pt x="138988" y="78181"/>
                </a:lnTo>
                <a:lnTo>
                  <a:pt x="135153" y="77457"/>
                </a:lnTo>
                <a:lnTo>
                  <a:pt x="114084" y="52578"/>
                </a:lnTo>
                <a:lnTo>
                  <a:pt x="114084" y="43700"/>
                </a:lnTo>
                <a:lnTo>
                  <a:pt x="147421" y="18249"/>
                </a:lnTo>
                <a:lnTo>
                  <a:pt x="151333" y="18986"/>
                </a:lnTo>
                <a:lnTo>
                  <a:pt x="172516" y="43776"/>
                </a:lnTo>
                <a:lnTo>
                  <a:pt x="172516" y="7721"/>
                </a:lnTo>
                <a:lnTo>
                  <a:pt x="169773" y="5994"/>
                </a:lnTo>
                <a:lnTo>
                  <a:pt x="157441" y="1206"/>
                </a:lnTo>
                <a:lnTo>
                  <a:pt x="151333" y="177"/>
                </a:lnTo>
                <a:lnTo>
                  <a:pt x="135978" y="50"/>
                </a:lnTo>
                <a:lnTo>
                  <a:pt x="129247" y="1219"/>
                </a:lnTo>
                <a:lnTo>
                  <a:pt x="93687" y="34925"/>
                </a:lnTo>
                <a:lnTo>
                  <a:pt x="92417" y="41300"/>
                </a:lnTo>
                <a:lnTo>
                  <a:pt x="92417" y="54610"/>
                </a:lnTo>
                <a:lnTo>
                  <a:pt x="93687" y="60985"/>
                </a:lnTo>
                <a:lnTo>
                  <a:pt x="93687" y="61226"/>
                </a:lnTo>
                <a:lnTo>
                  <a:pt x="129247" y="95123"/>
                </a:lnTo>
                <a:lnTo>
                  <a:pt x="135978" y="96304"/>
                </a:lnTo>
                <a:lnTo>
                  <a:pt x="151333" y="96278"/>
                </a:lnTo>
                <a:lnTo>
                  <a:pt x="187845" y="73367"/>
                </a:lnTo>
                <a:lnTo>
                  <a:pt x="194132" y="55143"/>
                </a:lnTo>
                <a:lnTo>
                  <a:pt x="194132" y="41198"/>
                </a:lnTo>
                <a:close/>
              </a:path>
              <a:path w="661669" h="96519">
                <a:moveTo>
                  <a:pt x="296062" y="1600"/>
                </a:moveTo>
                <a:lnTo>
                  <a:pt x="274751" y="1600"/>
                </a:lnTo>
                <a:lnTo>
                  <a:pt x="274751" y="58153"/>
                </a:lnTo>
                <a:lnTo>
                  <a:pt x="228396" y="1600"/>
                </a:lnTo>
                <a:lnTo>
                  <a:pt x="210553" y="1600"/>
                </a:lnTo>
                <a:lnTo>
                  <a:pt x="210553" y="94830"/>
                </a:lnTo>
                <a:lnTo>
                  <a:pt x="223202" y="94830"/>
                </a:lnTo>
                <a:lnTo>
                  <a:pt x="231863" y="94830"/>
                </a:lnTo>
                <a:lnTo>
                  <a:pt x="231863" y="38265"/>
                </a:lnTo>
                <a:lnTo>
                  <a:pt x="274751" y="90462"/>
                </a:lnTo>
                <a:lnTo>
                  <a:pt x="278345" y="94830"/>
                </a:lnTo>
                <a:lnTo>
                  <a:pt x="283413" y="94830"/>
                </a:lnTo>
                <a:lnTo>
                  <a:pt x="296062" y="94830"/>
                </a:lnTo>
                <a:lnTo>
                  <a:pt x="296062" y="1600"/>
                </a:lnTo>
                <a:close/>
              </a:path>
              <a:path w="661669" h="96519">
                <a:moveTo>
                  <a:pt x="388416" y="1600"/>
                </a:moveTo>
                <a:lnTo>
                  <a:pt x="359206" y="1600"/>
                </a:lnTo>
                <a:lnTo>
                  <a:pt x="337616" y="1600"/>
                </a:lnTo>
                <a:lnTo>
                  <a:pt x="307136" y="1600"/>
                </a:lnTo>
                <a:lnTo>
                  <a:pt x="307136" y="19177"/>
                </a:lnTo>
                <a:lnTo>
                  <a:pt x="337616" y="19177"/>
                </a:lnTo>
                <a:lnTo>
                  <a:pt x="337616" y="94830"/>
                </a:lnTo>
                <a:lnTo>
                  <a:pt x="359206" y="94830"/>
                </a:lnTo>
                <a:lnTo>
                  <a:pt x="359206" y="19177"/>
                </a:lnTo>
                <a:lnTo>
                  <a:pt x="388416" y="19177"/>
                </a:lnTo>
                <a:lnTo>
                  <a:pt x="388416" y="1600"/>
                </a:lnTo>
                <a:close/>
              </a:path>
              <a:path w="661669" h="96519">
                <a:moveTo>
                  <a:pt x="488124" y="94830"/>
                </a:moveTo>
                <a:lnTo>
                  <a:pt x="450405" y="10490"/>
                </a:lnTo>
                <a:lnTo>
                  <a:pt x="450405" y="58470"/>
                </a:lnTo>
                <a:lnTo>
                  <a:pt x="420789" y="58470"/>
                </a:lnTo>
                <a:lnTo>
                  <a:pt x="431380" y="33020"/>
                </a:lnTo>
                <a:lnTo>
                  <a:pt x="435622" y="22796"/>
                </a:lnTo>
                <a:lnTo>
                  <a:pt x="439902" y="33096"/>
                </a:lnTo>
                <a:lnTo>
                  <a:pt x="450405" y="58470"/>
                </a:lnTo>
                <a:lnTo>
                  <a:pt x="450405" y="10490"/>
                </a:lnTo>
                <a:lnTo>
                  <a:pt x="446430" y="1600"/>
                </a:lnTo>
                <a:lnTo>
                  <a:pt x="425119" y="1600"/>
                </a:lnTo>
                <a:lnTo>
                  <a:pt x="383565" y="94830"/>
                </a:lnTo>
                <a:lnTo>
                  <a:pt x="404342" y="94830"/>
                </a:lnTo>
                <a:lnTo>
                  <a:pt x="405676" y="94830"/>
                </a:lnTo>
                <a:lnTo>
                  <a:pt x="413981" y="74853"/>
                </a:lnTo>
                <a:lnTo>
                  <a:pt x="457200" y="74853"/>
                </a:lnTo>
                <a:lnTo>
                  <a:pt x="463880" y="90970"/>
                </a:lnTo>
                <a:lnTo>
                  <a:pt x="465480" y="94830"/>
                </a:lnTo>
                <a:lnTo>
                  <a:pt x="488124" y="94830"/>
                </a:lnTo>
                <a:close/>
              </a:path>
              <a:path w="661669" h="96519">
                <a:moveTo>
                  <a:pt x="579628" y="16522"/>
                </a:moveTo>
                <a:lnTo>
                  <a:pt x="575183" y="11099"/>
                </a:lnTo>
                <a:lnTo>
                  <a:pt x="569696" y="6997"/>
                </a:lnTo>
                <a:lnTo>
                  <a:pt x="556653" y="1397"/>
                </a:lnTo>
                <a:lnTo>
                  <a:pt x="549351" y="0"/>
                </a:lnTo>
                <a:lnTo>
                  <a:pt x="533984" y="0"/>
                </a:lnTo>
                <a:lnTo>
                  <a:pt x="496989" y="23037"/>
                </a:lnTo>
                <a:lnTo>
                  <a:pt x="490651" y="41198"/>
                </a:lnTo>
                <a:lnTo>
                  <a:pt x="490651" y="55232"/>
                </a:lnTo>
                <a:lnTo>
                  <a:pt x="514908" y="90551"/>
                </a:lnTo>
                <a:lnTo>
                  <a:pt x="533946" y="96431"/>
                </a:lnTo>
                <a:lnTo>
                  <a:pt x="541134" y="96431"/>
                </a:lnTo>
                <a:lnTo>
                  <a:pt x="549300" y="96431"/>
                </a:lnTo>
                <a:lnTo>
                  <a:pt x="556653" y="95008"/>
                </a:lnTo>
                <a:lnTo>
                  <a:pt x="569696" y="89331"/>
                </a:lnTo>
                <a:lnTo>
                  <a:pt x="575183" y="85204"/>
                </a:lnTo>
                <a:lnTo>
                  <a:pt x="579628" y="79781"/>
                </a:lnTo>
                <a:lnTo>
                  <a:pt x="565772" y="66992"/>
                </a:lnTo>
                <a:lnTo>
                  <a:pt x="562571" y="70726"/>
                </a:lnTo>
                <a:lnTo>
                  <a:pt x="559028" y="73507"/>
                </a:lnTo>
                <a:lnTo>
                  <a:pt x="551205" y="77139"/>
                </a:lnTo>
                <a:lnTo>
                  <a:pt x="546950" y="78054"/>
                </a:lnTo>
                <a:lnTo>
                  <a:pt x="537984" y="78054"/>
                </a:lnTo>
                <a:lnTo>
                  <a:pt x="512495" y="52654"/>
                </a:lnTo>
                <a:lnTo>
                  <a:pt x="512495" y="43776"/>
                </a:lnTo>
                <a:lnTo>
                  <a:pt x="537984" y="18389"/>
                </a:lnTo>
                <a:lnTo>
                  <a:pt x="546950" y="18389"/>
                </a:lnTo>
                <a:lnTo>
                  <a:pt x="551205" y="19291"/>
                </a:lnTo>
                <a:lnTo>
                  <a:pt x="559028" y="22936"/>
                </a:lnTo>
                <a:lnTo>
                  <a:pt x="562571" y="25666"/>
                </a:lnTo>
                <a:lnTo>
                  <a:pt x="565772" y="29311"/>
                </a:lnTo>
                <a:lnTo>
                  <a:pt x="579628" y="16522"/>
                </a:lnTo>
                <a:close/>
              </a:path>
              <a:path w="661669" h="96519">
                <a:moveTo>
                  <a:pt x="661466" y="1600"/>
                </a:moveTo>
                <a:lnTo>
                  <a:pt x="632256" y="1600"/>
                </a:lnTo>
                <a:lnTo>
                  <a:pt x="610666" y="1600"/>
                </a:lnTo>
                <a:lnTo>
                  <a:pt x="580186" y="1600"/>
                </a:lnTo>
                <a:lnTo>
                  <a:pt x="580186" y="19177"/>
                </a:lnTo>
                <a:lnTo>
                  <a:pt x="610666" y="19177"/>
                </a:lnTo>
                <a:lnTo>
                  <a:pt x="610666" y="94830"/>
                </a:lnTo>
                <a:lnTo>
                  <a:pt x="632256" y="94830"/>
                </a:lnTo>
                <a:lnTo>
                  <a:pt x="632256" y="19177"/>
                </a:lnTo>
                <a:lnTo>
                  <a:pt x="661466" y="19177"/>
                </a:lnTo>
                <a:lnTo>
                  <a:pt x="661466" y="1600"/>
                </a:lnTo>
                <a:close/>
              </a:path>
            </a:pathLst>
          </a:custGeom>
          <a:solidFill>
            <a:srgbClr val="0E16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7595647" y="694797"/>
            <a:ext cx="266700" cy="183515"/>
            <a:chOff x="7595647" y="694797"/>
            <a:chExt cx="266700" cy="183515"/>
          </a:xfrm>
        </p:grpSpPr>
        <p:sp>
          <p:nvSpPr>
            <p:cNvPr id="6" name="object 6" descr=""/>
            <p:cNvSpPr/>
            <p:nvPr/>
          </p:nvSpPr>
          <p:spPr>
            <a:xfrm>
              <a:off x="7599832" y="699096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258064" y="149529"/>
                  </a:moveTo>
                  <a:lnTo>
                    <a:pt x="258064" y="25273"/>
                  </a:lnTo>
                  <a:lnTo>
                    <a:pt x="257302" y="21551"/>
                  </a:lnTo>
                  <a:lnTo>
                    <a:pt x="232765" y="0"/>
                  </a:lnTo>
                  <a:lnTo>
                    <a:pt x="25272" y="0"/>
                  </a:lnTo>
                  <a:lnTo>
                    <a:pt x="0" y="25273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73" y="174802"/>
                  </a:lnTo>
                  <a:lnTo>
                    <a:pt x="232765" y="174802"/>
                  </a:lnTo>
                  <a:lnTo>
                    <a:pt x="257302" y="153238"/>
                  </a:lnTo>
                  <a:lnTo>
                    <a:pt x="258064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599807" y="698957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35"/>
                  </a:lnTo>
                  <a:lnTo>
                    <a:pt x="21551" y="736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8917" y="0"/>
                  </a:lnTo>
                  <a:lnTo>
                    <a:pt x="232778" y="0"/>
                  </a:lnTo>
                  <a:lnTo>
                    <a:pt x="236499" y="736"/>
                  </a:lnTo>
                  <a:lnTo>
                    <a:pt x="240055" y="2235"/>
                  </a:lnTo>
                  <a:lnTo>
                    <a:pt x="243636" y="3657"/>
                  </a:lnTo>
                  <a:lnTo>
                    <a:pt x="258051" y="25298"/>
                  </a:lnTo>
                  <a:lnTo>
                    <a:pt x="258051" y="29133"/>
                  </a:lnTo>
                  <a:lnTo>
                    <a:pt x="258051" y="145669"/>
                  </a:lnTo>
                  <a:lnTo>
                    <a:pt x="258051" y="149491"/>
                  </a:lnTo>
                  <a:lnTo>
                    <a:pt x="257302" y="153238"/>
                  </a:lnTo>
                  <a:lnTo>
                    <a:pt x="255828" y="156819"/>
                  </a:lnTo>
                  <a:lnTo>
                    <a:pt x="254355" y="160401"/>
                  </a:lnTo>
                  <a:lnTo>
                    <a:pt x="252247" y="163576"/>
                  </a:lnTo>
                  <a:lnTo>
                    <a:pt x="249516" y="166230"/>
                  </a:lnTo>
                  <a:lnTo>
                    <a:pt x="246786" y="168973"/>
                  </a:lnTo>
                  <a:lnTo>
                    <a:pt x="243636" y="171056"/>
                  </a:lnTo>
                  <a:lnTo>
                    <a:pt x="240055" y="172554"/>
                  </a:lnTo>
                  <a:lnTo>
                    <a:pt x="236499" y="174053"/>
                  </a:lnTo>
                  <a:lnTo>
                    <a:pt x="232778" y="174802"/>
                  </a:lnTo>
                  <a:lnTo>
                    <a:pt x="228917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056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76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38"/>
                  </a:lnTo>
                  <a:lnTo>
                    <a:pt x="0" y="149491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75092" y="755408"/>
              <a:ext cx="112395" cy="64376"/>
            </a:xfrm>
            <a:prstGeom prst="rect">
              <a:avLst/>
            </a:prstGeom>
          </p:spPr>
        </p:pic>
      </p:grpSp>
      <p:grpSp>
        <p:nvGrpSpPr>
          <p:cNvPr id="9" name="object 9" descr=""/>
          <p:cNvGrpSpPr/>
          <p:nvPr/>
        </p:nvGrpSpPr>
        <p:grpSpPr>
          <a:xfrm>
            <a:off x="7928616" y="694797"/>
            <a:ext cx="274955" cy="183515"/>
            <a:chOff x="7928616" y="694797"/>
            <a:chExt cx="274955" cy="183515"/>
          </a:xfrm>
        </p:grpSpPr>
        <p:sp>
          <p:nvSpPr>
            <p:cNvPr id="10" name="object 10" descr=""/>
            <p:cNvSpPr/>
            <p:nvPr/>
          </p:nvSpPr>
          <p:spPr>
            <a:xfrm>
              <a:off x="7932800" y="699096"/>
              <a:ext cx="266700" cy="175260"/>
            </a:xfrm>
            <a:custGeom>
              <a:avLst/>
              <a:gdLst/>
              <a:ahLst/>
              <a:cxnLst/>
              <a:rect l="l" t="t" r="r" b="b"/>
              <a:pathLst>
                <a:path w="266700" h="175259">
                  <a:moveTo>
                    <a:pt x="266395" y="149529"/>
                  </a:moveTo>
                  <a:lnTo>
                    <a:pt x="266395" y="25273"/>
                  </a:lnTo>
                  <a:lnTo>
                    <a:pt x="265633" y="21551"/>
                  </a:lnTo>
                  <a:lnTo>
                    <a:pt x="241096" y="0"/>
                  </a:lnTo>
                  <a:lnTo>
                    <a:pt x="25298" y="0"/>
                  </a:lnTo>
                  <a:lnTo>
                    <a:pt x="0" y="25273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98" y="174802"/>
                  </a:lnTo>
                  <a:lnTo>
                    <a:pt x="241096" y="174802"/>
                  </a:lnTo>
                  <a:lnTo>
                    <a:pt x="265633" y="153238"/>
                  </a:lnTo>
                  <a:lnTo>
                    <a:pt x="266395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932775" y="698957"/>
              <a:ext cx="266700" cy="175260"/>
            </a:xfrm>
            <a:custGeom>
              <a:avLst/>
              <a:gdLst/>
              <a:ahLst/>
              <a:cxnLst/>
              <a:rect l="l" t="t" r="r" b="b"/>
              <a:pathLst>
                <a:path w="266700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35"/>
                  </a:lnTo>
                  <a:lnTo>
                    <a:pt x="21551" y="736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37236" y="0"/>
                  </a:lnTo>
                  <a:lnTo>
                    <a:pt x="241096" y="0"/>
                  </a:lnTo>
                  <a:lnTo>
                    <a:pt x="244817" y="736"/>
                  </a:lnTo>
                  <a:lnTo>
                    <a:pt x="248386" y="2235"/>
                  </a:lnTo>
                  <a:lnTo>
                    <a:pt x="251955" y="3657"/>
                  </a:lnTo>
                  <a:lnTo>
                    <a:pt x="264147" y="17970"/>
                  </a:lnTo>
                  <a:lnTo>
                    <a:pt x="265633" y="21551"/>
                  </a:lnTo>
                  <a:lnTo>
                    <a:pt x="266369" y="25298"/>
                  </a:lnTo>
                  <a:lnTo>
                    <a:pt x="266369" y="29133"/>
                  </a:lnTo>
                  <a:lnTo>
                    <a:pt x="266369" y="145669"/>
                  </a:lnTo>
                  <a:lnTo>
                    <a:pt x="266369" y="149491"/>
                  </a:lnTo>
                  <a:lnTo>
                    <a:pt x="265633" y="153238"/>
                  </a:lnTo>
                  <a:lnTo>
                    <a:pt x="264147" y="156819"/>
                  </a:lnTo>
                  <a:lnTo>
                    <a:pt x="262674" y="160401"/>
                  </a:lnTo>
                  <a:lnTo>
                    <a:pt x="260565" y="163576"/>
                  </a:lnTo>
                  <a:lnTo>
                    <a:pt x="257835" y="166230"/>
                  </a:lnTo>
                  <a:lnTo>
                    <a:pt x="255104" y="168973"/>
                  </a:lnTo>
                  <a:lnTo>
                    <a:pt x="251955" y="171056"/>
                  </a:lnTo>
                  <a:lnTo>
                    <a:pt x="248386" y="172554"/>
                  </a:lnTo>
                  <a:lnTo>
                    <a:pt x="244817" y="174053"/>
                  </a:lnTo>
                  <a:lnTo>
                    <a:pt x="241096" y="174802"/>
                  </a:lnTo>
                  <a:lnTo>
                    <a:pt x="237236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056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76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38"/>
                  </a:lnTo>
                  <a:lnTo>
                    <a:pt x="0" y="149491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12353" y="755408"/>
              <a:ext cx="108584" cy="64376"/>
            </a:xfrm>
            <a:prstGeom prst="rect">
              <a:avLst/>
            </a:prstGeom>
          </p:spPr>
        </p:pic>
      </p:grpSp>
      <p:grpSp>
        <p:nvGrpSpPr>
          <p:cNvPr id="13" name="object 13" descr=""/>
          <p:cNvGrpSpPr/>
          <p:nvPr/>
        </p:nvGrpSpPr>
        <p:grpSpPr>
          <a:xfrm>
            <a:off x="8269903" y="694797"/>
            <a:ext cx="258445" cy="183515"/>
            <a:chOff x="8269903" y="694797"/>
            <a:chExt cx="258445" cy="183515"/>
          </a:xfrm>
        </p:grpSpPr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74101" y="699096"/>
              <a:ext cx="249707" cy="174802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8274062" y="698957"/>
              <a:ext cx="250190" cy="175260"/>
            </a:xfrm>
            <a:custGeom>
              <a:avLst/>
              <a:gdLst/>
              <a:ahLst/>
              <a:cxnLst/>
              <a:rect l="l" t="t" r="r" b="b"/>
              <a:pathLst>
                <a:path w="250190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35"/>
                  </a:lnTo>
                  <a:lnTo>
                    <a:pt x="21551" y="736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0586" y="0"/>
                  </a:lnTo>
                  <a:lnTo>
                    <a:pt x="224447" y="0"/>
                  </a:lnTo>
                  <a:lnTo>
                    <a:pt x="228168" y="736"/>
                  </a:lnTo>
                  <a:lnTo>
                    <a:pt x="231736" y="2235"/>
                  </a:lnTo>
                  <a:lnTo>
                    <a:pt x="235305" y="3657"/>
                  </a:lnTo>
                  <a:lnTo>
                    <a:pt x="247497" y="17970"/>
                  </a:lnTo>
                  <a:lnTo>
                    <a:pt x="248983" y="21551"/>
                  </a:lnTo>
                  <a:lnTo>
                    <a:pt x="249720" y="25298"/>
                  </a:lnTo>
                  <a:lnTo>
                    <a:pt x="249720" y="29133"/>
                  </a:lnTo>
                  <a:lnTo>
                    <a:pt x="249720" y="145669"/>
                  </a:lnTo>
                  <a:lnTo>
                    <a:pt x="249720" y="149491"/>
                  </a:lnTo>
                  <a:lnTo>
                    <a:pt x="248983" y="153238"/>
                  </a:lnTo>
                  <a:lnTo>
                    <a:pt x="247497" y="156819"/>
                  </a:lnTo>
                  <a:lnTo>
                    <a:pt x="246024" y="160401"/>
                  </a:lnTo>
                  <a:lnTo>
                    <a:pt x="243916" y="163576"/>
                  </a:lnTo>
                  <a:lnTo>
                    <a:pt x="241198" y="166230"/>
                  </a:lnTo>
                  <a:lnTo>
                    <a:pt x="238455" y="168973"/>
                  </a:lnTo>
                  <a:lnTo>
                    <a:pt x="235305" y="171056"/>
                  </a:lnTo>
                  <a:lnTo>
                    <a:pt x="231736" y="172554"/>
                  </a:lnTo>
                  <a:lnTo>
                    <a:pt x="228168" y="174053"/>
                  </a:lnTo>
                  <a:lnTo>
                    <a:pt x="224447" y="174802"/>
                  </a:lnTo>
                  <a:lnTo>
                    <a:pt x="220586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056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76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38"/>
                  </a:lnTo>
                  <a:lnTo>
                    <a:pt x="0" y="149491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50529" y="754405"/>
              <a:ext cx="95783" cy="66294"/>
            </a:xfrm>
            <a:prstGeom prst="rect">
              <a:avLst/>
            </a:prstGeom>
          </p:spPr>
        </p:pic>
      </p:grpSp>
      <p:grpSp>
        <p:nvGrpSpPr>
          <p:cNvPr id="17" name="object 17" descr=""/>
          <p:cNvGrpSpPr/>
          <p:nvPr/>
        </p:nvGrpSpPr>
        <p:grpSpPr>
          <a:xfrm>
            <a:off x="8594553" y="694797"/>
            <a:ext cx="266700" cy="183515"/>
            <a:chOff x="8594553" y="694797"/>
            <a:chExt cx="266700" cy="183515"/>
          </a:xfrm>
        </p:grpSpPr>
        <p:sp>
          <p:nvSpPr>
            <p:cNvPr id="18" name="object 18" descr=""/>
            <p:cNvSpPr/>
            <p:nvPr/>
          </p:nvSpPr>
          <p:spPr>
            <a:xfrm>
              <a:off x="8598712" y="699096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258089" y="149529"/>
                  </a:moveTo>
                  <a:lnTo>
                    <a:pt x="258089" y="25273"/>
                  </a:lnTo>
                  <a:lnTo>
                    <a:pt x="257327" y="21551"/>
                  </a:lnTo>
                  <a:lnTo>
                    <a:pt x="232790" y="0"/>
                  </a:lnTo>
                  <a:lnTo>
                    <a:pt x="25298" y="0"/>
                  </a:lnTo>
                  <a:lnTo>
                    <a:pt x="0" y="25273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98" y="174802"/>
                  </a:lnTo>
                  <a:lnTo>
                    <a:pt x="232790" y="174802"/>
                  </a:lnTo>
                  <a:lnTo>
                    <a:pt x="257327" y="153238"/>
                  </a:lnTo>
                  <a:lnTo>
                    <a:pt x="258089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598712" y="698957"/>
              <a:ext cx="258445" cy="175260"/>
            </a:xfrm>
            <a:custGeom>
              <a:avLst/>
              <a:gdLst/>
              <a:ahLst/>
              <a:cxnLst/>
              <a:rect l="l" t="t" r="r" b="b"/>
              <a:pathLst>
                <a:path w="258445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36" y="21551"/>
                  </a:lnTo>
                  <a:lnTo>
                    <a:pt x="17983" y="2235"/>
                  </a:lnTo>
                  <a:lnTo>
                    <a:pt x="21551" y="736"/>
                  </a:lnTo>
                  <a:lnTo>
                    <a:pt x="25272" y="0"/>
                  </a:lnTo>
                  <a:lnTo>
                    <a:pt x="29133" y="0"/>
                  </a:lnTo>
                  <a:lnTo>
                    <a:pt x="228917" y="0"/>
                  </a:lnTo>
                  <a:lnTo>
                    <a:pt x="232740" y="0"/>
                  </a:lnTo>
                  <a:lnTo>
                    <a:pt x="236486" y="736"/>
                  </a:lnTo>
                  <a:lnTo>
                    <a:pt x="240068" y="2235"/>
                  </a:lnTo>
                  <a:lnTo>
                    <a:pt x="243649" y="3657"/>
                  </a:lnTo>
                  <a:lnTo>
                    <a:pt x="255803" y="17970"/>
                  </a:lnTo>
                  <a:lnTo>
                    <a:pt x="257302" y="21551"/>
                  </a:lnTo>
                  <a:lnTo>
                    <a:pt x="258051" y="25298"/>
                  </a:lnTo>
                  <a:lnTo>
                    <a:pt x="258051" y="29133"/>
                  </a:lnTo>
                  <a:lnTo>
                    <a:pt x="258051" y="145669"/>
                  </a:lnTo>
                  <a:lnTo>
                    <a:pt x="258051" y="149491"/>
                  </a:lnTo>
                  <a:lnTo>
                    <a:pt x="257302" y="153238"/>
                  </a:lnTo>
                  <a:lnTo>
                    <a:pt x="255803" y="156819"/>
                  </a:lnTo>
                  <a:lnTo>
                    <a:pt x="254381" y="160401"/>
                  </a:lnTo>
                  <a:lnTo>
                    <a:pt x="252222" y="163576"/>
                  </a:lnTo>
                  <a:lnTo>
                    <a:pt x="249478" y="166230"/>
                  </a:lnTo>
                  <a:lnTo>
                    <a:pt x="246811" y="168973"/>
                  </a:lnTo>
                  <a:lnTo>
                    <a:pt x="243649" y="171056"/>
                  </a:lnTo>
                  <a:lnTo>
                    <a:pt x="240068" y="172554"/>
                  </a:lnTo>
                  <a:lnTo>
                    <a:pt x="236486" y="174053"/>
                  </a:lnTo>
                  <a:lnTo>
                    <a:pt x="232740" y="174802"/>
                  </a:lnTo>
                  <a:lnTo>
                    <a:pt x="228917" y="174802"/>
                  </a:lnTo>
                  <a:lnTo>
                    <a:pt x="29133" y="174802"/>
                  </a:lnTo>
                  <a:lnTo>
                    <a:pt x="25273" y="174802"/>
                  </a:lnTo>
                  <a:lnTo>
                    <a:pt x="21551" y="174053"/>
                  </a:lnTo>
                  <a:lnTo>
                    <a:pt x="17983" y="172554"/>
                  </a:lnTo>
                  <a:lnTo>
                    <a:pt x="14414" y="171056"/>
                  </a:lnTo>
                  <a:lnTo>
                    <a:pt x="11264" y="168973"/>
                  </a:lnTo>
                  <a:lnTo>
                    <a:pt x="8534" y="166230"/>
                  </a:lnTo>
                  <a:lnTo>
                    <a:pt x="5803" y="163576"/>
                  </a:lnTo>
                  <a:lnTo>
                    <a:pt x="3695" y="160401"/>
                  </a:lnTo>
                  <a:lnTo>
                    <a:pt x="2209" y="156819"/>
                  </a:lnTo>
                  <a:lnTo>
                    <a:pt x="736" y="153238"/>
                  </a:lnTo>
                  <a:lnTo>
                    <a:pt x="0" y="149491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72550" y="755408"/>
              <a:ext cx="108585" cy="65290"/>
            </a:xfrm>
            <a:prstGeom prst="rect">
              <a:avLst/>
            </a:prstGeom>
          </p:spPr>
        </p:pic>
      </p:grpSp>
      <p:grpSp>
        <p:nvGrpSpPr>
          <p:cNvPr id="21" name="object 21" descr=""/>
          <p:cNvGrpSpPr/>
          <p:nvPr/>
        </p:nvGrpSpPr>
        <p:grpSpPr>
          <a:xfrm>
            <a:off x="8927522" y="694797"/>
            <a:ext cx="283210" cy="183515"/>
            <a:chOff x="8927522" y="694797"/>
            <a:chExt cx="283210" cy="183515"/>
          </a:xfrm>
        </p:grpSpPr>
        <p:sp>
          <p:nvSpPr>
            <p:cNvPr id="22" name="object 22" descr=""/>
            <p:cNvSpPr/>
            <p:nvPr/>
          </p:nvSpPr>
          <p:spPr>
            <a:xfrm>
              <a:off x="8931707" y="699096"/>
              <a:ext cx="274955" cy="175260"/>
            </a:xfrm>
            <a:custGeom>
              <a:avLst/>
              <a:gdLst/>
              <a:ahLst/>
              <a:cxnLst/>
              <a:rect l="l" t="t" r="r" b="b"/>
              <a:pathLst>
                <a:path w="274954" h="175259">
                  <a:moveTo>
                    <a:pt x="274701" y="149529"/>
                  </a:moveTo>
                  <a:lnTo>
                    <a:pt x="274701" y="25273"/>
                  </a:lnTo>
                  <a:lnTo>
                    <a:pt x="273939" y="21551"/>
                  </a:lnTo>
                  <a:lnTo>
                    <a:pt x="249402" y="0"/>
                  </a:lnTo>
                  <a:lnTo>
                    <a:pt x="25222" y="0"/>
                  </a:lnTo>
                  <a:lnTo>
                    <a:pt x="0" y="25273"/>
                  </a:lnTo>
                  <a:lnTo>
                    <a:pt x="0" y="145669"/>
                  </a:lnTo>
                  <a:lnTo>
                    <a:pt x="0" y="149529"/>
                  </a:lnTo>
                  <a:lnTo>
                    <a:pt x="25222" y="174802"/>
                  </a:lnTo>
                  <a:lnTo>
                    <a:pt x="249402" y="174802"/>
                  </a:lnTo>
                  <a:lnTo>
                    <a:pt x="273939" y="153238"/>
                  </a:lnTo>
                  <a:lnTo>
                    <a:pt x="274701" y="149529"/>
                  </a:lnTo>
                  <a:close/>
                </a:path>
              </a:pathLst>
            </a:custGeom>
            <a:solidFill>
              <a:srgbClr val="F1F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931681" y="698957"/>
              <a:ext cx="274955" cy="175260"/>
            </a:xfrm>
            <a:custGeom>
              <a:avLst/>
              <a:gdLst/>
              <a:ahLst/>
              <a:cxnLst/>
              <a:rect l="l" t="t" r="r" b="b"/>
              <a:pathLst>
                <a:path w="274954" h="175259">
                  <a:moveTo>
                    <a:pt x="0" y="145669"/>
                  </a:moveTo>
                  <a:lnTo>
                    <a:pt x="0" y="29133"/>
                  </a:lnTo>
                  <a:lnTo>
                    <a:pt x="0" y="25298"/>
                  </a:lnTo>
                  <a:lnTo>
                    <a:pt x="749" y="21551"/>
                  </a:lnTo>
                  <a:lnTo>
                    <a:pt x="2247" y="17970"/>
                  </a:lnTo>
                  <a:lnTo>
                    <a:pt x="3657" y="14401"/>
                  </a:lnTo>
                  <a:lnTo>
                    <a:pt x="17983" y="2235"/>
                  </a:lnTo>
                  <a:lnTo>
                    <a:pt x="21564" y="736"/>
                  </a:lnTo>
                  <a:lnTo>
                    <a:pt x="25298" y="0"/>
                  </a:lnTo>
                  <a:lnTo>
                    <a:pt x="29133" y="0"/>
                  </a:lnTo>
                  <a:lnTo>
                    <a:pt x="245567" y="0"/>
                  </a:lnTo>
                  <a:lnTo>
                    <a:pt x="249389" y="0"/>
                  </a:lnTo>
                  <a:lnTo>
                    <a:pt x="253136" y="736"/>
                  </a:lnTo>
                  <a:lnTo>
                    <a:pt x="256717" y="2235"/>
                  </a:lnTo>
                  <a:lnTo>
                    <a:pt x="260299" y="3657"/>
                  </a:lnTo>
                  <a:lnTo>
                    <a:pt x="272453" y="17970"/>
                  </a:lnTo>
                  <a:lnTo>
                    <a:pt x="273951" y="21551"/>
                  </a:lnTo>
                  <a:lnTo>
                    <a:pt x="274701" y="25298"/>
                  </a:lnTo>
                  <a:lnTo>
                    <a:pt x="274701" y="29133"/>
                  </a:lnTo>
                  <a:lnTo>
                    <a:pt x="274701" y="145669"/>
                  </a:lnTo>
                  <a:lnTo>
                    <a:pt x="274701" y="149491"/>
                  </a:lnTo>
                  <a:lnTo>
                    <a:pt x="273951" y="153238"/>
                  </a:lnTo>
                  <a:lnTo>
                    <a:pt x="272453" y="156819"/>
                  </a:lnTo>
                  <a:lnTo>
                    <a:pt x="271030" y="160401"/>
                  </a:lnTo>
                  <a:lnTo>
                    <a:pt x="268871" y="163576"/>
                  </a:lnTo>
                  <a:lnTo>
                    <a:pt x="266128" y="166230"/>
                  </a:lnTo>
                  <a:lnTo>
                    <a:pt x="263461" y="168973"/>
                  </a:lnTo>
                  <a:lnTo>
                    <a:pt x="260299" y="171056"/>
                  </a:lnTo>
                  <a:lnTo>
                    <a:pt x="256717" y="172554"/>
                  </a:lnTo>
                  <a:lnTo>
                    <a:pt x="253136" y="174053"/>
                  </a:lnTo>
                  <a:lnTo>
                    <a:pt x="249389" y="174802"/>
                  </a:lnTo>
                  <a:lnTo>
                    <a:pt x="245567" y="174802"/>
                  </a:lnTo>
                  <a:lnTo>
                    <a:pt x="29133" y="174802"/>
                  </a:lnTo>
                  <a:lnTo>
                    <a:pt x="25298" y="174802"/>
                  </a:lnTo>
                  <a:lnTo>
                    <a:pt x="21564" y="174053"/>
                  </a:lnTo>
                  <a:lnTo>
                    <a:pt x="17983" y="172554"/>
                  </a:lnTo>
                  <a:lnTo>
                    <a:pt x="14401" y="171056"/>
                  </a:lnTo>
                  <a:lnTo>
                    <a:pt x="11239" y="168973"/>
                  </a:lnTo>
                  <a:lnTo>
                    <a:pt x="8572" y="166230"/>
                  </a:lnTo>
                  <a:lnTo>
                    <a:pt x="5829" y="163576"/>
                  </a:lnTo>
                  <a:lnTo>
                    <a:pt x="3657" y="160401"/>
                  </a:lnTo>
                  <a:lnTo>
                    <a:pt x="2247" y="156819"/>
                  </a:lnTo>
                  <a:lnTo>
                    <a:pt x="749" y="153238"/>
                  </a:lnTo>
                  <a:lnTo>
                    <a:pt x="0" y="149491"/>
                  </a:lnTo>
                  <a:lnTo>
                    <a:pt x="0" y="145669"/>
                  </a:lnTo>
                </a:path>
              </a:pathLst>
            </a:custGeom>
            <a:ln w="8318">
              <a:solidFill>
                <a:srgbClr val="E1E7F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009964" y="755408"/>
              <a:ext cx="120015" cy="64376"/>
            </a:xfrm>
            <a:prstGeom prst="rect">
              <a:avLst/>
            </a:prstGeom>
          </p:spPr>
        </p:pic>
      </p:grpSp>
      <p:grpSp>
        <p:nvGrpSpPr>
          <p:cNvPr id="25" name="object 25" descr=""/>
          <p:cNvGrpSpPr/>
          <p:nvPr/>
        </p:nvGrpSpPr>
        <p:grpSpPr>
          <a:xfrm>
            <a:off x="1148892" y="2520543"/>
            <a:ext cx="1828164" cy="351790"/>
            <a:chOff x="1148892" y="2520543"/>
            <a:chExt cx="1828164" cy="351790"/>
          </a:xfrm>
        </p:grpSpPr>
        <p:sp>
          <p:nvSpPr>
            <p:cNvPr id="26" name="object 26" descr=""/>
            <p:cNvSpPr/>
            <p:nvPr/>
          </p:nvSpPr>
          <p:spPr>
            <a:xfrm>
              <a:off x="1148892" y="2551452"/>
              <a:ext cx="243840" cy="254635"/>
            </a:xfrm>
            <a:custGeom>
              <a:avLst/>
              <a:gdLst/>
              <a:ahLst/>
              <a:cxnLst/>
              <a:rect l="l" t="t" r="r" b="b"/>
              <a:pathLst>
                <a:path w="243840" h="254635">
                  <a:moveTo>
                    <a:pt x="243332" y="44605"/>
                  </a:moveTo>
                  <a:lnTo>
                    <a:pt x="211276" y="17787"/>
                  </a:lnTo>
                  <a:lnTo>
                    <a:pt x="169124" y="2734"/>
                  </a:lnTo>
                  <a:lnTo>
                    <a:pt x="139839" y="0"/>
                  </a:lnTo>
                  <a:lnTo>
                    <a:pt x="131622" y="38"/>
                  </a:lnTo>
                  <a:lnTo>
                    <a:pt x="81635" y="9108"/>
                  </a:lnTo>
                  <a:lnTo>
                    <a:pt x="47970" y="27434"/>
                  </a:lnTo>
                  <a:lnTo>
                    <a:pt x="15694" y="64669"/>
                  </a:lnTo>
                  <a:lnTo>
                    <a:pt x="633" y="113416"/>
                  </a:lnTo>
                  <a:lnTo>
                    <a:pt x="0" y="127104"/>
                  </a:lnTo>
                  <a:lnTo>
                    <a:pt x="633" y="140799"/>
                  </a:lnTo>
                  <a:lnTo>
                    <a:pt x="10134" y="178336"/>
                  </a:lnTo>
                  <a:lnTo>
                    <a:pt x="38277" y="218709"/>
                  </a:lnTo>
                  <a:lnTo>
                    <a:pt x="69926" y="240321"/>
                  </a:lnTo>
                  <a:lnTo>
                    <a:pt x="69926" y="127104"/>
                  </a:lnTo>
                  <a:lnTo>
                    <a:pt x="70242" y="119272"/>
                  </a:lnTo>
                  <a:lnTo>
                    <a:pt x="84855" y="81089"/>
                  </a:lnTo>
                  <a:lnTo>
                    <a:pt x="117544" y="60028"/>
                  </a:lnTo>
                  <a:lnTo>
                    <a:pt x="124418" y="58497"/>
                  </a:lnTo>
                  <a:lnTo>
                    <a:pt x="124812" y="58411"/>
                  </a:lnTo>
                  <a:lnTo>
                    <a:pt x="131622" y="57562"/>
                  </a:lnTo>
                  <a:lnTo>
                    <a:pt x="132153" y="57495"/>
                  </a:lnTo>
                  <a:lnTo>
                    <a:pt x="134950" y="57384"/>
                  </a:lnTo>
                  <a:lnTo>
                    <a:pt x="136347" y="57329"/>
                  </a:lnTo>
                  <a:lnTo>
                    <a:pt x="139153" y="57218"/>
                  </a:lnTo>
                  <a:lnTo>
                    <a:pt x="139839" y="57190"/>
                  </a:lnTo>
                  <a:lnTo>
                    <a:pt x="146797" y="57531"/>
                  </a:lnTo>
                  <a:lnTo>
                    <a:pt x="186216" y="72523"/>
                  </a:lnTo>
                  <a:lnTo>
                    <a:pt x="199275" y="84457"/>
                  </a:lnTo>
                  <a:lnTo>
                    <a:pt x="243332" y="44605"/>
                  </a:lnTo>
                  <a:close/>
                </a:path>
                <a:path w="243840" h="254635">
                  <a:moveTo>
                    <a:pt x="237731" y="223256"/>
                  </a:moveTo>
                  <a:lnTo>
                    <a:pt x="198932" y="174653"/>
                  </a:lnTo>
                  <a:lnTo>
                    <a:pt x="191439" y="180322"/>
                  </a:lnTo>
                  <a:lnTo>
                    <a:pt x="184137" y="185003"/>
                  </a:lnTo>
                  <a:lnTo>
                    <a:pt x="146797" y="196713"/>
                  </a:lnTo>
                  <a:lnTo>
                    <a:pt x="139839" y="197002"/>
                  </a:lnTo>
                  <a:lnTo>
                    <a:pt x="136347" y="196912"/>
                  </a:lnTo>
                  <a:lnTo>
                    <a:pt x="134950" y="196853"/>
                  </a:lnTo>
                  <a:lnTo>
                    <a:pt x="132153" y="196736"/>
                  </a:lnTo>
                  <a:lnTo>
                    <a:pt x="131622" y="196713"/>
                  </a:lnTo>
                  <a:lnTo>
                    <a:pt x="124812" y="195815"/>
                  </a:lnTo>
                  <a:lnTo>
                    <a:pt x="124418" y="195763"/>
                  </a:lnTo>
                  <a:lnTo>
                    <a:pt x="117819" y="194243"/>
                  </a:lnTo>
                  <a:lnTo>
                    <a:pt x="117544" y="194180"/>
                  </a:lnTo>
                  <a:lnTo>
                    <a:pt x="111175" y="192023"/>
                  </a:lnTo>
                  <a:lnTo>
                    <a:pt x="110998" y="191963"/>
                  </a:lnTo>
                  <a:lnTo>
                    <a:pt x="81064" y="167444"/>
                  </a:lnTo>
                  <a:lnTo>
                    <a:pt x="69926" y="127104"/>
                  </a:lnTo>
                  <a:lnTo>
                    <a:pt x="69926" y="240321"/>
                  </a:lnTo>
                  <a:lnTo>
                    <a:pt x="106983" y="252055"/>
                  </a:lnTo>
                  <a:lnTo>
                    <a:pt x="131622" y="254235"/>
                  </a:lnTo>
                  <a:lnTo>
                    <a:pt x="139839" y="254187"/>
                  </a:lnTo>
                  <a:lnTo>
                    <a:pt x="176555" y="249552"/>
                  </a:lnTo>
                  <a:lnTo>
                    <a:pt x="176555" y="214162"/>
                  </a:lnTo>
                  <a:lnTo>
                    <a:pt x="237731" y="223256"/>
                  </a:lnTo>
                  <a:close/>
                </a:path>
                <a:path w="243840" h="254635">
                  <a:moveTo>
                    <a:pt x="237731" y="223256"/>
                  </a:moveTo>
                  <a:lnTo>
                    <a:pt x="237731" y="121872"/>
                  </a:lnTo>
                  <a:lnTo>
                    <a:pt x="176555" y="121872"/>
                  </a:lnTo>
                  <a:lnTo>
                    <a:pt x="176555" y="188992"/>
                  </a:lnTo>
                  <a:lnTo>
                    <a:pt x="183988" y="185099"/>
                  </a:lnTo>
                  <a:lnTo>
                    <a:pt x="191439" y="180322"/>
                  </a:lnTo>
                  <a:lnTo>
                    <a:pt x="198932" y="174653"/>
                  </a:lnTo>
                  <a:lnTo>
                    <a:pt x="237731" y="223256"/>
                  </a:lnTo>
                  <a:close/>
                </a:path>
                <a:path w="243840" h="254635">
                  <a:moveTo>
                    <a:pt x="237731" y="223256"/>
                  </a:moveTo>
                  <a:lnTo>
                    <a:pt x="176555" y="214162"/>
                  </a:lnTo>
                  <a:lnTo>
                    <a:pt x="176555" y="249552"/>
                  </a:lnTo>
                  <a:lnTo>
                    <a:pt x="215098" y="236541"/>
                  </a:lnTo>
                  <a:lnTo>
                    <a:pt x="237731" y="223256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15656" y="2608287"/>
              <a:ext cx="205460" cy="195783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51990" y="2520543"/>
              <a:ext cx="1324724" cy="351358"/>
            </a:xfrm>
            <a:prstGeom prst="rect">
              <a:avLst/>
            </a:prstGeom>
          </p:spPr>
        </p:pic>
      </p:grpSp>
      <p:grpSp>
        <p:nvGrpSpPr>
          <p:cNvPr id="29" name="object 29" descr=""/>
          <p:cNvGrpSpPr/>
          <p:nvPr/>
        </p:nvGrpSpPr>
        <p:grpSpPr>
          <a:xfrm>
            <a:off x="3110953" y="2551658"/>
            <a:ext cx="1492250" cy="254000"/>
            <a:chOff x="3110953" y="2551658"/>
            <a:chExt cx="1492250" cy="254000"/>
          </a:xfrm>
        </p:grpSpPr>
        <p:sp>
          <p:nvSpPr>
            <p:cNvPr id="30" name="object 30" descr=""/>
            <p:cNvSpPr/>
            <p:nvPr/>
          </p:nvSpPr>
          <p:spPr>
            <a:xfrm>
              <a:off x="3110953" y="2551658"/>
              <a:ext cx="271145" cy="254000"/>
            </a:xfrm>
            <a:custGeom>
              <a:avLst/>
              <a:gdLst/>
              <a:ahLst/>
              <a:cxnLst/>
              <a:rect l="l" t="t" r="r" b="b"/>
              <a:pathLst>
                <a:path w="271145" h="254000">
                  <a:moveTo>
                    <a:pt x="270954" y="126911"/>
                  </a:moveTo>
                  <a:lnTo>
                    <a:pt x="265577" y="88033"/>
                  </a:lnTo>
                  <a:lnTo>
                    <a:pt x="241337" y="44944"/>
                  </a:lnTo>
                  <a:lnTo>
                    <a:pt x="201615" y="14501"/>
                  </a:lnTo>
                  <a:lnTo>
                    <a:pt x="163977" y="2143"/>
                  </a:lnTo>
                  <a:lnTo>
                    <a:pt x="135305" y="0"/>
                  </a:lnTo>
                  <a:lnTo>
                    <a:pt x="122018" y="554"/>
                  </a:lnTo>
                  <a:lnTo>
                    <a:pt x="121199" y="588"/>
                  </a:lnTo>
                  <a:lnTo>
                    <a:pt x="81635" y="9436"/>
                  </a:lnTo>
                  <a:lnTo>
                    <a:pt x="47879" y="28111"/>
                  </a:lnTo>
                  <a:lnTo>
                    <a:pt x="15615" y="65289"/>
                  </a:lnTo>
                  <a:lnTo>
                    <a:pt x="493" y="113395"/>
                  </a:lnTo>
                  <a:lnTo>
                    <a:pt x="0" y="126911"/>
                  </a:lnTo>
                  <a:lnTo>
                    <a:pt x="623" y="140291"/>
                  </a:lnTo>
                  <a:lnTo>
                    <a:pt x="9969" y="177431"/>
                  </a:lnTo>
                  <a:lnTo>
                    <a:pt x="38290" y="217982"/>
                  </a:lnTo>
                  <a:lnTo>
                    <a:pt x="69227" y="239239"/>
                  </a:lnTo>
                  <a:lnTo>
                    <a:pt x="69227" y="126911"/>
                  </a:lnTo>
                  <a:lnTo>
                    <a:pt x="69553" y="121318"/>
                  </a:lnTo>
                  <a:lnTo>
                    <a:pt x="69553" y="120014"/>
                  </a:lnTo>
                  <a:lnTo>
                    <a:pt x="70712" y="111610"/>
                  </a:lnTo>
                  <a:lnTo>
                    <a:pt x="88277" y="75857"/>
                  </a:lnTo>
                  <a:lnTo>
                    <a:pt x="122018" y="58027"/>
                  </a:lnTo>
                  <a:lnTo>
                    <a:pt x="135305" y="56286"/>
                  </a:lnTo>
                  <a:lnTo>
                    <a:pt x="142327" y="56745"/>
                  </a:lnTo>
                  <a:lnTo>
                    <a:pt x="142473" y="56754"/>
                  </a:lnTo>
                  <a:lnTo>
                    <a:pt x="149067" y="57780"/>
                  </a:lnTo>
                  <a:lnTo>
                    <a:pt x="149290" y="57815"/>
                  </a:lnTo>
                  <a:lnTo>
                    <a:pt x="155524" y="59404"/>
                  </a:lnTo>
                  <a:lnTo>
                    <a:pt x="155756" y="59463"/>
                  </a:lnTo>
                  <a:lnTo>
                    <a:pt x="161696" y="61631"/>
                  </a:lnTo>
                  <a:lnTo>
                    <a:pt x="193885" y="91664"/>
                  </a:lnTo>
                  <a:lnTo>
                    <a:pt x="202082" y="126911"/>
                  </a:lnTo>
                  <a:lnTo>
                    <a:pt x="202082" y="239068"/>
                  </a:lnTo>
                  <a:lnTo>
                    <a:pt x="212786" y="233100"/>
                  </a:lnTo>
                  <a:lnTo>
                    <a:pt x="248972" y="199455"/>
                  </a:lnTo>
                  <a:lnTo>
                    <a:pt x="268682" y="153433"/>
                  </a:lnTo>
                  <a:lnTo>
                    <a:pt x="270476" y="140443"/>
                  </a:lnTo>
                  <a:lnTo>
                    <a:pt x="270954" y="126911"/>
                  </a:lnTo>
                  <a:close/>
                </a:path>
                <a:path w="271145" h="254000">
                  <a:moveTo>
                    <a:pt x="202082" y="239068"/>
                  </a:moveTo>
                  <a:lnTo>
                    <a:pt x="202082" y="126911"/>
                  </a:lnTo>
                  <a:lnTo>
                    <a:pt x="201615" y="138046"/>
                  </a:lnTo>
                  <a:lnTo>
                    <a:pt x="201615" y="135786"/>
                  </a:lnTo>
                  <a:lnTo>
                    <a:pt x="186893" y="172939"/>
                  </a:lnTo>
                  <a:lnTo>
                    <a:pt x="149290" y="195724"/>
                  </a:lnTo>
                  <a:lnTo>
                    <a:pt x="149067" y="195781"/>
                  </a:lnTo>
                  <a:lnTo>
                    <a:pt x="142473" y="196891"/>
                  </a:lnTo>
                  <a:lnTo>
                    <a:pt x="135305" y="197523"/>
                  </a:lnTo>
                  <a:lnTo>
                    <a:pt x="128574" y="197065"/>
                  </a:lnTo>
                  <a:lnTo>
                    <a:pt x="88455" y="177952"/>
                  </a:lnTo>
                  <a:lnTo>
                    <a:pt x="70712" y="141979"/>
                  </a:lnTo>
                  <a:lnTo>
                    <a:pt x="69553" y="133664"/>
                  </a:lnTo>
                  <a:lnTo>
                    <a:pt x="69553" y="132395"/>
                  </a:lnTo>
                  <a:lnTo>
                    <a:pt x="69227" y="126911"/>
                  </a:lnTo>
                  <a:lnTo>
                    <a:pt x="69227" y="239239"/>
                  </a:lnTo>
                  <a:lnTo>
                    <a:pt x="107551" y="251418"/>
                  </a:lnTo>
                  <a:lnTo>
                    <a:pt x="135305" y="253466"/>
                  </a:lnTo>
                  <a:lnTo>
                    <a:pt x="149067" y="253192"/>
                  </a:lnTo>
                  <a:lnTo>
                    <a:pt x="149993" y="253173"/>
                  </a:lnTo>
                  <a:lnTo>
                    <a:pt x="163977" y="251590"/>
                  </a:lnTo>
                  <a:lnTo>
                    <a:pt x="176733" y="248829"/>
                  </a:lnTo>
                  <a:lnTo>
                    <a:pt x="177259" y="248716"/>
                  </a:lnTo>
                  <a:lnTo>
                    <a:pt x="189839" y="244551"/>
                  </a:lnTo>
                  <a:lnTo>
                    <a:pt x="201615" y="239319"/>
                  </a:lnTo>
                  <a:lnTo>
                    <a:pt x="202082" y="239068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97643" y="2569133"/>
              <a:ext cx="372706" cy="234937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01135" y="2608389"/>
              <a:ext cx="201726" cy="192545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034993" y="2608287"/>
              <a:ext cx="213956" cy="195783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4279722" y="2608287"/>
              <a:ext cx="323850" cy="193040"/>
            </a:xfrm>
            <a:custGeom>
              <a:avLst/>
              <a:gdLst/>
              <a:ahLst/>
              <a:cxnLst/>
              <a:rect l="l" t="t" r="r" b="b"/>
              <a:pathLst>
                <a:path w="323850" h="193039">
                  <a:moveTo>
                    <a:pt x="63271" y="22967"/>
                  </a:moveTo>
                  <a:lnTo>
                    <a:pt x="63271" y="3149"/>
                  </a:lnTo>
                  <a:lnTo>
                    <a:pt x="0" y="3149"/>
                  </a:lnTo>
                  <a:lnTo>
                    <a:pt x="0" y="192646"/>
                  </a:lnTo>
                  <a:lnTo>
                    <a:pt x="50698" y="192646"/>
                  </a:lnTo>
                  <a:lnTo>
                    <a:pt x="50698" y="40906"/>
                  </a:lnTo>
                  <a:lnTo>
                    <a:pt x="56418" y="31393"/>
                  </a:lnTo>
                  <a:lnTo>
                    <a:pt x="63101" y="23123"/>
                  </a:lnTo>
                  <a:lnTo>
                    <a:pt x="63271" y="22967"/>
                  </a:lnTo>
                  <a:close/>
                </a:path>
                <a:path w="323850" h="193039">
                  <a:moveTo>
                    <a:pt x="181055" y="29920"/>
                  </a:moveTo>
                  <a:lnTo>
                    <a:pt x="143908" y="3276"/>
                  </a:lnTo>
                  <a:lnTo>
                    <a:pt x="121145" y="81"/>
                  </a:lnTo>
                  <a:lnTo>
                    <a:pt x="119913" y="0"/>
                  </a:lnTo>
                  <a:lnTo>
                    <a:pt x="79362" y="10312"/>
                  </a:lnTo>
                  <a:lnTo>
                    <a:pt x="50698" y="40906"/>
                  </a:lnTo>
                  <a:lnTo>
                    <a:pt x="63271" y="55943"/>
                  </a:lnTo>
                  <a:lnTo>
                    <a:pt x="63271" y="192646"/>
                  </a:lnTo>
                  <a:lnTo>
                    <a:pt x="66421" y="192646"/>
                  </a:lnTo>
                  <a:lnTo>
                    <a:pt x="66421" y="88811"/>
                  </a:lnTo>
                  <a:lnTo>
                    <a:pt x="67881" y="80822"/>
                  </a:lnTo>
                  <a:lnTo>
                    <a:pt x="73710" y="68465"/>
                  </a:lnTo>
                  <a:lnTo>
                    <a:pt x="77673" y="63868"/>
                  </a:lnTo>
                  <a:lnTo>
                    <a:pt x="87693" y="57810"/>
                  </a:lnTo>
                  <a:lnTo>
                    <a:pt x="93459" y="56299"/>
                  </a:lnTo>
                  <a:lnTo>
                    <a:pt x="108985" y="56299"/>
                  </a:lnTo>
                  <a:lnTo>
                    <a:pt x="128651" y="95097"/>
                  </a:lnTo>
                  <a:lnTo>
                    <a:pt x="128651" y="192646"/>
                  </a:lnTo>
                  <a:lnTo>
                    <a:pt x="169214" y="192646"/>
                  </a:lnTo>
                  <a:lnTo>
                    <a:pt x="169214" y="49301"/>
                  </a:lnTo>
                  <a:lnTo>
                    <a:pt x="174927" y="38382"/>
                  </a:lnTo>
                  <a:lnTo>
                    <a:pt x="181055" y="29920"/>
                  </a:lnTo>
                  <a:close/>
                </a:path>
                <a:path w="323850" h="193039">
                  <a:moveTo>
                    <a:pt x="63271" y="192646"/>
                  </a:moveTo>
                  <a:lnTo>
                    <a:pt x="63271" y="55943"/>
                  </a:lnTo>
                  <a:lnTo>
                    <a:pt x="50698" y="40906"/>
                  </a:lnTo>
                  <a:lnTo>
                    <a:pt x="50698" y="192646"/>
                  </a:lnTo>
                  <a:lnTo>
                    <a:pt x="63271" y="192646"/>
                  </a:lnTo>
                  <a:close/>
                </a:path>
                <a:path w="323850" h="193039">
                  <a:moveTo>
                    <a:pt x="190893" y="53847"/>
                  </a:moveTo>
                  <a:lnTo>
                    <a:pt x="186771" y="40943"/>
                  </a:lnTo>
                  <a:lnTo>
                    <a:pt x="181930" y="31550"/>
                  </a:lnTo>
                  <a:lnTo>
                    <a:pt x="181055" y="29920"/>
                  </a:lnTo>
                  <a:lnTo>
                    <a:pt x="174927" y="38382"/>
                  </a:lnTo>
                  <a:lnTo>
                    <a:pt x="169214" y="49301"/>
                  </a:lnTo>
                  <a:lnTo>
                    <a:pt x="190893" y="53847"/>
                  </a:lnTo>
                  <a:close/>
                </a:path>
                <a:path w="323850" h="193039">
                  <a:moveTo>
                    <a:pt x="190893" y="192646"/>
                  </a:moveTo>
                  <a:lnTo>
                    <a:pt x="190893" y="53847"/>
                  </a:lnTo>
                  <a:lnTo>
                    <a:pt x="169214" y="49301"/>
                  </a:lnTo>
                  <a:lnTo>
                    <a:pt x="169214" y="192646"/>
                  </a:lnTo>
                  <a:lnTo>
                    <a:pt x="190893" y="192646"/>
                  </a:lnTo>
                  <a:close/>
                </a:path>
                <a:path w="323850" h="193039">
                  <a:moveTo>
                    <a:pt x="323392" y="192646"/>
                  </a:moveTo>
                  <a:lnTo>
                    <a:pt x="323392" y="84264"/>
                  </a:lnTo>
                  <a:lnTo>
                    <a:pt x="322769" y="70255"/>
                  </a:lnTo>
                  <a:lnTo>
                    <a:pt x="307989" y="27699"/>
                  </a:lnTo>
                  <a:lnTo>
                    <a:pt x="277210" y="5014"/>
                  </a:lnTo>
                  <a:lnTo>
                    <a:pt x="246824" y="0"/>
                  </a:lnTo>
                  <a:lnTo>
                    <a:pt x="233920" y="819"/>
                  </a:lnTo>
                  <a:lnTo>
                    <a:pt x="221996" y="3233"/>
                  </a:lnTo>
                  <a:lnTo>
                    <a:pt x="221783" y="3276"/>
                  </a:lnTo>
                  <a:lnTo>
                    <a:pt x="181930" y="28713"/>
                  </a:lnTo>
                  <a:lnTo>
                    <a:pt x="181055" y="29920"/>
                  </a:lnTo>
                  <a:lnTo>
                    <a:pt x="181930" y="31550"/>
                  </a:lnTo>
                  <a:lnTo>
                    <a:pt x="186771" y="40943"/>
                  </a:lnTo>
                  <a:lnTo>
                    <a:pt x="190893" y="53847"/>
                  </a:lnTo>
                  <a:lnTo>
                    <a:pt x="190893" y="192646"/>
                  </a:lnTo>
                  <a:lnTo>
                    <a:pt x="195084" y="192646"/>
                  </a:lnTo>
                  <a:lnTo>
                    <a:pt x="195084" y="88811"/>
                  </a:lnTo>
                  <a:lnTo>
                    <a:pt x="196481" y="80822"/>
                  </a:lnTo>
                  <a:lnTo>
                    <a:pt x="237159" y="56299"/>
                  </a:lnTo>
                  <a:lnTo>
                    <a:pt x="244144" y="59385"/>
                  </a:lnTo>
                  <a:lnTo>
                    <a:pt x="256971" y="95097"/>
                  </a:lnTo>
                  <a:lnTo>
                    <a:pt x="256971" y="192646"/>
                  </a:lnTo>
                  <a:lnTo>
                    <a:pt x="323392" y="192646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 descr=""/>
          <p:cNvGrpSpPr/>
          <p:nvPr/>
        </p:nvGrpSpPr>
        <p:grpSpPr>
          <a:xfrm>
            <a:off x="4750295" y="2520543"/>
            <a:ext cx="2630170" cy="283845"/>
            <a:chOff x="4750295" y="2520543"/>
            <a:chExt cx="2630170" cy="283845"/>
          </a:xfrm>
        </p:grpSpPr>
        <p:sp>
          <p:nvSpPr>
            <p:cNvPr id="36" name="object 36" descr=""/>
            <p:cNvSpPr/>
            <p:nvPr/>
          </p:nvSpPr>
          <p:spPr>
            <a:xfrm>
              <a:off x="4750295" y="2541523"/>
              <a:ext cx="451484" cy="259715"/>
            </a:xfrm>
            <a:custGeom>
              <a:avLst/>
              <a:gdLst/>
              <a:ahLst/>
              <a:cxnLst/>
              <a:rect l="l" t="t" r="r" b="b"/>
              <a:pathLst>
                <a:path w="451485" h="259714">
                  <a:moveTo>
                    <a:pt x="67678" y="109448"/>
                  </a:moveTo>
                  <a:lnTo>
                    <a:pt x="67475" y="67970"/>
                  </a:lnTo>
                  <a:lnTo>
                    <a:pt x="67475" y="109435"/>
                  </a:lnTo>
                  <a:lnTo>
                    <a:pt x="67678" y="109448"/>
                  </a:lnTo>
                  <a:close/>
                </a:path>
                <a:path w="451485" h="259714">
                  <a:moveTo>
                    <a:pt x="195580" y="206108"/>
                  </a:moveTo>
                  <a:lnTo>
                    <a:pt x="68580" y="206108"/>
                  </a:lnTo>
                  <a:lnTo>
                    <a:pt x="68580" y="161010"/>
                  </a:lnTo>
                  <a:lnTo>
                    <a:pt x="176530" y="161010"/>
                  </a:lnTo>
                  <a:lnTo>
                    <a:pt x="176530" y="109613"/>
                  </a:lnTo>
                  <a:lnTo>
                    <a:pt x="68580" y="109613"/>
                  </a:lnTo>
                  <a:lnTo>
                    <a:pt x="68580" y="109448"/>
                  </a:lnTo>
                  <a:lnTo>
                    <a:pt x="67678" y="109448"/>
                  </a:lnTo>
                  <a:lnTo>
                    <a:pt x="67310" y="109448"/>
                  </a:lnTo>
                  <a:lnTo>
                    <a:pt x="65481" y="109435"/>
                  </a:lnTo>
                  <a:lnTo>
                    <a:pt x="67310" y="109435"/>
                  </a:lnTo>
                  <a:lnTo>
                    <a:pt x="67310" y="67970"/>
                  </a:lnTo>
                  <a:lnTo>
                    <a:pt x="67475" y="67970"/>
                  </a:lnTo>
                  <a:lnTo>
                    <a:pt x="176530" y="67970"/>
                  </a:lnTo>
                  <a:lnTo>
                    <a:pt x="176530" y="68148"/>
                  </a:lnTo>
                  <a:lnTo>
                    <a:pt x="190500" y="68148"/>
                  </a:lnTo>
                  <a:lnTo>
                    <a:pt x="191770" y="68160"/>
                  </a:lnTo>
                  <a:lnTo>
                    <a:pt x="191770" y="33159"/>
                  </a:lnTo>
                  <a:lnTo>
                    <a:pt x="190500" y="33159"/>
                  </a:lnTo>
                  <a:lnTo>
                    <a:pt x="190500" y="14681"/>
                  </a:lnTo>
                  <a:lnTo>
                    <a:pt x="176530" y="14681"/>
                  </a:lnTo>
                  <a:lnTo>
                    <a:pt x="67310" y="14681"/>
                  </a:lnTo>
                  <a:lnTo>
                    <a:pt x="63500" y="14681"/>
                  </a:lnTo>
                  <a:lnTo>
                    <a:pt x="0" y="14681"/>
                  </a:lnTo>
                  <a:lnTo>
                    <a:pt x="0" y="259410"/>
                  </a:lnTo>
                  <a:lnTo>
                    <a:pt x="63500" y="259410"/>
                  </a:lnTo>
                  <a:lnTo>
                    <a:pt x="68580" y="259410"/>
                  </a:lnTo>
                  <a:lnTo>
                    <a:pt x="195580" y="259410"/>
                  </a:lnTo>
                  <a:lnTo>
                    <a:pt x="195580" y="206108"/>
                  </a:lnTo>
                  <a:close/>
                </a:path>
                <a:path w="451485" h="259714">
                  <a:moveTo>
                    <a:pt x="451002" y="259410"/>
                  </a:moveTo>
                  <a:lnTo>
                    <a:pt x="365848" y="150990"/>
                  </a:lnTo>
                  <a:lnTo>
                    <a:pt x="444360" y="69926"/>
                  </a:lnTo>
                  <a:lnTo>
                    <a:pt x="365696" y="69926"/>
                  </a:lnTo>
                  <a:lnTo>
                    <a:pt x="297865" y="135902"/>
                  </a:lnTo>
                  <a:lnTo>
                    <a:pt x="297865" y="0"/>
                  </a:lnTo>
                  <a:lnTo>
                    <a:pt x="231444" y="0"/>
                  </a:lnTo>
                  <a:lnTo>
                    <a:pt x="231444" y="259410"/>
                  </a:lnTo>
                  <a:lnTo>
                    <a:pt x="286689" y="259410"/>
                  </a:lnTo>
                  <a:lnTo>
                    <a:pt x="297865" y="259410"/>
                  </a:lnTo>
                  <a:lnTo>
                    <a:pt x="297865" y="213080"/>
                  </a:lnTo>
                  <a:lnTo>
                    <a:pt x="312559" y="198120"/>
                  </a:lnTo>
                  <a:lnTo>
                    <a:pt x="317588" y="193001"/>
                  </a:lnTo>
                  <a:lnTo>
                    <a:pt x="370598" y="259410"/>
                  </a:lnTo>
                  <a:lnTo>
                    <a:pt x="451002" y="259410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98135" y="2608287"/>
              <a:ext cx="213956" cy="195783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442864" y="2608389"/>
              <a:ext cx="201726" cy="192545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676734" y="2608287"/>
              <a:ext cx="213956" cy="195783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5921451" y="2520543"/>
              <a:ext cx="433705" cy="280670"/>
            </a:xfrm>
            <a:custGeom>
              <a:avLst/>
              <a:gdLst/>
              <a:ahLst/>
              <a:cxnLst/>
              <a:rect l="l" t="t" r="r" b="b"/>
              <a:pathLst>
                <a:path w="433704" h="280669">
                  <a:moveTo>
                    <a:pt x="323392" y="172008"/>
                  </a:moveTo>
                  <a:lnTo>
                    <a:pt x="317779" y="134061"/>
                  </a:lnTo>
                  <a:lnTo>
                    <a:pt x="294335" y="101727"/>
                  </a:lnTo>
                  <a:lnTo>
                    <a:pt x="257530" y="88303"/>
                  </a:lnTo>
                  <a:lnTo>
                    <a:pt x="246824" y="87744"/>
                  </a:lnTo>
                  <a:lnTo>
                    <a:pt x="233908" y="88569"/>
                  </a:lnTo>
                  <a:lnTo>
                    <a:pt x="221996" y="90982"/>
                  </a:lnTo>
                  <a:lnTo>
                    <a:pt x="221780" y="91020"/>
                  </a:lnTo>
                  <a:lnTo>
                    <a:pt x="181927" y="116459"/>
                  </a:lnTo>
                  <a:lnTo>
                    <a:pt x="181051" y="117665"/>
                  </a:lnTo>
                  <a:lnTo>
                    <a:pt x="173736" y="108331"/>
                  </a:lnTo>
                  <a:lnTo>
                    <a:pt x="132283" y="88569"/>
                  </a:lnTo>
                  <a:lnTo>
                    <a:pt x="121132" y="87833"/>
                  </a:lnTo>
                  <a:lnTo>
                    <a:pt x="119913" y="87744"/>
                  </a:lnTo>
                  <a:lnTo>
                    <a:pt x="79362" y="98056"/>
                  </a:lnTo>
                  <a:lnTo>
                    <a:pt x="63271" y="110718"/>
                  </a:lnTo>
                  <a:lnTo>
                    <a:pt x="63271" y="90893"/>
                  </a:lnTo>
                  <a:lnTo>
                    <a:pt x="0" y="90893"/>
                  </a:lnTo>
                  <a:lnTo>
                    <a:pt x="0" y="280390"/>
                  </a:lnTo>
                  <a:lnTo>
                    <a:pt x="50685" y="280390"/>
                  </a:lnTo>
                  <a:lnTo>
                    <a:pt x="63271" y="280390"/>
                  </a:lnTo>
                  <a:lnTo>
                    <a:pt x="66421" y="280390"/>
                  </a:lnTo>
                  <a:lnTo>
                    <a:pt x="66421" y="176555"/>
                  </a:lnTo>
                  <a:lnTo>
                    <a:pt x="67881" y="168567"/>
                  </a:lnTo>
                  <a:lnTo>
                    <a:pt x="73710" y="156210"/>
                  </a:lnTo>
                  <a:lnTo>
                    <a:pt x="77673" y="151612"/>
                  </a:lnTo>
                  <a:lnTo>
                    <a:pt x="87693" y="145554"/>
                  </a:lnTo>
                  <a:lnTo>
                    <a:pt x="93459" y="144043"/>
                  </a:lnTo>
                  <a:lnTo>
                    <a:pt x="108978" y="144043"/>
                  </a:lnTo>
                  <a:lnTo>
                    <a:pt x="128651" y="182841"/>
                  </a:lnTo>
                  <a:lnTo>
                    <a:pt x="128651" y="280390"/>
                  </a:lnTo>
                  <a:lnTo>
                    <a:pt x="169214" y="280390"/>
                  </a:lnTo>
                  <a:lnTo>
                    <a:pt x="190893" y="280390"/>
                  </a:lnTo>
                  <a:lnTo>
                    <a:pt x="195084" y="280390"/>
                  </a:lnTo>
                  <a:lnTo>
                    <a:pt x="195084" y="176555"/>
                  </a:lnTo>
                  <a:lnTo>
                    <a:pt x="221780" y="144106"/>
                  </a:lnTo>
                  <a:lnTo>
                    <a:pt x="237147" y="144043"/>
                  </a:lnTo>
                  <a:lnTo>
                    <a:pt x="244144" y="147129"/>
                  </a:lnTo>
                  <a:lnTo>
                    <a:pt x="256959" y="182841"/>
                  </a:lnTo>
                  <a:lnTo>
                    <a:pt x="256959" y="280390"/>
                  </a:lnTo>
                  <a:lnTo>
                    <a:pt x="323392" y="280390"/>
                  </a:lnTo>
                  <a:lnTo>
                    <a:pt x="323392" y="172008"/>
                  </a:lnTo>
                  <a:close/>
                </a:path>
                <a:path w="433704" h="280669">
                  <a:moveTo>
                    <a:pt x="431787" y="91249"/>
                  </a:moveTo>
                  <a:lnTo>
                    <a:pt x="366052" y="90906"/>
                  </a:lnTo>
                  <a:lnTo>
                    <a:pt x="365353" y="90893"/>
                  </a:lnTo>
                  <a:lnTo>
                    <a:pt x="366052" y="280390"/>
                  </a:lnTo>
                  <a:lnTo>
                    <a:pt x="431787" y="280390"/>
                  </a:lnTo>
                  <a:lnTo>
                    <a:pt x="431787" y="91249"/>
                  </a:lnTo>
                  <a:close/>
                </a:path>
                <a:path w="433704" h="280669">
                  <a:moveTo>
                    <a:pt x="433184" y="34251"/>
                  </a:moveTo>
                  <a:lnTo>
                    <a:pt x="405752" y="622"/>
                  </a:lnTo>
                  <a:lnTo>
                    <a:pt x="398564" y="0"/>
                  </a:lnTo>
                  <a:lnTo>
                    <a:pt x="391375" y="622"/>
                  </a:lnTo>
                  <a:lnTo>
                    <a:pt x="363956" y="34251"/>
                  </a:lnTo>
                  <a:lnTo>
                    <a:pt x="364566" y="41592"/>
                  </a:lnTo>
                  <a:lnTo>
                    <a:pt x="398564" y="68872"/>
                  </a:lnTo>
                  <a:lnTo>
                    <a:pt x="405752" y="68135"/>
                  </a:lnTo>
                  <a:lnTo>
                    <a:pt x="433184" y="34251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381191" y="2608287"/>
              <a:ext cx="177609" cy="195783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6586067" y="2520543"/>
              <a:ext cx="69215" cy="280670"/>
            </a:xfrm>
            <a:custGeom>
              <a:avLst/>
              <a:gdLst/>
              <a:ahLst/>
              <a:cxnLst/>
              <a:rect l="l" t="t" r="r" b="b"/>
              <a:pathLst>
                <a:path w="69215" h="280669">
                  <a:moveTo>
                    <a:pt x="67830" y="280390"/>
                  </a:moveTo>
                  <a:lnTo>
                    <a:pt x="67830" y="91249"/>
                  </a:lnTo>
                  <a:lnTo>
                    <a:pt x="2095" y="90897"/>
                  </a:lnTo>
                  <a:lnTo>
                    <a:pt x="1396" y="90893"/>
                  </a:lnTo>
                  <a:lnTo>
                    <a:pt x="2095" y="280390"/>
                  </a:lnTo>
                  <a:lnTo>
                    <a:pt x="67830" y="280390"/>
                  </a:lnTo>
                  <a:close/>
                </a:path>
                <a:path w="69215" h="280669">
                  <a:moveTo>
                    <a:pt x="69214" y="34251"/>
                  </a:moveTo>
                  <a:lnTo>
                    <a:pt x="41796" y="611"/>
                  </a:lnTo>
                  <a:lnTo>
                    <a:pt x="34607" y="0"/>
                  </a:lnTo>
                  <a:lnTo>
                    <a:pt x="27420" y="611"/>
                  </a:lnTo>
                  <a:lnTo>
                    <a:pt x="0" y="34251"/>
                  </a:lnTo>
                  <a:lnTo>
                    <a:pt x="611" y="41586"/>
                  </a:lnTo>
                  <a:lnTo>
                    <a:pt x="34607" y="68872"/>
                  </a:lnTo>
                  <a:lnTo>
                    <a:pt x="41796" y="68129"/>
                  </a:lnTo>
                  <a:lnTo>
                    <a:pt x="69214" y="34251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696900" y="2608389"/>
              <a:ext cx="201726" cy="192545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6931812" y="2541511"/>
              <a:ext cx="212725" cy="262890"/>
            </a:xfrm>
            <a:custGeom>
              <a:avLst/>
              <a:gdLst/>
              <a:ahLst/>
              <a:cxnLst/>
              <a:rect l="l" t="t" r="r" b="b"/>
              <a:pathLst>
                <a:path w="212725" h="262889">
                  <a:moveTo>
                    <a:pt x="169214" y="164325"/>
                  </a:moveTo>
                  <a:lnTo>
                    <a:pt x="164290" y="120989"/>
                  </a:lnTo>
                  <a:lnTo>
                    <a:pt x="142742" y="83212"/>
                  </a:lnTo>
                  <a:lnTo>
                    <a:pt x="105561" y="67514"/>
                  </a:lnTo>
                  <a:lnTo>
                    <a:pt x="105113" y="67433"/>
                  </a:lnTo>
                  <a:lnTo>
                    <a:pt x="93345" y="66776"/>
                  </a:lnTo>
                  <a:lnTo>
                    <a:pt x="80937" y="67505"/>
                  </a:lnTo>
                  <a:lnTo>
                    <a:pt x="80705" y="67519"/>
                  </a:lnTo>
                  <a:lnTo>
                    <a:pt x="69215" y="69644"/>
                  </a:lnTo>
                  <a:lnTo>
                    <a:pt x="68654" y="69748"/>
                  </a:lnTo>
                  <a:lnTo>
                    <a:pt x="27312" y="93043"/>
                  </a:lnTo>
                  <a:lnTo>
                    <a:pt x="3149" y="136307"/>
                  </a:lnTo>
                  <a:lnTo>
                    <a:pt x="0" y="164325"/>
                  </a:lnTo>
                  <a:lnTo>
                    <a:pt x="787" y="178993"/>
                  </a:lnTo>
                  <a:lnTo>
                    <a:pt x="12585" y="216585"/>
                  </a:lnTo>
                  <a:lnTo>
                    <a:pt x="46316" y="250507"/>
                  </a:lnTo>
                  <a:lnTo>
                    <a:pt x="67475" y="259160"/>
                  </a:lnTo>
                  <a:lnTo>
                    <a:pt x="67475" y="154762"/>
                  </a:lnTo>
                  <a:lnTo>
                    <a:pt x="69215" y="146672"/>
                  </a:lnTo>
                  <a:lnTo>
                    <a:pt x="76212" y="133375"/>
                  </a:lnTo>
                  <a:lnTo>
                    <a:pt x="80937" y="128308"/>
                  </a:lnTo>
                  <a:lnTo>
                    <a:pt x="92824" y="121310"/>
                  </a:lnTo>
                  <a:lnTo>
                    <a:pt x="99644" y="119570"/>
                  </a:lnTo>
                  <a:lnTo>
                    <a:pt x="114782" y="119570"/>
                  </a:lnTo>
                  <a:lnTo>
                    <a:pt x="145097" y="146672"/>
                  </a:lnTo>
                  <a:lnTo>
                    <a:pt x="145783" y="149861"/>
                  </a:lnTo>
                  <a:lnTo>
                    <a:pt x="145783" y="101739"/>
                  </a:lnTo>
                  <a:lnTo>
                    <a:pt x="149288" y="164325"/>
                  </a:lnTo>
                  <a:lnTo>
                    <a:pt x="149288" y="239913"/>
                  </a:lnTo>
                  <a:lnTo>
                    <a:pt x="150334" y="238786"/>
                  </a:lnTo>
                  <a:lnTo>
                    <a:pt x="156103" y="230047"/>
                  </a:lnTo>
                  <a:lnTo>
                    <a:pt x="160820" y="219913"/>
                  </a:lnTo>
                  <a:lnTo>
                    <a:pt x="164489" y="208309"/>
                  </a:lnTo>
                  <a:lnTo>
                    <a:pt x="167025" y="195613"/>
                  </a:lnTo>
                  <a:lnTo>
                    <a:pt x="167025" y="195989"/>
                  </a:lnTo>
                  <a:lnTo>
                    <a:pt x="168667" y="180716"/>
                  </a:lnTo>
                  <a:lnTo>
                    <a:pt x="168667" y="181181"/>
                  </a:lnTo>
                  <a:lnTo>
                    <a:pt x="169214" y="164325"/>
                  </a:lnTo>
                  <a:close/>
                </a:path>
                <a:path w="212725" h="262889">
                  <a:moveTo>
                    <a:pt x="146837" y="242552"/>
                  </a:moveTo>
                  <a:lnTo>
                    <a:pt x="146837" y="173875"/>
                  </a:lnTo>
                  <a:lnTo>
                    <a:pt x="145097" y="182092"/>
                  </a:lnTo>
                  <a:lnTo>
                    <a:pt x="138099" y="195846"/>
                  </a:lnTo>
                  <a:lnTo>
                    <a:pt x="133375" y="201028"/>
                  </a:lnTo>
                  <a:lnTo>
                    <a:pt x="121488" y="208025"/>
                  </a:lnTo>
                  <a:lnTo>
                    <a:pt x="114782" y="209765"/>
                  </a:lnTo>
                  <a:lnTo>
                    <a:pt x="99644" y="209765"/>
                  </a:lnTo>
                  <a:lnTo>
                    <a:pt x="69215" y="182092"/>
                  </a:lnTo>
                  <a:lnTo>
                    <a:pt x="67475" y="173875"/>
                  </a:lnTo>
                  <a:lnTo>
                    <a:pt x="67475" y="259160"/>
                  </a:lnTo>
                  <a:lnTo>
                    <a:pt x="68654" y="259548"/>
                  </a:lnTo>
                  <a:lnTo>
                    <a:pt x="80705" y="261807"/>
                  </a:lnTo>
                  <a:lnTo>
                    <a:pt x="92824" y="262528"/>
                  </a:lnTo>
                  <a:lnTo>
                    <a:pt x="93345" y="262559"/>
                  </a:lnTo>
                  <a:lnTo>
                    <a:pt x="105113" y="261928"/>
                  </a:lnTo>
                  <a:lnTo>
                    <a:pt x="105561" y="261904"/>
                  </a:lnTo>
                  <a:lnTo>
                    <a:pt x="116682" y="259938"/>
                  </a:lnTo>
                  <a:lnTo>
                    <a:pt x="126711" y="256660"/>
                  </a:lnTo>
                  <a:lnTo>
                    <a:pt x="135648" y="252069"/>
                  </a:lnTo>
                  <a:lnTo>
                    <a:pt x="143516" y="246128"/>
                  </a:lnTo>
                  <a:lnTo>
                    <a:pt x="146837" y="242552"/>
                  </a:lnTo>
                  <a:close/>
                </a:path>
                <a:path w="212725" h="262889">
                  <a:moveTo>
                    <a:pt x="212217" y="259422"/>
                  </a:moveTo>
                  <a:lnTo>
                    <a:pt x="212217" y="0"/>
                  </a:lnTo>
                  <a:lnTo>
                    <a:pt x="145783" y="0"/>
                  </a:lnTo>
                  <a:lnTo>
                    <a:pt x="145783" y="86430"/>
                  </a:lnTo>
                  <a:lnTo>
                    <a:pt x="149680" y="90554"/>
                  </a:lnTo>
                  <a:lnTo>
                    <a:pt x="155587" y="99290"/>
                  </a:lnTo>
                  <a:lnTo>
                    <a:pt x="168667" y="148437"/>
                  </a:lnTo>
                  <a:lnTo>
                    <a:pt x="169214" y="164325"/>
                  </a:lnTo>
                  <a:lnTo>
                    <a:pt x="169214" y="259422"/>
                  </a:lnTo>
                  <a:lnTo>
                    <a:pt x="212217" y="259422"/>
                  </a:lnTo>
                  <a:close/>
                </a:path>
                <a:path w="212725" h="262889">
                  <a:moveTo>
                    <a:pt x="149288" y="164325"/>
                  </a:moveTo>
                  <a:lnTo>
                    <a:pt x="145783" y="101739"/>
                  </a:lnTo>
                  <a:lnTo>
                    <a:pt x="145783" y="149861"/>
                  </a:lnTo>
                  <a:lnTo>
                    <a:pt x="146837" y="154762"/>
                  </a:lnTo>
                  <a:lnTo>
                    <a:pt x="146837" y="242552"/>
                  </a:lnTo>
                  <a:lnTo>
                    <a:pt x="148932" y="240296"/>
                  </a:lnTo>
                  <a:lnTo>
                    <a:pt x="148932" y="226910"/>
                  </a:lnTo>
                  <a:lnTo>
                    <a:pt x="149288" y="164325"/>
                  </a:lnTo>
                  <a:close/>
                </a:path>
                <a:path w="212725" h="262889">
                  <a:moveTo>
                    <a:pt x="149288" y="239913"/>
                  </a:moveTo>
                  <a:lnTo>
                    <a:pt x="149288" y="164325"/>
                  </a:lnTo>
                  <a:lnTo>
                    <a:pt x="148932" y="226910"/>
                  </a:lnTo>
                  <a:lnTo>
                    <a:pt x="148932" y="240296"/>
                  </a:lnTo>
                  <a:lnTo>
                    <a:pt x="149288" y="239913"/>
                  </a:lnTo>
                  <a:close/>
                </a:path>
                <a:path w="212725" h="262889">
                  <a:moveTo>
                    <a:pt x="169214" y="259422"/>
                  </a:moveTo>
                  <a:lnTo>
                    <a:pt x="169214" y="164325"/>
                  </a:lnTo>
                  <a:lnTo>
                    <a:pt x="168667" y="181181"/>
                  </a:lnTo>
                  <a:lnTo>
                    <a:pt x="168667" y="180716"/>
                  </a:lnTo>
                  <a:lnTo>
                    <a:pt x="167025" y="195989"/>
                  </a:lnTo>
                  <a:lnTo>
                    <a:pt x="167025" y="195613"/>
                  </a:lnTo>
                  <a:lnTo>
                    <a:pt x="164489" y="208309"/>
                  </a:lnTo>
                  <a:lnTo>
                    <a:pt x="160820" y="219913"/>
                  </a:lnTo>
                  <a:lnTo>
                    <a:pt x="156103" y="230047"/>
                  </a:lnTo>
                  <a:lnTo>
                    <a:pt x="150334" y="238786"/>
                  </a:lnTo>
                  <a:lnTo>
                    <a:pt x="148932" y="240296"/>
                  </a:lnTo>
                  <a:lnTo>
                    <a:pt x="148932" y="259422"/>
                  </a:lnTo>
                  <a:lnTo>
                    <a:pt x="169214" y="259422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174776" y="2608287"/>
              <a:ext cx="205460" cy="195783"/>
            </a:xfrm>
            <a:prstGeom prst="rect">
              <a:avLst/>
            </a:prstGeom>
          </p:spPr>
        </p:pic>
      </p:grpSp>
      <p:grpSp>
        <p:nvGrpSpPr>
          <p:cNvPr id="46" name="object 46" descr=""/>
          <p:cNvGrpSpPr/>
          <p:nvPr/>
        </p:nvGrpSpPr>
        <p:grpSpPr>
          <a:xfrm>
            <a:off x="7484541" y="2556205"/>
            <a:ext cx="601345" cy="248285"/>
            <a:chOff x="7484541" y="2556205"/>
            <a:chExt cx="601345" cy="248285"/>
          </a:xfrm>
        </p:grpSpPr>
        <p:sp>
          <p:nvSpPr>
            <p:cNvPr id="47" name="object 47" descr=""/>
            <p:cNvSpPr/>
            <p:nvPr/>
          </p:nvSpPr>
          <p:spPr>
            <a:xfrm>
              <a:off x="7484541" y="2556205"/>
              <a:ext cx="256540" cy="245110"/>
            </a:xfrm>
            <a:custGeom>
              <a:avLst/>
              <a:gdLst/>
              <a:ahLst/>
              <a:cxnLst/>
              <a:rect l="l" t="t" r="r" b="b"/>
              <a:pathLst>
                <a:path w="256540" h="245110">
                  <a:moveTo>
                    <a:pt x="130983" y="97129"/>
                  </a:moveTo>
                  <a:lnTo>
                    <a:pt x="73075" y="0"/>
                  </a:lnTo>
                  <a:lnTo>
                    <a:pt x="0" y="0"/>
                  </a:lnTo>
                  <a:lnTo>
                    <a:pt x="93357" y="155978"/>
                  </a:lnTo>
                  <a:lnTo>
                    <a:pt x="93357" y="141236"/>
                  </a:lnTo>
                  <a:lnTo>
                    <a:pt x="109435" y="182841"/>
                  </a:lnTo>
                  <a:lnTo>
                    <a:pt x="109435" y="244728"/>
                  </a:lnTo>
                  <a:lnTo>
                    <a:pt x="109791" y="244728"/>
                  </a:lnTo>
                  <a:lnTo>
                    <a:pt x="109791" y="132499"/>
                  </a:lnTo>
                  <a:lnTo>
                    <a:pt x="130983" y="97129"/>
                  </a:lnTo>
                  <a:close/>
                </a:path>
                <a:path w="256540" h="245110">
                  <a:moveTo>
                    <a:pt x="109435" y="182841"/>
                  </a:moveTo>
                  <a:lnTo>
                    <a:pt x="93357" y="141236"/>
                  </a:lnTo>
                  <a:lnTo>
                    <a:pt x="93357" y="155978"/>
                  </a:lnTo>
                  <a:lnTo>
                    <a:pt x="109435" y="182841"/>
                  </a:lnTo>
                  <a:close/>
                </a:path>
                <a:path w="256540" h="245110">
                  <a:moveTo>
                    <a:pt x="109435" y="244728"/>
                  </a:moveTo>
                  <a:lnTo>
                    <a:pt x="109435" y="182841"/>
                  </a:lnTo>
                  <a:lnTo>
                    <a:pt x="93357" y="155978"/>
                  </a:lnTo>
                  <a:lnTo>
                    <a:pt x="93357" y="244728"/>
                  </a:lnTo>
                  <a:lnTo>
                    <a:pt x="109435" y="244728"/>
                  </a:lnTo>
                  <a:close/>
                </a:path>
                <a:path w="256540" h="245110">
                  <a:moveTo>
                    <a:pt x="152069" y="132499"/>
                  </a:moveTo>
                  <a:lnTo>
                    <a:pt x="130983" y="97129"/>
                  </a:lnTo>
                  <a:lnTo>
                    <a:pt x="109791" y="132499"/>
                  </a:lnTo>
                  <a:lnTo>
                    <a:pt x="152069" y="132499"/>
                  </a:lnTo>
                  <a:close/>
                </a:path>
                <a:path w="256540" h="245110">
                  <a:moveTo>
                    <a:pt x="152069" y="169660"/>
                  </a:moveTo>
                  <a:lnTo>
                    <a:pt x="152069" y="132499"/>
                  </a:lnTo>
                  <a:lnTo>
                    <a:pt x="109791" y="132499"/>
                  </a:lnTo>
                  <a:lnTo>
                    <a:pt x="109791" y="244728"/>
                  </a:lnTo>
                  <a:lnTo>
                    <a:pt x="147193" y="244728"/>
                  </a:lnTo>
                  <a:lnTo>
                    <a:pt x="147193" y="182841"/>
                  </a:lnTo>
                  <a:lnTo>
                    <a:pt x="152069" y="169660"/>
                  </a:lnTo>
                  <a:close/>
                </a:path>
                <a:path w="256540" h="245110">
                  <a:moveTo>
                    <a:pt x="256311" y="0"/>
                  </a:moveTo>
                  <a:lnTo>
                    <a:pt x="189179" y="0"/>
                  </a:lnTo>
                  <a:lnTo>
                    <a:pt x="130983" y="97129"/>
                  </a:lnTo>
                  <a:lnTo>
                    <a:pt x="152069" y="132499"/>
                  </a:lnTo>
                  <a:lnTo>
                    <a:pt x="152069" y="169660"/>
                  </a:lnTo>
                  <a:lnTo>
                    <a:pt x="162585" y="141236"/>
                  </a:lnTo>
                  <a:lnTo>
                    <a:pt x="162585" y="157049"/>
                  </a:lnTo>
                  <a:lnTo>
                    <a:pt x="256311" y="0"/>
                  </a:lnTo>
                  <a:close/>
                </a:path>
                <a:path w="256540" h="245110">
                  <a:moveTo>
                    <a:pt x="162585" y="157049"/>
                  </a:moveTo>
                  <a:lnTo>
                    <a:pt x="162585" y="141236"/>
                  </a:lnTo>
                  <a:lnTo>
                    <a:pt x="147193" y="182841"/>
                  </a:lnTo>
                  <a:lnTo>
                    <a:pt x="162585" y="157049"/>
                  </a:lnTo>
                  <a:close/>
                </a:path>
                <a:path w="256540" h="245110">
                  <a:moveTo>
                    <a:pt x="162585" y="244728"/>
                  </a:moveTo>
                  <a:lnTo>
                    <a:pt x="162585" y="157049"/>
                  </a:lnTo>
                  <a:lnTo>
                    <a:pt x="147193" y="182841"/>
                  </a:lnTo>
                  <a:lnTo>
                    <a:pt x="147193" y="244728"/>
                  </a:lnTo>
                  <a:lnTo>
                    <a:pt x="162585" y="244728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722260" y="2608287"/>
              <a:ext cx="205511" cy="195783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958632" y="2608287"/>
              <a:ext cx="126873" cy="192646"/>
            </a:xfrm>
            <a:prstGeom prst="rect">
              <a:avLst/>
            </a:prstGeom>
          </p:spPr>
        </p:pic>
      </p:grpSp>
      <p:grpSp>
        <p:nvGrpSpPr>
          <p:cNvPr id="50" name="object 50" descr=""/>
          <p:cNvGrpSpPr/>
          <p:nvPr/>
        </p:nvGrpSpPr>
        <p:grpSpPr>
          <a:xfrm>
            <a:off x="8189061" y="2541523"/>
            <a:ext cx="721995" cy="259715"/>
            <a:chOff x="8189061" y="2541523"/>
            <a:chExt cx="721995" cy="259715"/>
          </a:xfrm>
        </p:grpSpPr>
        <p:sp>
          <p:nvSpPr>
            <p:cNvPr id="51" name="object 51" descr=""/>
            <p:cNvSpPr/>
            <p:nvPr/>
          </p:nvSpPr>
          <p:spPr>
            <a:xfrm>
              <a:off x="8189061" y="2541523"/>
              <a:ext cx="476884" cy="259715"/>
            </a:xfrm>
            <a:custGeom>
              <a:avLst/>
              <a:gdLst/>
              <a:ahLst/>
              <a:cxnLst/>
              <a:rect l="l" t="t" r="r" b="b"/>
              <a:pathLst>
                <a:path w="476884" h="259714">
                  <a:moveTo>
                    <a:pt x="284530" y="259410"/>
                  </a:moveTo>
                  <a:lnTo>
                    <a:pt x="176174" y="14681"/>
                  </a:lnTo>
                  <a:lnTo>
                    <a:pt x="172961" y="14681"/>
                  </a:lnTo>
                  <a:lnTo>
                    <a:pt x="172961" y="160820"/>
                  </a:lnTo>
                  <a:lnTo>
                    <a:pt x="110147" y="160820"/>
                  </a:lnTo>
                  <a:lnTo>
                    <a:pt x="127939" y="116535"/>
                  </a:lnTo>
                  <a:lnTo>
                    <a:pt x="141566" y="82575"/>
                  </a:lnTo>
                  <a:lnTo>
                    <a:pt x="155219" y="116586"/>
                  </a:lnTo>
                  <a:lnTo>
                    <a:pt x="172961" y="160820"/>
                  </a:lnTo>
                  <a:lnTo>
                    <a:pt x="172961" y="14681"/>
                  </a:lnTo>
                  <a:lnTo>
                    <a:pt x="107975" y="14681"/>
                  </a:lnTo>
                  <a:lnTo>
                    <a:pt x="0" y="259410"/>
                  </a:lnTo>
                  <a:lnTo>
                    <a:pt x="59055" y="259410"/>
                  </a:lnTo>
                  <a:lnTo>
                    <a:pt x="70561" y="259410"/>
                  </a:lnTo>
                  <a:lnTo>
                    <a:pt x="89649" y="211861"/>
                  </a:lnTo>
                  <a:lnTo>
                    <a:pt x="193433" y="211861"/>
                  </a:lnTo>
                  <a:lnTo>
                    <a:pt x="212521" y="259410"/>
                  </a:lnTo>
                  <a:lnTo>
                    <a:pt x="214274" y="259410"/>
                  </a:lnTo>
                  <a:lnTo>
                    <a:pt x="284530" y="259410"/>
                  </a:lnTo>
                  <a:close/>
                </a:path>
                <a:path w="476884" h="259714">
                  <a:moveTo>
                    <a:pt x="367436" y="0"/>
                  </a:moveTo>
                  <a:lnTo>
                    <a:pt x="300990" y="0"/>
                  </a:lnTo>
                  <a:lnTo>
                    <a:pt x="301294" y="259410"/>
                  </a:lnTo>
                  <a:lnTo>
                    <a:pt x="367436" y="259410"/>
                  </a:lnTo>
                  <a:lnTo>
                    <a:pt x="367436" y="0"/>
                  </a:lnTo>
                  <a:close/>
                </a:path>
                <a:path w="476884" h="259714">
                  <a:moveTo>
                    <a:pt x="476859" y="70269"/>
                  </a:moveTo>
                  <a:lnTo>
                    <a:pt x="410413" y="69913"/>
                  </a:lnTo>
                  <a:lnTo>
                    <a:pt x="411099" y="259410"/>
                  </a:lnTo>
                  <a:lnTo>
                    <a:pt x="476859" y="259410"/>
                  </a:lnTo>
                  <a:lnTo>
                    <a:pt x="476859" y="70269"/>
                  </a:lnTo>
                  <a:close/>
                </a:path>
              </a:pathLst>
            </a:custGeom>
            <a:solidFill>
              <a:srgbClr val="0E16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708897" y="2608389"/>
              <a:ext cx="201701" cy="192544"/>
            </a:xfrm>
            <a:prstGeom prst="rect">
              <a:avLst/>
            </a:prstGeom>
          </p:spPr>
        </p:pic>
      </p:grpSp>
      <p:pic>
        <p:nvPicPr>
          <p:cNvPr id="53" name="object 53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702149" y="3142100"/>
            <a:ext cx="3246412" cy="557720"/>
          </a:xfrm>
          <a:prstGeom prst="rect">
            <a:avLst/>
          </a:prstGeom>
        </p:spPr>
      </p:pic>
      <p:sp>
        <p:nvSpPr>
          <p:cNvPr id="54" name="object 54" descr=""/>
          <p:cNvSpPr txBox="1"/>
          <p:nvPr/>
        </p:nvSpPr>
        <p:spPr>
          <a:xfrm>
            <a:off x="1907951" y="3375957"/>
            <a:ext cx="159385" cy="1993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>
                <a:solidFill>
                  <a:srgbClr val="0FB880"/>
                </a:solidFill>
                <a:latin typeface="Arial Narrow"/>
                <a:cs typeface="Arial Narrow"/>
              </a:rPr>
              <a:t> </a:t>
            </a:r>
            <a:endParaRPr sz="1150">
              <a:latin typeface="Arial Narrow"/>
              <a:cs typeface="Arial Narrow"/>
            </a:endParaRPr>
          </a:p>
        </p:txBody>
      </p:sp>
      <p:pic>
        <p:nvPicPr>
          <p:cNvPr id="55" name="object 55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5115045" y="3142100"/>
            <a:ext cx="3246412" cy="557720"/>
          </a:xfrm>
          <a:prstGeom prst="rect">
            <a:avLst/>
          </a:prstGeom>
        </p:spPr>
      </p:pic>
      <p:sp>
        <p:nvSpPr>
          <p:cNvPr id="56" name="object 56" descr=""/>
          <p:cNvSpPr txBox="1"/>
          <p:nvPr/>
        </p:nvSpPr>
        <p:spPr>
          <a:xfrm>
            <a:off x="5320865" y="3375957"/>
            <a:ext cx="142240" cy="1993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>
                <a:solidFill>
                  <a:srgbClr val="0FB880"/>
                </a:solidFill>
                <a:latin typeface="Arial Narrow"/>
                <a:cs typeface="Arial Narrow"/>
              </a:rPr>
              <a:t> </a:t>
            </a:r>
            <a:endParaRPr sz="1150">
              <a:latin typeface="Arial Narrow"/>
              <a:cs typeface="Arial Narrow"/>
            </a:endParaRPr>
          </a:p>
        </p:txBody>
      </p:sp>
      <p:pic>
        <p:nvPicPr>
          <p:cNvPr id="57" name="object 57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702149" y="3866305"/>
            <a:ext cx="3246412" cy="557707"/>
          </a:xfrm>
          <a:prstGeom prst="rect">
            <a:avLst/>
          </a:prstGeom>
        </p:spPr>
      </p:pic>
      <p:sp>
        <p:nvSpPr>
          <p:cNvPr id="58" name="object 58" descr=""/>
          <p:cNvSpPr txBox="1"/>
          <p:nvPr/>
        </p:nvSpPr>
        <p:spPr>
          <a:xfrm>
            <a:off x="1907951" y="4100162"/>
            <a:ext cx="154940" cy="1993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>
                <a:solidFill>
                  <a:srgbClr val="0EA5E9"/>
                </a:solidFill>
                <a:latin typeface="Arial Narrow"/>
                <a:cs typeface="Arial Narrow"/>
              </a:rPr>
              <a:t> </a:t>
            </a:r>
            <a:endParaRPr sz="1150">
              <a:latin typeface="Arial Narrow"/>
              <a:cs typeface="Arial Narrow"/>
            </a:endParaRPr>
          </a:p>
        </p:txBody>
      </p:sp>
      <p:pic>
        <p:nvPicPr>
          <p:cNvPr id="59" name="object 59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5115045" y="3866305"/>
            <a:ext cx="3246412" cy="557707"/>
          </a:xfrm>
          <a:prstGeom prst="rect">
            <a:avLst/>
          </a:prstGeom>
        </p:spPr>
      </p:pic>
      <p:sp>
        <p:nvSpPr>
          <p:cNvPr id="60" name="object 60" descr=""/>
          <p:cNvSpPr txBox="1"/>
          <p:nvPr/>
        </p:nvSpPr>
        <p:spPr>
          <a:xfrm>
            <a:off x="5320865" y="4100162"/>
            <a:ext cx="158750" cy="1993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>
                <a:solidFill>
                  <a:srgbClr val="0EA5E9"/>
                </a:solidFill>
                <a:latin typeface="Arial Narrow"/>
                <a:cs typeface="Arial Narrow"/>
              </a:rPr>
              <a:t> </a:t>
            </a:r>
            <a:endParaRPr sz="1150">
              <a:latin typeface="Arial Narrow"/>
              <a:cs typeface="Arial Narrow"/>
            </a:endParaRPr>
          </a:p>
        </p:txBody>
      </p:sp>
      <p:pic>
        <p:nvPicPr>
          <p:cNvPr id="61" name="object 61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444495" y="4786121"/>
            <a:ext cx="134112" cy="130302"/>
          </a:xfrm>
          <a:prstGeom prst="rect">
            <a:avLst/>
          </a:prstGeom>
        </p:spPr>
      </p:pic>
      <p:grpSp>
        <p:nvGrpSpPr>
          <p:cNvPr id="62" name="object 62" descr=""/>
          <p:cNvGrpSpPr/>
          <p:nvPr/>
        </p:nvGrpSpPr>
        <p:grpSpPr>
          <a:xfrm>
            <a:off x="2652687" y="4775695"/>
            <a:ext cx="661670" cy="124460"/>
            <a:chOff x="2652687" y="4775695"/>
            <a:chExt cx="661670" cy="124460"/>
          </a:xfrm>
        </p:grpSpPr>
        <p:pic>
          <p:nvPicPr>
            <p:cNvPr id="63" name="object 63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652687" y="4775695"/>
              <a:ext cx="75958" cy="124256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750248" y="4803533"/>
              <a:ext cx="83362" cy="96418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854591" y="4803533"/>
              <a:ext cx="325716" cy="96418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3202216" y="4775695"/>
              <a:ext cx="20320" cy="123189"/>
            </a:xfrm>
            <a:custGeom>
              <a:avLst/>
              <a:gdLst/>
              <a:ahLst/>
              <a:cxnLst/>
              <a:rect l="l" t="t" r="r" b="b"/>
              <a:pathLst>
                <a:path w="20319" h="123189">
                  <a:moveTo>
                    <a:pt x="18785" y="122936"/>
                  </a:moveTo>
                  <a:lnTo>
                    <a:pt x="18785" y="29301"/>
                  </a:lnTo>
                  <a:lnTo>
                    <a:pt x="673" y="29301"/>
                  </a:lnTo>
                  <a:lnTo>
                    <a:pt x="673" y="122936"/>
                  </a:lnTo>
                  <a:lnTo>
                    <a:pt x="18785" y="122936"/>
                  </a:lnTo>
                  <a:close/>
                </a:path>
                <a:path w="20319" h="123189">
                  <a:moveTo>
                    <a:pt x="19710" y="12839"/>
                  </a:moveTo>
                  <a:lnTo>
                    <a:pt x="19710" y="7150"/>
                  </a:lnTo>
                  <a:lnTo>
                    <a:pt x="18808" y="4775"/>
                  </a:lnTo>
                  <a:lnTo>
                    <a:pt x="15163" y="952"/>
                  </a:lnTo>
                  <a:lnTo>
                    <a:pt x="12788" y="0"/>
                  </a:lnTo>
                  <a:lnTo>
                    <a:pt x="7023" y="0"/>
                  </a:lnTo>
                  <a:lnTo>
                    <a:pt x="4660" y="952"/>
                  </a:lnTo>
                  <a:lnTo>
                    <a:pt x="927" y="4775"/>
                  </a:lnTo>
                  <a:lnTo>
                    <a:pt x="0" y="7150"/>
                  </a:lnTo>
                  <a:lnTo>
                    <a:pt x="0" y="12839"/>
                  </a:lnTo>
                  <a:lnTo>
                    <a:pt x="927" y="15201"/>
                  </a:lnTo>
                  <a:lnTo>
                    <a:pt x="4660" y="19024"/>
                  </a:lnTo>
                  <a:lnTo>
                    <a:pt x="7023" y="19977"/>
                  </a:lnTo>
                  <a:lnTo>
                    <a:pt x="12788" y="19977"/>
                  </a:lnTo>
                  <a:lnTo>
                    <a:pt x="15163" y="19024"/>
                  </a:lnTo>
                  <a:lnTo>
                    <a:pt x="18808" y="15201"/>
                  </a:lnTo>
                  <a:lnTo>
                    <a:pt x="19710" y="12839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243173" y="4804994"/>
              <a:ext cx="70726" cy="93637"/>
            </a:xfrm>
            <a:prstGeom prst="rect">
              <a:avLst/>
            </a:prstGeom>
          </p:spPr>
        </p:pic>
      </p:grpSp>
      <p:grpSp>
        <p:nvGrpSpPr>
          <p:cNvPr id="68" name="object 68" descr=""/>
          <p:cNvGrpSpPr/>
          <p:nvPr/>
        </p:nvGrpSpPr>
        <p:grpSpPr>
          <a:xfrm>
            <a:off x="3364242" y="4804994"/>
            <a:ext cx="123825" cy="95250"/>
            <a:chOff x="3364242" y="4804994"/>
            <a:chExt cx="123825" cy="95250"/>
          </a:xfrm>
        </p:grpSpPr>
        <p:sp>
          <p:nvSpPr>
            <p:cNvPr id="69" name="object 69" descr=""/>
            <p:cNvSpPr/>
            <p:nvPr/>
          </p:nvSpPr>
          <p:spPr>
            <a:xfrm>
              <a:off x="3364242" y="4804994"/>
              <a:ext cx="36830" cy="93980"/>
            </a:xfrm>
            <a:custGeom>
              <a:avLst/>
              <a:gdLst/>
              <a:ahLst/>
              <a:cxnLst/>
              <a:rect l="l" t="t" r="r" b="b"/>
              <a:pathLst>
                <a:path w="36829" h="93979">
                  <a:moveTo>
                    <a:pt x="36220" y="93637"/>
                  </a:moveTo>
                  <a:lnTo>
                    <a:pt x="36093" y="0"/>
                  </a:lnTo>
                  <a:lnTo>
                    <a:pt x="34759" y="0"/>
                  </a:lnTo>
                  <a:lnTo>
                    <a:pt x="0" y="0"/>
                  </a:lnTo>
                  <a:lnTo>
                    <a:pt x="0" y="15722"/>
                  </a:lnTo>
                  <a:lnTo>
                    <a:pt x="18376" y="15722"/>
                  </a:lnTo>
                  <a:lnTo>
                    <a:pt x="18376" y="93637"/>
                  </a:lnTo>
                  <a:lnTo>
                    <a:pt x="34886" y="93637"/>
                  </a:lnTo>
                  <a:lnTo>
                    <a:pt x="36220" y="93637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420643" y="4804994"/>
              <a:ext cx="66992" cy="94957"/>
            </a:xfrm>
            <a:prstGeom prst="rect">
              <a:avLst/>
            </a:prstGeom>
          </p:spPr>
        </p:pic>
      </p:grpSp>
      <p:grpSp>
        <p:nvGrpSpPr>
          <p:cNvPr id="71" name="object 71" descr=""/>
          <p:cNvGrpSpPr/>
          <p:nvPr/>
        </p:nvGrpSpPr>
        <p:grpSpPr>
          <a:xfrm>
            <a:off x="3544227" y="4775695"/>
            <a:ext cx="4087495" cy="151765"/>
            <a:chOff x="3544227" y="4775695"/>
            <a:chExt cx="4087495" cy="151765"/>
          </a:xfrm>
        </p:grpSpPr>
        <p:pic>
          <p:nvPicPr>
            <p:cNvPr id="72" name="object 72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544227" y="4804994"/>
              <a:ext cx="190944" cy="93637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754539" y="4804994"/>
              <a:ext cx="79641" cy="93637"/>
            </a:xfrm>
            <a:prstGeom prst="rect">
              <a:avLst/>
            </a:prstGeom>
          </p:spPr>
        </p:pic>
        <p:sp>
          <p:nvSpPr>
            <p:cNvPr id="74" name="object 74" descr=""/>
            <p:cNvSpPr/>
            <p:nvPr/>
          </p:nvSpPr>
          <p:spPr>
            <a:xfrm>
              <a:off x="3853827" y="4775695"/>
              <a:ext cx="20320" cy="123189"/>
            </a:xfrm>
            <a:custGeom>
              <a:avLst/>
              <a:gdLst/>
              <a:ahLst/>
              <a:cxnLst/>
              <a:rect l="l" t="t" r="r" b="b"/>
              <a:pathLst>
                <a:path w="20320" h="123189">
                  <a:moveTo>
                    <a:pt x="18785" y="122936"/>
                  </a:moveTo>
                  <a:lnTo>
                    <a:pt x="18785" y="29301"/>
                  </a:lnTo>
                  <a:lnTo>
                    <a:pt x="673" y="29301"/>
                  </a:lnTo>
                  <a:lnTo>
                    <a:pt x="673" y="122936"/>
                  </a:lnTo>
                  <a:lnTo>
                    <a:pt x="18785" y="122936"/>
                  </a:lnTo>
                  <a:close/>
                </a:path>
                <a:path w="20320" h="123189">
                  <a:moveTo>
                    <a:pt x="19710" y="12839"/>
                  </a:moveTo>
                  <a:lnTo>
                    <a:pt x="19710" y="7150"/>
                  </a:lnTo>
                  <a:lnTo>
                    <a:pt x="18808" y="4775"/>
                  </a:lnTo>
                  <a:lnTo>
                    <a:pt x="15163" y="952"/>
                  </a:lnTo>
                  <a:lnTo>
                    <a:pt x="12788" y="0"/>
                  </a:lnTo>
                  <a:lnTo>
                    <a:pt x="7023" y="0"/>
                  </a:lnTo>
                  <a:lnTo>
                    <a:pt x="4660" y="952"/>
                  </a:lnTo>
                  <a:lnTo>
                    <a:pt x="927" y="4775"/>
                  </a:lnTo>
                  <a:lnTo>
                    <a:pt x="0" y="7150"/>
                  </a:lnTo>
                  <a:lnTo>
                    <a:pt x="0" y="12839"/>
                  </a:lnTo>
                  <a:lnTo>
                    <a:pt x="927" y="15201"/>
                  </a:lnTo>
                  <a:lnTo>
                    <a:pt x="4660" y="19024"/>
                  </a:lnTo>
                  <a:lnTo>
                    <a:pt x="7023" y="19977"/>
                  </a:lnTo>
                  <a:lnTo>
                    <a:pt x="12788" y="19977"/>
                  </a:lnTo>
                  <a:lnTo>
                    <a:pt x="15163" y="19024"/>
                  </a:lnTo>
                  <a:lnTo>
                    <a:pt x="18808" y="15201"/>
                  </a:lnTo>
                  <a:lnTo>
                    <a:pt x="19710" y="12839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900106" y="4804994"/>
              <a:ext cx="178015" cy="93637"/>
            </a:xfrm>
            <a:prstGeom prst="rect">
              <a:avLst/>
            </a:prstGeom>
          </p:spPr>
        </p:pic>
        <p:sp>
          <p:nvSpPr>
            <p:cNvPr id="76" name="object 76" descr=""/>
            <p:cNvSpPr/>
            <p:nvPr/>
          </p:nvSpPr>
          <p:spPr>
            <a:xfrm>
              <a:off x="4097490" y="4805006"/>
              <a:ext cx="60960" cy="93980"/>
            </a:xfrm>
            <a:custGeom>
              <a:avLst/>
              <a:gdLst/>
              <a:ahLst/>
              <a:cxnLst/>
              <a:rect l="l" t="t" r="r" b="b"/>
              <a:pathLst>
                <a:path w="60960" h="93979">
                  <a:moveTo>
                    <a:pt x="60871" y="77508"/>
                  </a:moveTo>
                  <a:lnTo>
                    <a:pt x="17780" y="77508"/>
                  </a:lnTo>
                  <a:lnTo>
                    <a:pt x="17780" y="0"/>
                  </a:lnTo>
                  <a:lnTo>
                    <a:pt x="12700" y="0"/>
                  </a:lnTo>
                  <a:lnTo>
                    <a:pt x="0" y="0"/>
                  </a:lnTo>
                  <a:lnTo>
                    <a:pt x="0" y="93624"/>
                  </a:lnTo>
                  <a:lnTo>
                    <a:pt x="12700" y="93624"/>
                  </a:lnTo>
                  <a:lnTo>
                    <a:pt x="12700" y="77508"/>
                  </a:lnTo>
                  <a:lnTo>
                    <a:pt x="13322" y="77508"/>
                  </a:lnTo>
                  <a:lnTo>
                    <a:pt x="13195" y="93624"/>
                  </a:lnTo>
                  <a:lnTo>
                    <a:pt x="60871" y="93624"/>
                  </a:lnTo>
                  <a:lnTo>
                    <a:pt x="60871" y="77508"/>
                  </a:lnTo>
                  <a:close/>
                </a:path>
              </a:pathLst>
            </a:custGeom>
            <a:solidFill>
              <a:srgbClr val="0FB8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179874" y="4775695"/>
              <a:ext cx="2323299" cy="151168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529755" y="4775695"/>
              <a:ext cx="1101369" cy="151168"/>
            </a:xfrm>
            <a:prstGeom prst="rect">
              <a:avLst/>
            </a:prstGeom>
          </p:spPr>
        </p:pic>
      </p:grpSp>
      <p:sp>
        <p:nvSpPr>
          <p:cNvPr id="79" name="object 79" descr=""/>
          <p:cNvSpPr/>
          <p:nvPr/>
        </p:nvSpPr>
        <p:spPr>
          <a:xfrm>
            <a:off x="861402" y="6380340"/>
            <a:ext cx="8349615" cy="8890"/>
          </a:xfrm>
          <a:custGeom>
            <a:avLst/>
            <a:gdLst/>
            <a:ahLst/>
            <a:cxnLst/>
            <a:rect l="l" t="t" r="r" b="b"/>
            <a:pathLst>
              <a:path w="8349615" h="8889">
                <a:moveTo>
                  <a:pt x="8349119" y="8321"/>
                </a:moveTo>
                <a:lnTo>
                  <a:pt x="8349119" y="0"/>
                </a:lnTo>
                <a:lnTo>
                  <a:pt x="0" y="0"/>
                </a:lnTo>
                <a:lnTo>
                  <a:pt x="0" y="8321"/>
                </a:lnTo>
                <a:lnTo>
                  <a:pt x="8349119" y="8321"/>
                </a:lnTo>
                <a:close/>
              </a:path>
            </a:pathLst>
          </a:custGeom>
          <a:solidFill>
            <a:srgbClr val="E1E7F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0" name="object 80" descr=""/>
          <p:cNvGrpSpPr/>
          <p:nvPr/>
        </p:nvGrpSpPr>
        <p:grpSpPr>
          <a:xfrm>
            <a:off x="867727" y="6537096"/>
            <a:ext cx="2012950" cy="97790"/>
            <a:chOff x="867727" y="6537096"/>
            <a:chExt cx="2012950" cy="97790"/>
          </a:xfrm>
        </p:grpSpPr>
        <p:pic>
          <p:nvPicPr>
            <p:cNvPr id="81" name="object 81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867727" y="6541084"/>
              <a:ext cx="1045603" cy="93205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947252" y="6537096"/>
              <a:ext cx="933424" cy="89298"/>
            </a:xfrm>
            <a:prstGeom prst="rect">
              <a:avLst/>
            </a:prstGeom>
          </p:spPr>
        </p:pic>
      </p:grpSp>
      <p:grpSp>
        <p:nvGrpSpPr>
          <p:cNvPr id="83" name="object 83" descr=""/>
          <p:cNvGrpSpPr/>
          <p:nvPr/>
        </p:nvGrpSpPr>
        <p:grpSpPr>
          <a:xfrm>
            <a:off x="8696172" y="6538696"/>
            <a:ext cx="506730" cy="95250"/>
            <a:chOff x="8696172" y="6538696"/>
            <a:chExt cx="506730" cy="95250"/>
          </a:xfrm>
        </p:grpSpPr>
        <p:pic>
          <p:nvPicPr>
            <p:cNvPr id="84" name="object 84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8696172" y="6541185"/>
              <a:ext cx="227075" cy="92405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8946717" y="6542087"/>
              <a:ext cx="86105" cy="71323"/>
            </a:xfrm>
            <a:prstGeom prst="rect">
              <a:avLst/>
            </a:prstGeom>
          </p:spPr>
        </p:pic>
        <p:sp>
          <p:nvSpPr>
            <p:cNvPr id="86" name="object 86" descr=""/>
            <p:cNvSpPr/>
            <p:nvPr/>
          </p:nvSpPr>
          <p:spPr>
            <a:xfrm>
              <a:off x="9056369" y="6538696"/>
              <a:ext cx="38100" cy="80010"/>
            </a:xfrm>
            <a:custGeom>
              <a:avLst/>
              <a:gdLst/>
              <a:ahLst/>
              <a:cxnLst/>
              <a:rect l="l" t="t" r="r" b="b"/>
              <a:pathLst>
                <a:path w="38100" h="80009">
                  <a:moveTo>
                    <a:pt x="38023" y="0"/>
                  </a:moveTo>
                  <a:lnTo>
                    <a:pt x="26288" y="0"/>
                  </a:lnTo>
                  <a:lnTo>
                    <a:pt x="0" y="79413"/>
                  </a:lnTo>
                  <a:lnTo>
                    <a:pt x="11811" y="79413"/>
                  </a:lnTo>
                  <a:lnTo>
                    <a:pt x="38023" y="0"/>
                  </a:lnTo>
                  <a:close/>
                </a:path>
              </a:pathLst>
            </a:custGeom>
            <a:solidFill>
              <a:srgbClr val="0EA5E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9116796" y="6542087"/>
              <a:ext cx="86105" cy="71323"/>
            </a:xfrm>
            <a:prstGeom prst="rect">
              <a:avLst/>
            </a:prstGeom>
          </p:spPr>
        </p:pic>
      </p:grpSp>
      <p:sp>
        <p:nvSpPr>
          <p:cNvPr id="88" name="object 88" descr=""/>
          <p:cNvSpPr txBox="1"/>
          <p:nvPr/>
        </p:nvSpPr>
        <p:spPr>
          <a:xfrm>
            <a:off x="292100" y="162656"/>
            <a:ext cx="807720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 spc="-185">
                <a:latin typeface="Arial Narrow"/>
                <a:cs typeface="Arial Narrow"/>
              </a:rPr>
              <a:t>1</a:t>
            </a:r>
            <a:r>
              <a:rPr dirty="0" sz="850" spc="95">
                <a:latin typeface="Arial Narrow"/>
                <a:cs typeface="Arial Narrow"/>
              </a:rPr>
              <a:t> </a:t>
            </a:r>
            <a:r>
              <a:rPr dirty="0" sz="850" spc="-229">
                <a:latin typeface="Arial Narrow"/>
                <a:cs typeface="Arial Narrow"/>
              </a:rPr>
              <a:t>2m</a:t>
            </a:r>
            <a:r>
              <a:rPr dirty="0" sz="850" spc="-20">
                <a:latin typeface="Arial Narrow"/>
                <a:cs typeface="Arial Narrow"/>
              </a:rPr>
              <a:t> </a:t>
            </a:r>
            <a:r>
              <a:rPr dirty="0" sz="850" spc="-135">
                <a:latin typeface="Arial Narrow"/>
                <a:cs typeface="Arial Narrow"/>
              </a:rPr>
              <a:t>06m</a:t>
            </a:r>
            <a:r>
              <a:rPr dirty="0" sz="850" spc="-25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2026</a:t>
            </a:r>
            <a:r>
              <a:rPr dirty="0" sz="850" spc="165">
                <a:latin typeface="Arial Narrow"/>
                <a:cs typeface="Arial Narrow"/>
              </a:rPr>
              <a:t> </a:t>
            </a:r>
            <a:r>
              <a:rPr dirty="0" sz="850" spc="-75">
                <a:latin typeface="Arial Narrow"/>
                <a:cs typeface="Arial Narrow"/>
              </a:rPr>
              <a:t>06e</a:t>
            </a:r>
            <a:r>
              <a:rPr dirty="0" sz="850" spc="-20">
                <a:latin typeface="Arial Narrow"/>
                <a:cs typeface="Arial Narrow"/>
              </a:rPr>
              <a:t> </a:t>
            </a:r>
            <a:r>
              <a:rPr dirty="0" sz="850" spc="-35">
                <a:latin typeface="Arial Narrow"/>
                <a:cs typeface="Arial Narrow"/>
              </a:rPr>
              <a:t>46</a:t>
            </a:r>
            <a:endParaRPr sz="850">
              <a:latin typeface="Arial Narrow"/>
              <a:cs typeface="Arial Narrow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292092" y="7461106"/>
            <a:ext cx="2821940" cy="1358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9"/>
              </a:lnSpc>
            </a:pPr>
            <a:r>
              <a:rPr dirty="0" sz="850">
                <a:latin typeface="Arial Narrow"/>
                <a:cs typeface="Arial Narrow"/>
              </a:rPr>
              <a:t>f</a:t>
            </a:r>
            <a:r>
              <a:rPr dirty="0" sz="850" spc="80">
                <a:latin typeface="Arial Narrow"/>
                <a:cs typeface="Arial Narrow"/>
              </a:rPr>
              <a:t> </a:t>
            </a:r>
            <a:r>
              <a:rPr dirty="0" sz="850" spc="-360">
                <a:latin typeface="Arial Narrow"/>
                <a:cs typeface="Arial Narrow"/>
              </a:rPr>
              <a:t>T</a:t>
            </a:r>
            <a:r>
              <a:rPr dirty="0" sz="850" spc="-25">
                <a:latin typeface="Arial Narrow"/>
                <a:cs typeface="Arial Narrow"/>
              </a:rPr>
              <a:t> </a:t>
            </a:r>
            <a:r>
              <a:rPr dirty="0" sz="850" spc="-135">
                <a:latin typeface="Arial Narrow"/>
                <a:cs typeface="Arial Narrow"/>
              </a:rPr>
              <a:t>ee</a:t>
            </a:r>
            <a:r>
              <a:rPr dirty="0" sz="850" spc="25">
                <a:latin typeface="Arial Narrow"/>
                <a:cs typeface="Arial Narrow"/>
              </a:rPr>
              <a:t> </a:t>
            </a:r>
            <a:r>
              <a:rPr dirty="0" sz="850" spc="-35">
                <a:latin typeface="Arial Narrow"/>
                <a:cs typeface="Arial Narrow"/>
              </a:rPr>
              <a:t>///&amp;e</a:t>
            </a:r>
            <a:r>
              <a:rPr dirty="0" sz="850" spc="30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/L</a:t>
            </a:r>
            <a:r>
              <a:rPr dirty="0" sz="850" spc="5">
                <a:latin typeface="Arial Narrow"/>
                <a:cs typeface="Arial Narrow"/>
              </a:rPr>
              <a:t> </a:t>
            </a:r>
            <a:r>
              <a:rPr dirty="0" sz="850" spc="50">
                <a:latin typeface="Arial Narrow"/>
                <a:cs typeface="Arial Narrow"/>
              </a:rPr>
              <a:t>sers/ASL</a:t>
            </a:r>
            <a:r>
              <a:rPr dirty="0" sz="850" spc="5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S/Desktop/projects/Gor</a:t>
            </a:r>
            <a:r>
              <a:rPr dirty="0" sz="850" spc="215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su</a:t>
            </a:r>
            <a:r>
              <a:rPr dirty="0" sz="850" spc="-25">
                <a:latin typeface="Arial Narrow"/>
                <a:cs typeface="Arial Narrow"/>
              </a:rPr>
              <a:t> </a:t>
            </a:r>
            <a:r>
              <a:rPr dirty="0" sz="850" spc="-60">
                <a:latin typeface="Arial Narrow"/>
                <a:cs typeface="Arial Narrow"/>
              </a:rPr>
              <a:t>n</a:t>
            </a:r>
            <a:r>
              <a:rPr dirty="0" sz="850" spc="-30">
                <a:latin typeface="Arial Narrow"/>
                <a:cs typeface="Arial Narrow"/>
              </a:rPr>
              <a:t> </a:t>
            </a:r>
            <a:r>
              <a:rPr dirty="0" sz="850" spc="-60">
                <a:latin typeface="Arial Narrow"/>
                <a:cs typeface="Arial Narrow"/>
              </a:rPr>
              <a:t>u</a:t>
            </a:r>
            <a:r>
              <a:rPr dirty="0" sz="850" spc="-25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m/su</a:t>
            </a:r>
            <a:r>
              <a:rPr dirty="0" sz="850" spc="-25">
                <a:latin typeface="Arial Narrow"/>
                <a:cs typeface="Arial Narrow"/>
              </a:rPr>
              <a:t> </a:t>
            </a:r>
            <a:r>
              <a:rPr dirty="0" sz="850" spc="-60">
                <a:latin typeface="Arial Narrow"/>
                <a:cs typeface="Arial Narrow"/>
              </a:rPr>
              <a:t>n</a:t>
            </a:r>
            <a:r>
              <a:rPr dirty="0" sz="850" spc="-30">
                <a:latin typeface="Arial Narrow"/>
                <a:cs typeface="Arial Narrow"/>
              </a:rPr>
              <a:t> </a:t>
            </a:r>
            <a:r>
              <a:rPr dirty="0" sz="850" spc="-60">
                <a:latin typeface="Arial Narrow"/>
                <a:cs typeface="Arial Narrow"/>
              </a:rPr>
              <a:t>u</a:t>
            </a:r>
            <a:r>
              <a:rPr dirty="0" sz="850" spc="-25">
                <a:latin typeface="Arial Narrow"/>
                <a:cs typeface="Arial Narrow"/>
              </a:rPr>
              <a:t> </a:t>
            </a:r>
            <a:r>
              <a:rPr dirty="0" sz="850" spc="-30">
                <a:latin typeface="Arial Narrow"/>
                <a:cs typeface="Arial Narrow"/>
              </a:rPr>
              <a:t>m </a:t>
            </a:r>
            <a:r>
              <a:rPr dirty="0" sz="850" spc="-505">
                <a:latin typeface="Arial Narrow"/>
                <a:cs typeface="Arial Narrow"/>
              </a:rPr>
              <a:t>m</a:t>
            </a:r>
            <a:r>
              <a:rPr dirty="0" sz="850" spc="30">
                <a:latin typeface="Arial Narrow"/>
                <a:cs typeface="Arial Narrow"/>
              </a:rPr>
              <a:t> </a:t>
            </a:r>
            <a:r>
              <a:rPr dirty="0" sz="850" spc="-60">
                <a:latin typeface="Arial Narrow"/>
                <a:cs typeface="Arial Narrow"/>
              </a:rPr>
              <a:t>h</a:t>
            </a:r>
            <a:r>
              <a:rPr dirty="0" sz="850" spc="-25">
                <a:latin typeface="Arial Narrow"/>
                <a:cs typeface="Arial Narrow"/>
              </a:rPr>
              <a:t> </a:t>
            </a:r>
            <a:r>
              <a:rPr dirty="0" sz="850" spc="-10">
                <a:latin typeface="Arial Narrow"/>
                <a:cs typeface="Arial Narrow"/>
              </a:rPr>
              <a:t>tm</a:t>
            </a:r>
            <a:r>
              <a:rPr dirty="0" sz="850" spc="-30">
                <a:latin typeface="Arial Narrow"/>
                <a:cs typeface="Arial Narrow"/>
              </a:rPr>
              <a:t> </a:t>
            </a:r>
            <a:r>
              <a:rPr dirty="0" sz="850" spc="-409">
                <a:latin typeface="Arial Narrow"/>
                <a:cs typeface="Arial Narrow"/>
              </a:rPr>
              <a:t>T</a:t>
            </a:r>
            <a:endParaRPr sz="850">
              <a:latin typeface="Arial Narrow"/>
              <a:cs typeface="Arial Narrow"/>
            </a:endParaRPr>
          </a:p>
        </p:txBody>
      </p:sp>
      <p:sp>
        <p:nvSpPr>
          <p:cNvPr id="91" name="object 91" descr=""/>
          <p:cNvSpPr txBox="1"/>
          <p:nvPr/>
        </p:nvSpPr>
        <p:spPr>
          <a:xfrm>
            <a:off x="9486700" y="7461106"/>
            <a:ext cx="271780" cy="1358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9"/>
              </a:lnSpc>
            </a:pPr>
            <a:r>
              <a:rPr dirty="0" sz="850" spc="-185">
                <a:latin typeface="Arial Narrow"/>
                <a:cs typeface="Arial Narrow"/>
              </a:rPr>
              <a:t>1</a:t>
            </a:r>
            <a:r>
              <a:rPr dirty="0" sz="850" spc="40">
                <a:latin typeface="Arial Narrow"/>
                <a:cs typeface="Arial Narrow"/>
              </a:rPr>
              <a:t> </a:t>
            </a:r>
            <a:r>
              <a:rPr dirty="0" sz="850" spc="-10">
                <a:latin typeface="Arial Narrow"/>
                <a:cs typeface="Arial Narrow"/>
              </a:rPr>
              <a:t>2/1</a:t>
            </a:r>
            <a:r>
              <a:rPr dirty="0" sz="850" spc="-25">
                <a:latin typeface="Arial Narrow"/>
                <a:cs typeface="Arial Narrow"/>
              </a:rPr>
              <a:t> </a:t>
            </a:r>
            <a:r>
              <a:rPr dirty="0" sz="850" spc="-50">
                <a:latin typeface="Arial Narrow"/>
                <a:cs typeface="Arial Narrow"/>
              </a:rPr>
              <a:t>2</a:t>
            </a:r>
            <a:endParaRPr sz="850">
              <a:latin typeface="Arial Narrow"/>
              <a:cs typeface="Arial Narrow"/>
            </a:endParaRPr>
          </a:p>
        </p:txBody>
      </p:sp>
      <p:sp>
        <p:nvSpPr>
          <p:cNvPr id="89" name="object 89" descr=""/>
          <p:cNvSpPr txBox="1"/>
          <p:nvPr/>
        </p:nvSpPr>
        <p:spPr>
          <a:xfrm>
            <a:off x="4406755" y="162656"/>
            <a:ext cx="2402840" cy="1581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850">
                <a:latin typeface="Arial Narrow"/>
                <a:cs typeface="Arial Narrow"/>
              </a:rPr>
              <a:t>Gor</a:t>
            </a:r>
            <a:r>
              <a:rPr dirty="0" sz="850" spc="120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Sargsyan</a:t>
            </a:r>
            <a:r>
              <a:rPr dirty="0" sz="850" spc="275">
                <a:latin typeface="Arial Narrow"/>
                <a:cs typeface="Arial Narrow"/>
              </a:rPr>
              <a:t>  </a:t>
            </a:r>
            <a:r>
              <a:rPr dirty="0" sz="850" spc="-150">
                <a:latin typeface="Arial Narrow"/>
                <a:cs typeface="Arial Narrow"/>
              </a:rPr>
              <a:t>GT</a:t>
            </a:r>
            <a:r>
              <a:rPr dirty="0" sz="850" spc="-65">
                <a:latin typeface="Arial Narrow"/>
                <a:cs typeface="Arial Narrow"/>
              </a:rPr>
              <a:t> </a:t>
            </a:r>
            <a:r>
              <a:rPr dirty="0" sz="850" spc="-30">
                <a:latin typeface="Arial Narrow"/>
                <a:cs typeface="Arial Narrow"/>
              </a:rPr>
              <a:t>obaT</a:t>
            </a:r>
            <a:r>
              <a:rPr dirty="0" sz="850" spc="150">
                <a:latin typeface="Arial Narrow"/>
                <a:cs typeface="Arial Narrow"/>
              </a:rPr>
              <a:t> </a:t>
            </a:r>
            <a:r>
              <a:rPr dirty="0" sz="850" spc="60">
                <a:latin typeface="Arial Narrow"/>
                <a:cs typeface="Arial Narrow"/>
              </a:rPr>
              <a:t>A</a:t>
            </a:r>
            <a:r>
              <a:rPr dirty="0" sz="850" spc="355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&amp;</a:t>
            </a:r>
            <a:r>
              <a:rPr dirty="0" sz="850" spc="140">
                <a:latin typeface="Arial Narrow"/>
                <a:cs typeface="Arial Narrow"/>
              </a:rPr>
              <a:t> </a:t>
            </a:r>
            <a:r>
              <a:rPr dirty="0" sz="850" spc="-50">
                <a:latin typeface="Arial Narrow"/>
                <a:cs typeface="Arial Narrow"/>
              </a:rPr>
              <a:t>E</a:t>
            </a:r>
            <a:r>
              <a:rPr dirty="0" sz="850" spc="-65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kon</a:t>
            </a:r>
            <a:r>
              <a:rPr dirty="0" sz="850" spc="-65">
                <a:latin typeface="Arial Narrow"/>
                <a:cs typeface="Arial Narrow"/>
              </a:rPr>
              <a:t> </a:t>
            </a:r>
            <a:r>
              <a:rPr dirty="0" sz="850" spc="65">
                <a:latin typeface="Arial Narrow"/>
                <a:cs typeface="Arial Narrow"/>
              </a:rPr>
              <a:t>om</a:t>
            </a:r>
            <a:r>
              <a:rPr dirty="0" sz="850" spc="300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Stratej</a:t>
            </a:r>
            <a:r>
              <a:rPr dirty="0" sz="850" spc="300">
                <a:latin typeface="Arial Narrow"/>
                <a:cs typeface="Arial Narrow"/>
              </a:rPr>
              <a:t> </a:t>
            </a:r>
            <a:r>
              <a:rPr dirty="0" sz="850">
                <a:latin typeface="Arial Narrow"/>
                <a:cs typeface="Arial Narrow"/>
              </a:rPr>
              <a:t>Su</a:t>
            </a:r>
            <a:r>
              <a:rPr dirty="0" sz="850" spc="-65">
                <a:latin typeface="Arial Narrow"/>
                <a:cs typeface="Arial Narrow"/>
              </a:rPr>
              <a:t> </a:t>
            </a:r>
            <a:r>
              <a:rPr dirty="0" sz="850" spc="-60">
                <a:latin typeface="Arial Narrow"/>
                <a:cs typeface="Arial Narrow"/>
              </a:rPr>
              <a:t>n</a:t>
            </a:r>
            <a:r>
              <a:rPr dirty="0" sz="850" spc="-70">
                <a:latin typeface="Arial Narrow"/>
                <a:cs typeface="Arial Narrow"/>
              </a:rPr>
              <a:t> </a:t>
            </a:r>
            <a:r>
              <a:rPr dirty="0" sz="850" spc="-60">
                <a:latin typeface="Arial Narrow"/>
                <a:cs typeface="Arial Narrow"/>
              </a:rPr>
              <a:t>u</a:t>
            </a:r>
            <a:r>
              <a:rPr dirty="0" sz="850" spc="-65">
                <a:latin typeface="Arial Narrow"/>
                <a:cs typeface="Arial Narrow"/>
              </a:rPr>
              <a:t> </a:t>
            </a:r>
            <a:r>
              <a:rPr dirty="0" sz="850" spc="-25">
                <a:latin typeface="Arial Narrow"/>
                <a:cs typeface="Arial Narrow"/>
              </a:rPr>
              <a:t>mu</a:t>
            </a:r>
            <a:endParaRPr sz="85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dc:title>Gor Sargsyan _ Global AI &amp; Ekonomi Strateji Sunumu</dc:title>
  <dcterms:created xsi:type="dcterms:W3CDTF">2026-06-12T04:42:23Z</dcterms:created>
  <dcterms:modified xsi:type="dcterms:W3CDTF">2026-06-12T04:42:23Z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2026-06-12T00:00:00Z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2026-06-12T00:00:00Z</vt:filetime>
  </property>
  <property fmtid="{D5CDD505-2E9C-101B-9397-08002B2CF9AE}" pid="5" name="Producer">
    <vt:lpwstr>Acrobat Distiller 25.0 (Windows)</vt:lpwstr>
  </property>
</Properties>
</file>